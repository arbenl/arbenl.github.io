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329184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b_logo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3017520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737360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KOLEGJI AAB • SHKENCA KOMPJUTERIKE • 2026/2027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Inter"/>
              </a:defRPr>
            </a:pPr>
            <a:r>
              <a:t>Programimi për</a:t>
            </a:r>
            <a:br/>
            <a:r>
              <a:t>Pajisje Mobile</a:t>
            </a:r>
          </a:p>
          <a:p>
            <a:pPr>
              <a:spcAft>
                <a:spcPts val="2400"/>
              </a:spcAft>
              <a:defRPr sz="2300" b="1">
                <a:solidFill>
                  <a:srgbClr val="10B981"/>
                </a:solidFill>
                <a:latin typeface="Inter"/>
              </a:defRPr>
            </a:pPr>
            <a:r>
              <a:t>The Founder's Expedition: Nga Skica në Letër te Mobile PWA me AI</a:t>
            </a:r>
          </a:p>
          <a:p>
            <a:pPr>
              <a:defRPr sz="2000">
                <a:solidFill>
                  <a:srgbClr val="E2E8F0"/>
                </a:solidFill>
                <a:latin typeface="Inter"/>
              </a:defRPr>
            </a:pPr>
            <a:r>
              <a:t>Prof. Asoc. PhD. C. Arben Lila</a:t>
            </a:r>
            <a:br/>
            <a:r>
              <a:t>Semestri V • 6 ECTS • 2h Ligjëratë + 2h Ushtrime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97280"/>
            <a:ext cx="3291840" cy="502920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4630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42062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  <a:latin typeface="Inter"/>
              </a:defRPr>
            </a:pPr>
            <a:r>
              <a:t>SKANO ME CELULAR</a:t>
            </a:r>
          </a:p>
          <a:p>
            <a:pPr algn="ctr">
              <a:defRPr sz="1800">
                <a:solidFill>
                  <a:srgbClr val="FFFFFF"/>
                </a:solidFill>
                <a:latin typeface="Inter"/>
              </a:defRPr>
            </a:pPr>
            <a:r>
              <a:t>Portali Zyrtar i Kursit:</a:t>
            </a:r>
            <a:br/>
            <a:r>
              <a:t>arbenl.github.io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HISTORIA &amp; FILLESA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Çdo Gjë Fillon me një Skicë në Letër &amp; një Ëndërr!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Si lindi ideja e një studenti për të modernizuar punishtën e karrigeve me celular.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852160" cy="4389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ir_business_sketch_d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5760720" cy="4297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858000" y="2011680"/>
            <a:ext cx="45720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2194560"/>
            <a:ext cx="4206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38BDF8"/>
                </a:solidFill>
                <a:latin typeface="Inter"/>
              </a:defRPr>
            </a:pPr>
            <a:r>
              <a:t>🪵 Ëndrra e Një Inxhinieri të Ri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Realiteti në Punishte: Prindërit punojnë me pasion duke prodhuar karrige cilësore, por stoqet shënohen me laps në fletore dhe porositë humbasin në thirrje telefonike.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Skica e Parë: Studenti ulet me një fletë të bardhë dhe skicon karrigen, pjesët e saj (druri, këmbët metalike, vidat) dhe një ndërfaqe të thjeshtë telefoni.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Pyetja Visionare: 'Po sikur punëtori të skanojë pjesët me telefon, baza të alarmojë kur mbarojnë vidat, dhe klienti të porosisë karrigen e personalizuar online?'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Misioni Ynë: Kjo ëndërr sot nuk kërkon 50,000€. Kërkon vetëm kodin dhe veglat që do të mësoni në këtë kurs!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REVOLUCIONI I VEGLAVE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Nga Skica te Realiteti: Fuqia e Veglave në Vitin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ajo që merrte 1 vit dhe ekipe të tëra, sot ndërtohet nga një student i vetëm.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EF4444"/>
                </a:solidFill>
                <a:latin typeface="Inter"/>
              </a:defRPr>
            </a:pPr>
            <a:r>
              <a:t>⏳ Dje: Pengesat e Mëdha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Kërkoheshin 6–12 muaj zhvillim për një prototip.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Buxhet prej 20,000€ — 50,000€ me agjenci të jashtme.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Ekipe të mëdha: zhvillues iOS, Android dhe backend.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Serverë të shtrenjtë dhe mirëmbajtje komplekse.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Shumica e bizneseve lokale mbeteshin me fletore!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🚀 Sot: Fuqia e Inxhinierit të Ri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Next.js 15 PWA: Një kod i vetëm për çdo celular, tablet e PC.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GitHub Copilot: Partner programues që shkruan kodin 3x më shpejt.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Supabase Cloud: Baza e të dhënave, auth dhe RLS me 0€ kosto fillestare.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Vercel Deployment: Publikim global në internet me një 'git push'.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Ju e ktheni skicën në produkt funksional brenda semestrit!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RASTI I STUDIMIT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Zgjidhja Softuerike: Fabrika e Karrigeve 'WoodCraft'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3 shtyllat kryesore që automatizojnë punishtën nga lënda e parë te klienti.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🪵 1. Inventari i Pjesëve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Skanim me telefon në punishte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Evidentim i drurit, këmbëve &amp; vidave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Pjesët zbriten automatikisht gjatë montimit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Zero fletore dhe zero gabime njerëzore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🔄 2. Porositja e Furnizimeve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Alarme kur stoku bie nën minimum (p.sh. &lt;20 këmbë)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Gjenerim i fletës së porosisë me 1-klik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Lidhje direkte me furnitorët lokalë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Punishtja nuk bllokohet kurrë nga mungesa e pjesëve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🛒 3. Shitjet &amp; Porositë B2B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Katalog mobil për restorante e klientë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Zgjedhja e modelit, llojit të drurit dhe pëlhurës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Llogaritje e menjëhershme e çmimit &amp; afatit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Statusi live: [Në Prerje] ➔ [Montim] ➔ [Gati]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TERMAT E BIZNESIT &amp; INXHINIERIA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Anatomia e një Biznesi Prodhes: Nga Dhimbja te Vlera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Lidhja mes problemeve të punishtes dhe zgjidhjes softuerike që ndërtoni ju.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  <a:latin typeface="Inter"/>
              </a:defRPr>
            </a:pPr>
            <a:r>
              <a:t>🛑 Pika e Dhimbjes (Pain Point)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Kaosi në Montim &amp; Pjesët që Mungojnë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Punëtori nis montimin e 40 karrigeve dhe zbulon se mungojnë vidat speciale.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Porositë e restoranteve regjistrohen në copa letre dhe ngatërrohen ngjyrat.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Humbje direkte: ~25% e kohës dhe materialit të shkuar dëm.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Klientët e pakënaqur telefonojnë vazhdimisht: 'A janë bërë gati karriget?'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💡 Propozimi i Vlerës (Value Prop)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PWA Mobile: Punishtja e Dixhitalizuar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Punëtori skanon me telefon barkodin e pakos me pjesë brenda 1 sekonde.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Klienti konfigurues karrigen e tij (ngjyrën, drurin) nga celulari.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Përcjellje transparente e statusit: [Prerje] ➔ [Montim] ➔ [Gati].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fërkim: Pa shkarkuar asnjë aplikacion të rëndë nga App Store.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💰 Ekonomia e Njësisë (Economics)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Margjinë e Lartë &amp; Zero Komisione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Pa licenca të shtrenjta ERP: 0€ me Vercel &amp; Supabase Free Tier.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Zvogëlimi i stoqeve të fjetura dhe dorëzim 2x më i shpejtë te klientët.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Porositë automatike parandalojnë ndaljen e prodhimit në fabrikë.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Fitimi mbetet 100% brenda biznesit prodhues lokal!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ARKITEKTURA TEKNIKE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Arkitektura në Veprim: Skica Vektoriale e Fluksit të të Dhënave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Skicë e pastër teknike me vija dhe kuti: Nga punishtja fizike te cloud-i dhe klienti.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38BDF8"/>
                </a:solidFill>
                <a:latin typeface="Inter"/>
              </a:defRPr>
            </a:pPr>
            <a:r>
              <a:t>🏭 1. Punishtja &amp; Skanimi me Telefon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Skanim me Kamerë (PWA): Punëtori përdor celularin e tij për të skanuar barkodin e drurit, këmbëve ose vidave gjatë montimit të karriges.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Regjistrim Offline: Nëse punishtja ka sinjal të dobët, Service Worker ruan veprimin lokalisht dhe e sinkronizon sapo lidhet me WiFi.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Ndryshimi i Statusit: Me 1 prekje në ekran punëtori kalon karrigen nga [Në Prerje] në [Në Montim] dhe [Në Tapiceri].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☁️ 2. Supabase Cloud, Furnizimi &amp; Klienti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Sinkronizim në Çast (0.2s): Supabase PostgreSQL përditëson stoqet me Row-Level Security (punëtorët shohin punishten, menaxheri gjithçka).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Alarmi i Auto-Porosisë: Kur stoku i këmbëve metalike bie nën 20 copë, sistemi dërgon automatikisht kërkesën për furnizim te furnitori.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Portali i Klientit (B2B): Restoranti që ka porositur 50 karrige sheh në telefon përparimin në kohë reale pa telefonuar asnjëherë menaxherin.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UDHËZUESI SEKUENCIAL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5 Hapat: Nga Skica në Letër te Demo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Udhëtimi juaj semestral për ndërtimin e produktit hap-pas-hapi.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1️⃣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38BDF8"/>
                </a:solidFill>
                <a:latin typeface="Inter"/>
              </a:defRPr>
            </a:pPr>
            <a:r>
              <a:t>JAVËT 1–2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Intervista &amp;</a:t>
            </a:r>
            <a:br/>
            <a:r>
              <a:t>Skica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Bisedoni me biznesin/punishten: Cilat pjesë vonohen më shumë? Skiconi modelin në letër.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2️⃣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6366F1"/>
                </a:solidFill>
                <a:latin typeface="Inter"/>
              </a:defRPr>
            </a:pPr>
            <a:r>
              <a:t>JAVËT 3–5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Dizajni me</a:t>
            </a:r>
            <a:br/>
            <a:r>
              <a:t>Copilot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Ndërtoni ndërfaqen mobile me Tailwind CSS. Butona Touch-First (48px) të përshtatshëm për punishte.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3️⃣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JAVËT 6–9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Databaza</a:t>
            </a:r>
            <a:br/>
            <a:r>
              <a:t>Supabase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Krijoni tabelat (karriget, pjesët, furnitorët, porositë). Mbroni të dhënat me siguri të plotë (RLS).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4️⃣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10B981"/>
                </a:solidFill>
                <a:latin typeface="Inter"/>
              </a:defRPr>
            </a:pPr>
            <a:r>
              <a:t>JAVËT 10–12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Skanimi &amp;</a:t>
            </a:r>
            <a:br/>
            <a:r>
              <a:t>Testimi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Integroni kamerën e telefonit për leximin e barkodeve/QR dhe testimin e auto-porosive.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46336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/>
            </a:pPr>
            <a:r>
              <a:t>5️⃣</a:t>
            </a:r>
          </a:p>
          <a:p>
            <a:pPr algn="ctr">
              <a:spcAft>
                <a:spcPts val="600"/>
              </a:spcAft>
              <a:defRPr sz="1300" b="1">
                <a:solidFill>
                  <a:srgbClr val="EC4899"/>
                </a:solidFill>
                <a:latin typeface="Inter"/>
              </a:defRPr>
            </a:pPr>
            <a:r>
              <a:t>JAVA 15</a:t>
            </a:r>
          </a:p>
          <a:p>
            <a:pPr algn="ctr">
              <a:spcAft>
                <a:spcPts val="12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Demo Day &amp;</a:t>
            </a:r>
            <a:br/>
            <a:r>
              <a:t>Suksesi</a:t>
            </a:r>
          </a:p>
          <a:p>
            <a:pPr algn="l">
              <a:defRPr sz="1600">
                <a:solidFill>
                  <a:srgbClr val="E2E8F0"/>
                </a:solidFill>
                <a:latin typeface="Inter"/>
              </a:defRPr>
            </a:pPr>
            <a:r>
              <a:t>Prezantimi live nga telefoni para gjithë klasës dhe profesorit. Notë maksimale (10) &amp; Krenari!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TEKNOLOGJIA KRYESORE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Pse Progressive Web Apps (PWA)?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Kombinimi më i fuqishëm i uebit dhe aplikacioneve celulare pa kufizime.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⚡ Pa Instalime nga App Store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Klienti ose punëtori hap vetëm një link ose skanon QR.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Shtohet në Home Screen me një prekje brenda 2 sekondave.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Zë më pak se 2MB memorie në pajisje (krahasuar me 150MB të app-eve native).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📶 Funksionon Edhe Offline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Punishtja e drurit mund të mos ketë WiFi në çdo cep.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Service Worker ruan të dhënat dhe mundëson skanim të pandërprerë.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Sinkronizim automatik në sfond sapo rikthehet lidhja në internet.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📱 Qasje në Hardware të Telefonit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Kamera përdoret për skanimin e barkodeve të pjesëve të karrigeve.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Njoftimet Push paralajmërojnë stafin kur mungojnë vidat apo këmbët.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Gjeolokacioni ndihmon shoferin e furgonit për dorëzimin e porosive.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KRAHASIMI TEKNIK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PWA vs Zhvillimi Tradicional 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teknologjia PWA është zgjedhja ideale për tregun e Kosovës dhe SME-të.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6984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Monaco"/>
              </a:defRPr>
            </a:pPr>
            <a:r>
              <a:t>Kriteri Teknik             | Zhvillimi Tradicional (Native)                   | Next.js 15 PWA (Qasja Jonë)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Gjuhët e Programimit       | Swift (iOS) + Kotlin (Android) — Dy kode të ndryshme | TypeScript + React — Një kod i vetëm për të gjitha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Kosto e Shpërndarjes       | 99$/vit për Apple + 25$ Google Play              | 0€ — Publikim i menjëhershëm me Vercel / GitHub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Aprovimi i Aplikacionit    | Pritje 3–7 ditë nga Apple për çdo përditësim kodi | I menjëhershëm (Instant) me çdo git push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Madhësia e Aplikacionit    | 100MB — 250MB (Pengesë për shkarkim nga klienti) | &lt; 2MB (Hapet me 1 klikim pa zënë memorien)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Funksionimi Offline        | I mundur por kërkon arkitekturë të rëndë lokale  | I integruar me Cache API &amp; Service Workers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E Përshtatshme për Biznese | E papërballueshme për shumicën e bizneseve tona  | Zgjidhja ideale me kosto zero dhe efikasitet maksimal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EKOSISTEMI I ZHVILLIMIT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Staku Teknologjik: Mjetet Profesionale të Kursit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Katër shtyllat teknologjike që do të zotëroni gjatë 15 javëve të semestrit.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⚡ Next.js 15</a:t>
            </a:r>
          </a:p>
          <a:p>
            <a:pPr>
              <a:spcAft>
                <a:spcPts val="1400"/>
              </a:spcAft>
              <a:defRPr sz="1400">
                <a:solidFill>
                  <a:srgbClr val="6366F1"/>
                </a:solidFill>
                <a:latin typeface="Inter"/>
              </a:defRPr>
            </a:pPr>
            <a:r>
              <a:t>Frontend &amp; Fullstack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React 19 &amp; App Router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Server Components për shpejtësi maksimale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Manifest &amp; Service Workers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Optimizim Touch-First me Tailwind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🗄️ Supabase</a:t>
            </a:r>
          </a:p>
          <a:p>
            <a:pPr>
              <a:spcAft>
                <a:spcPts val="1400"/>
              </a:spcAft>
              <a:defRPr sz="1400">
                <a:solidFill>
                  <a:srgbClr val="10B981"/>
                </a:solidFill>
                <a:latin typeface="Inter"/>
              </a:defRPr>
            </a:pPr>
            <a:r>
              <a:t>Baza e të Dhënave &amp; Auth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PostgreSQL me performancë të lartë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Row-Level Security (RLS) për siguri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Autentikim i plotë (Email, Google, Phone)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Realtime Subscriptions për porositë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🤖 GitHub Copilot</a:t>
            </a:r>
          </a:p>
          <a:p>
            <a:pPr>
              <a:spcAft>
                <a:spcPts val="1400"/>
              </a:spcAft>
              <a:defRPr sz="1400">
                <a:solidFill>
                  <a:srgbClr val="38BDF8"/>
                </a:solidFill>
                <a:latin typeface="Inter"/>
              </a:defRPr>
            </a:pPr>
            <a:r>
              <a:t>AI Pair Programmer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Asistencë inteligjente në çdo rresht kodi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Gjenerim i skemave SQL dhe testeve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Përshpejton zhvillimin e veçorive 3x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Mjet profesional i industrisë globale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▲ Vercel Cloud</a:t>
            </a:r>
          </a:p>
          <a:p>
            <a:pPr>
              <a:spcAft>
                <a:spcPts val="1400"/>
              </a:spcAft>
              <a:defRPr sz="1400">
                <a:solidFill>
                  <a:srgbClr val="F59E0B"/>
                </a:solidFill>
                <a:latin typeface="Inter"/>
              </a:defRPr>
            </a:pPr>
            <a:r>
              <a:t>Publikimi &amp; CI/CD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Vendosje globale në Edge Network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Publikim automatik në çdo git push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Certifikatë SSL (HTTPS) falas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Lighthouse Score 100/100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INTELIGJENCA ARTIFICIALE NË KODIM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GitHub Copilot: Bashkë-Piloti Juaj, Jo Zëvendësuesi!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Përdorni AI si përshpejtues profesional — por kodi dhe vendimet mbeten tuajat.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38BDF8"/>
                </a:solidFill>
                <a:latin typeface="Inter"/>
              </a:defRPr>
            </a:pPr>
            <a:r>
              <a:t>✅ Si Ta Përdorni me Sukses?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Gjenerim Komponentësh: Përshkruani UI-në në koment dhe lini Copilot të gjenerojë skeleton-in me Tailwind.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Skema dhe Query SQL: Ndihmon në shkrimin e query-ve komplekse për Supabase.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të Shpejta: Shpjegon gabimet në konzollë dhe propozon zgjidhje të menjëhershme.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Testim i Automatizuar: Gjeneron teste njësi dhe teste integrimi me Playwright.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59E0B"/>
                </a:solidFill>
                <a:latin typeface="Inter"/>
              </a:defRPr>
            </a:pPr>
            <a:r>
              <a:t>⚠️ Rregulli i Artë në Demo Day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Mbani Përgjegjësi: Nëse Copilot shkruan një rresht kodi, ju duhet të dini ta shpjegoni çdo simbol të tij.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Pyetje Teknike Individuale: Gjatë mbrojtjes, pyetjet do të fokusohen te arkitektura: 'Pse ky hook?', 'Si funksionon RLS?'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pa Kuptim Zbret Pikë: Kodi i kopjuar verbërisht pa u kuptuar rezulton në penalizim të menjëhershëm.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Jeni Inxhinieri: Copilot është thjesht një kalkulator i avancuar. Inxhinieri i vërtetë jeni JU!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TRANSPARENCA &amp; VLERËSIMI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Formula e Notimit: 10% / 30% / 40% /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Llogaridhënie e qartë — diferencojmë vijueshmërinë aktive nga ata që kërkojnë vetëm një notë.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10B981"/>
                </a:solidFill>
                <a:latin typeface="Inter"/>
              </a:defRPr>
            </a:pPr>
            <a:r>
              <a:t>10%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📡 Vijueshmëria &amp; QR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Check-In me QR në çdo ligjëratë/lab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Diferencon vijuesit nga pasivët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Pragu 70% minimal: Eliminues!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6366F1"/>
                </a:solidFill>
                <a:latin typeface="Inter"/>
              </a:defRPr>
            </a:pPr>
            <a:r>
              <a:t>30%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⚡ GitHub Autograding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10 detyra praktike me kod javor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Vlerësim automatik me GitHub Actions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Feedback i menjëhershëm në git push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59E0B"/>
                </a:solidFill>
                <a:latin typeface="Inter"/>
              </a:defRPr>
            </a:pPr>
            <a:r>
              <a:t>40%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📱 Projekti PWA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mobile për biznes real familjar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Supabase DB + Auth + RLS e plotë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Optimizim Touch-First &amp; Offline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38BDF8"/>
                </a:solidFill>
                <a:latin typeface="Inter"/>
              </a:defRPr>
            </a:pPr>
            <a:r>
              <a:t>20%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🏆 Demo Day Live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Prezantim 5-minutësh në Javën 15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Demo live nga telefoni në auditor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Mbrojtje teknike e thellë e kodit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EFIKASITET &amp; SHPEJTËSI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Automatizimi i Detyrave Javore: GitHub Autograding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Zero vonesa në korrigjim — çdo 'git push' testohet dhe vlerësohet menjëherë përmes CI/CD.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💻 Fluksi i Studentit në Çdo Javë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1. Prano Detyrën: Klikoni ftesën në GitHub Classroom për të hapur depon tuaj private.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2. Kodo me Copilot: Zgjidhni kërkesat e ushtrimit (komponentët, logjikën, lidhjen me DB).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3. Git Push: Ekzekutoni 'git push origin main' drejt depos suaj zyrtare në GitHub.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🤖 Vlerësimi Automat me GitHub Actions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Teste Automatike: Workflow CI/CD verifikon linter-in, tipet dhe funksionalitetin e kodit.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 i Menjëhershëm: Pikët (p.sh. 10/10) shfaqen te badge në README brenda 60 sekondave.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Zero Pritje / Pa Ngarkesë: Notat sinkronizohen në Gradebook CSV të profesorit pa asnjë gabim njerëzor!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KULMI I SEMESTRIT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Demo Day në Javën 15: Vizioni i Suksesit!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Dita kur telefoni juaj kthehet në dëshminë e arritjes suaj profesionale.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🎤 Formati i Prezantimit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5 Minuta Live: Prezantoni aplikacionin direkt nga telefoni juaj celular para sallës.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Biznesi Real: Tregoni biznesin që keni zgjedhur dhe problemin kryesor që zgjidh aplikacioni.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Demonstrim i Veçorive: Kryeni një porosi me 'Click &amp; Collect' live, tregoni modin offline dhe RLS në Supabase.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Mbrojtja Teknike: Përgjigjuni 2 pyetjeve të shkurtra teknike mbi arkitekturën e kodit tuaj.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🌟 Çfarë Fitoni në Përfundim?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Portofol Real në GitHub: Një projekt i plotë production-ready që e vendosni menjëherë në CV dhe LinkedIn.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për Familjen: Biznesi i prindërve ose të afërmve tuaj merr një vegël digjitale që kursen para çdo ditë.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Gati për Tregun e Punës: Përvojë praktike me teknologjitë më të kërkuara në kompanitë ndërkombëtare.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Notë e Merituar (10): Kushdo që dorëzon projektin dhe e mbron me pasion kualifikohet për vlerësim maksimal!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EVIDENCA ZYRTARE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Regjistrimi i Pranisë: Check-In Live në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Skanoni kodin QR me telefonin tuaj për të regjistruar pjesëmarrjen brenda 2 minutave.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che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Inter"/>
              </a:defRPr>
            </a:pPr>
            <a:r>
              <a:t>SKANO PËR CHECK-IN LIVE</a:t>
            </a:r>
            <a:br/>
            <a:r>
              <a:t>arbenl.github.io/#checkin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⏱️ Rregullat e Check-In (2 Minuta)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PIN i Orës: Shfaqet në projektor nga profesori: PIN = 8492. Pa këtë kod nuk mund të regjistroheni.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Koha e Kufizuar: Forma e pranimit mbyllet ekzaktësisht 2 minuta pas shfaqjes në ekran për të parandaluar regjistrimet nga jashtë.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Të Dhënat Zyrtare: Plotësoni ID-në e studentit, emrin e plotë dhe emailin tuaj zyrtar të Kolegjit AAB.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Transparencë e Plotë: Lista e të pranishmëve eksportohet në çast në Excel (CSV) për administratën e fakultetit.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AKSIONI NË SALLË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Sprinti Praktik: Nxirrni Telefonat Celularë!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10 minuta punë aktive në auditor për konfigurimin e mjedisit tuaj të punës.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Hapi 1 (Min 0–3)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Skanoni dhe Hyni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Hapni kamerën e telefonit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Skanoni kodin QR në ekran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Regjistroni praninë me PIN-in e ditës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Ruani faqen në 'Home Screen'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Hapi 2 (Min 3–7)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Aktivizoni GitHub Pack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Kyçuni me emailin studentor AAB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Përfitoni GitHub Copilot Pro falas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Verifikoni statusin në llogarinë tuaj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Kjo ju kursen 120$/vit!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Hapi 3 (Min 7–10)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Hapni Supabase &amp; Vercel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Kyçje me 1-klik përmes GitHub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Krijoni projektin e parë në Supabase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Lidhni profilin në Vercel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Mjedisi juaj cloud është gati!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MJETET FALAS PËR STUDENTË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GitHub Student Pack &amp; Copilot Pro Falas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Përfitoni pakon me vlerë mbi 200,000$ falas me emailin tuaj zyrtar të Kolegjit AAB.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github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Inter"/>
              </a:defRPr>
            </a:pPr>
            <a:r>
              <a:t>AKTIVIZO COPILOT PRO</a:t>
            </a:r>
            <a:br/>
            <a:r>
              <a:t>education.github.com/pack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🎁 Çfarë Përfshin Pakoja Studentore?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Copilot Pro: Qasje falas e pakufizuar në AI më të avancuar për kodim (vlerë 120$/vit).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Codespaces: Mjedis zhvillimi i plotë në cloud — kodo direkt nga shfletuesi pa instaluar asgjë lokalisht.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Domain &amp; SSL Falas: Emër domeni personal (.me / .tech) falas për 1 vit për portofolin tuaj personal.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Kredi Cloud: Kredi falas në Microsoft Azure, DigitalOcean dhe platforma të tjera partnere.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INFRASTRUKTURA NË 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Aktivizimi i Supabase &amp; Vercel me 1-Klik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Dy platformat kryesore cloud që fuqizojnë bazën e të dhënave dhe publikimin e aplikacionit tuaj.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sup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0"/>
            <a:ext cx="237744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🗄️ Supabase Cloud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PostgreSQL falas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Auth &amp; Siguria RLS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Realtime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_master_ver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237744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59E0B"/>
                </a:solidFill>
                <a:latin typeface="Inter"/>
              </a:defRPr>
            </a:pPr>
            <a:r>
              <a:t>▲ Vercel Platform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Publikim me 1 klik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Domain .vercel.app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Edge Network global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HAPAT E RADHËS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Detyrat për Javën 2: Hapi i Parë Drejt Produktit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Çfarë duhet të përgatisni për takimin e radhës në ligjëratë dhe ushtrime.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Detyra 1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Zgjidhni Biznesin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Flisni me një biznes familjar, punishte mobiliesh, kafene apo servis lokal.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Zbuloni problemin e tyre kryesor ditor (inventari, porositë, mungesa e pjesëve).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Regjistroni temën tuaj në portal te Katalogu i Temave.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Detyra 2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Skica e Parë në Letër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Merrni një fletë të bardhë dhe skiconi 3 ekranet kryesore të aplikacionit.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Identifikoni 3 pjesët kryesore të inventarit që duhen skanuar.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butonin kryesor që do të përdorë klienti ose punëtori.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Detyra 3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Mjedisi i Zhvillimit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Aktivizoni GitHub Copilot Pro me emailin @universitetiaab.com.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Klononi depon fillestare të Javës 1 nga GitHub Classroom.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Bëni push-in e parë për të verifikuar pikët e autograding!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