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The Founder's Expedition: Nga Ideja te Specifikat &amp;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UDHËRRËFYESI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Skica e Madhe: Nga Ideja te Specifikat &amp; Arkitektura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Metodologjia Inxhinierike: 1. Ideja -&gt; 2. Specifikat (Scope) -&gt; 3. Arkitektura ne Vija te Trasha -&gt; 4. Ndërtimi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grand_architecture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1: IDEJA &amp; SHKËNDIJA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Si Lind një Ide? Nga Dhimbja e Përditshme te Shkëndija!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Çdo aplikacion i suksesshëm nis me vëzhgimin e një problemi të vërtetë njerëzor.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85216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grand_architecture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5760720" cy="4297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0" y="2011680"/>
            <a:ext cx="45720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194560"/>
            <a:ext cx="4206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💡 Si Lindi 'AAB RideShare'?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Vëzhgimi në Terren: Në orën 07:30, qindra studentë nisen drejt AAB-së nga Ferizaji, Gjilani, Podujeva e Mitrovica.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Dhimbja (The Pain): Studentët me makinë shkojnë me 3 vende të zbrazëta duke paguar 10€ naftë vetëm. Ndërkohë, shokët e tyre presin autobusin në shi dhe vonohen në ligjëratë.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Skica e Parë: Një student merr një fletë të bardhë dhe vizaton skicën me laps: '1 Makinë me 3 vende të lira + 3 shokë që ndajnë rrugën.'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Përfundimi Inxhinierik: Nuk nisim me kod të gatshëm. Nisim me të kuptuarit e thellë të problemit!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2: SPECIFIKAT &amp; KËRKESAT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Specifikat e Projektit: Çfarë Bën dhe Çfarë NUK Bën?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Përcaktimi i saktë i kërkesave (Scope) parandalon dështimin e projektit.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👥 1. Përdoruesit (Aktorët)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(Studenti):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Ka veturë, udhëton përditë, kërkon të ndajë koston e karburantit.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Udhëtari (Kolegu):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Nuk ka veturë, kërkon udhëtim më të shpejtë e të rehatshëm se autobusi.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📋 2. Kërkesat Kyçe (Must-Have)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Specifika 1: Shoferi poston rrugën, orën dhe vendet e lira (p.sh. 3 vende).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Specifika 2: Udhëtari kërkon sipas qytetit dhe rezervon me 1-klik.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Specifika 3: Lidhje direkte në WhatsApp me numrin e telefonit për pikën e takimit.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🚫 3. Jashtë Kufijve (Out-of-Scope)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JO pagesa me kartela bankare (ndarja e parave bëhet kesh në makinë).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JO navigim kompleks satelitor me GPS (kursen kohë zhvillimi).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Rregulli i Artë: Fillojmë të thjeshtë, funksional dhe të realizueshëm brenda semestrit!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3: ARKITEKTURA NË VIJA TË TRASHA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Arkitektura Konceptuale: Skica me Kuti e Shigjeta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Si komunikojnë pjesët e sistemit para se të shkruhet rreshti i parë i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📱 Ndërfaqja Mobile (Next.js PWA)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Ekrani 1: Kërko Udhëtim: Zgjedhja e qytetit dhe orës nga udhëtari.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Ekrani 2: Lista e Veturave: Kartelat e shoferëve me vendet e lira dhe çmimin.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Ekrani 3: Posto Rrugën: Formë e shpejtë për shoferin me 3 fusha.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Teknologjia:: Next.js 15 App Router + Tailwind CSS (Touch-First 48px).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10B981"/>
                </a:solidFill>
                <a:latin typeface="Inter"/>
              </a:defRPr>
            </a:pPr>
            <a:r>
              <a:t>☁️ Baza &amp; Siguria (Supabase Cloud)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Tabela 'rides': id, driver_id, origin, departure_time, seats_available, price.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Tabela 'bookings': id, ride_id, passenger_id, status (konfirmuar/anuluar).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Siguria me Email AAB: Kyçje vetëm me @universitetiaab.com.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Realtime Sync: Vendet e lira zbriten në çast te të gjithë përdoruesit.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4: VIJUESHMËRIA E NDËRTIMIT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Rruga e Ndërtimit: Nga Skica te Produkti Hap-pas-Hapi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produkti i gatshëm — ja si evoluon projekti nga java në javë.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1️⃣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JAVËT 1–2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Ideja &amp; Skica</a:t>
            </a:r>
            <a:br/>
            <a:r>
              <a:t>në Letër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Vëzhgimi i problemit, përcaktimi i kërkesave dhe vizatimi me dorë i ekraneve.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2️⃣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JAVËT 3–5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Dizajni i UI</a:t>
            </a:r>
            <a:br/>
            <a:r>
              <a:t>me Tailwind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Kthimi i skicës në faqe mobile me Copilot. Krijimi i kartelave dhe butonave.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3️⃣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JAVËT 6–9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Databaza</a:t>
            </a:r>
            <a:br/>
            <a:r>
              <a:t>Supabase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Krijimi i tabelave në PostgreSQL, lidhja e autentikimit AAB dhe logjika e rezervimit.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4️⃣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10B981"/>
                </a:solidFill>
                <a:latin typeface="Inter"/>
              </a:defRPr>
            </a:pPr>
            <a:r>
              <a:t>JAVËT 10–12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Realtime &amp;</a:t>
            </a:r>
            <a:br/>
            <a:r>
              <a:t>PWA Offline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Sinkronizimi live i vendeve të lira, njoftimet push dhe instalimi në telefon.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5️⃣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EC4899"/>
                </a:solidFill>
                <a:latin typeface="Inter"/>
              </a:defRPr>
            </a:pPr>
            <a:r>
              <a:t>JAVA 15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Demo Day &amp;</a:t>
            </a:r>
            <a:br/>
            <a:r>
              <a:t>Mbrojtja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Prezantimi live para sallës direkt nga telefoni juaj. Notë maksimale dhe festim!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Nga Dhimbja te Vlera: Pse Ka Sukses kjo 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Lidhja mes problemit të përditshëm të studentëve dhe zgjidhjes softuerike.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Kosto e Lartë &amp; Humbje Kohe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paguan 100% të naftës i vetëm (10€-15€ në ditë).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Studentët pa makinë presin autobusin në shi dhe në të ftohtë.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Udhëtimi me autobus merr shpesh 1 orë e gjysmë në trafik.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Vonesa të shpeshta në ligjëratën e orës 09:00 në fakultet.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Udhëtim i Shpejtë, i Lirë &amp; Social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Studenti arrin në AAB 45 minuta më shpejt se me autobus.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e ndarë dhe minimale: vetëm 1.00€ — 1.50€ për rrugë.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Përvojë sociale: shoqërohesh me kolegë të fakultetit gjatë rrugës.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PWA hapet me link pa shkarkuar 150MB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Modeli i Besimit (Economics &amp; Trust)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Komunitet i Besueshëm me Email AAB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Kyçje e sigurt: lejohen vetëm studentët me email zyrtar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komisione: kursimi shkon 100% për xhepin e studentëve.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Zvogëlim i trafikut në hyrje të Prishtinës dhe më pak ndotje.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Infrastruktura softuerike: 0€ kosto me Supabase &amp; Vercel Free Tier!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REVOLUCIONI I VEGLAVE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Fuqia e Veglave në Vitin 2026: Pse Sot Është e Mundur?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ajo që dje kërkonte muaj dhe ekipe të tëra, sot ndërtohet nga një student i vetëm.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⏳ Dje: Pengesat e Zhvillimit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Kërkoheshin 6–12 muaj zhvillim për një prototip të thjeshtë.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Buxhet prej dhjetëra mijëra eurosh me agjenci të jashtme.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Ekipe të mëdha: zhvillues iOS, Android dhe backend të ndarë.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Serverë të shtrenjtë dhe mirëmbajtje komplekse.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Shumica e ideve të mira mbeteshin vetëm në letër!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🚀 Sot: Fuqia e Inxhinierit të Ri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Next.js 15 PWA: Një kod i vetëm për çdo celular (iOS &amp; Android).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GitHub Copilot: Partner programues që shkruan kodin 3x më shpejt.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Supabase Cloud: Baza e të dhënave dhe Auth me email AAB falas.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Vercel Deployment: Publikim global në internet me një 'git push'.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Ju e ktheni skicën në produkt funksional brenda semestrit!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TEKNOLOGJIA KRYESORE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Pse Progressive Web Apps (PWA)?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Kombinimi më i fuqishëm i uebit dhe aplikacioneve celulare pa kufizime.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⚡ Pa Instalime nga App Store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Studenti hap vetëm linkun në shfletues.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Shtohet në Home Screen me një prekje brenda 2 sekondave.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Zë më pak se 2MB memorie në telefon (krahasuar me 150MB të app-eve native).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📶 Funksionon Edhe me Rrjet të Dobët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Rruga mes qyteteve shpesh ka zona me mbulim të dobët interneti.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Service Worker ruan të dhënat e fundit lokalisht në telefon.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Sinkronizohet automatikisht sapo rifitohet lidhja 4G/5G.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📱 Qasje në Karakteristikat Celulare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Njoftime Push sapo shoferi të konfirmojë rezervimin tuaj.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Gjeolokacion për të parë distancën deri te pika e takimit.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Telefonatë ose mesazh direkt me 1-prekje nga ekrani.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KRAHASIMI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PWA vs Zhvillimi Tradicional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teknologjia PWA është zgjedhja ideale për tregun e Kosovës dhe projektet studentore.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Monaco"/>
              </a:defRPr>
            </a:pPr>
            <a:r>
              <a:t>Kriteri Teknik             | Zhvillimi Tradicional (Native)                   | Next.js 15 PWA (Qasja Jonë)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Gjuhët e Programimit       | Swift (iOS) + Kotlin (Android) — Dy kode të ndryshme | TypeScript + React — Një kod i vetëm për të gjitha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Kosto e Shpërndarjes       | 99$/vit për Apple + 25$ Google Play              | 0€ — Publikim i menjëhershëm me Vercel / GitHub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Aprovimi i Aplikacionit    | Pritje 3–7 ditë nga Apple për çdo përditësim kodi | I menjëhershëm (Instant) me çdo git push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Madhësia e Aplikacionit    | 100MB — 250MB (Pengesë për shkarkim nga studenti) | &lt; 2MB (Hapet me 1 klikim pa zënë memorien)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Funksionimi Offline        | I mundur por kërkon arkitekturë të rëndë lokale  | I integruar me Cache API &amp; Service Workers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E Përshtatshme për Ne      | E papërballueshme për shumicën e ideve fillestare | Zgjidhja ideale me kosto zero dhe efikasitet maksimal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EKOSISTEMI I ZHVILLIMIT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Staku Teknologjik: Mjetet Profesionale të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Katër shtyllat teknologjike që do të zotëroni gjatë 15 javëve të semestrit.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</a:t>
            </a:r>
          </a:p>
          <a:p>
            <a:pPr>
              <a:spcAft>
                <a:spcPts val="1400"/>
              </a:spcAft>
              <a:defRPr sz="1400">
                <a:solidFill>
                  <a:srgbClr val="6366F1"/>
                </a:solidFill>
                <a:latin typeface="Inter"/>
              </a:defRPr>
            </a:pPr>
            <a:r>
              <a:t>Frontend &amp; Fullstack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React 19 &amp; App Router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Server Components për shpejtësi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Manifest &amp; Service Workers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Dizajn Touch-First me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</a:p>
          <a:p>
            <a:pPr>
              <a:spcAft>
                <a:spcPts val="1400"/>
              </a:spcAft>
              <a:defRPr sz="1400">
                <a:solidFill>
                  <a:srgbClr val="10B981"/>
                </a:solidFill>
                <a:latin typeface="Inter"/>
              </a:defRPr>
            </a:pPr>
            <a:r>
              <a:t>Baza e të Dhënave &amp; Auth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PostgreSQL me performancë të lartë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 për siguri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Auth i dedikuar me email @universitetiaab.com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 për vendet e lira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GitHub Copilot</a:t>
            </a:r>
          </a:p>
          <a:p>
            <a:pPr>
              <a:spcAft>
                <a:spcPts val="1400"/>
              </a:spcAft>
              <a:defRPr sz="1400">
                <a:solidFill>
                  <a:srgbClr val="38BDF8"/>
                </a:solidFill>
                <a:latin typeface="Inter"/>
              </a:defRPr>
            </a:pPr>
            <a:r>
              <a:t>AI Pair Programmer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Asistencë inteligjente në çdo rresht kodi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Gjenerim i shpejtë i skemave SQL dhe testeve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Përshpejton zhvillimin 3x më shpejt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Mjet profesional i standardeve globale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▲ Vercel Cloud</a:t>
            </a:r>
          </a:p>
          <a:p>
            <a:pPr>
              <a:spcAft>
                <a:spcPts val="1400"/>
              </a:spcAft>
              <a:defRPr sz="1400">
                <a:solidFill>
                  <a:srgbClr val="F59E0B"/>
                </a:solidFill>
                <a:latin typeface="Inter"/>
              </a:defRPr>
            </a:pPr>
            <a:r>
              <a:t>Publikimi &amp; CI/CD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Vendosje globale në Edge Network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Publikim automatik në çdo git push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Certifikatë SSL (HTTPS) falas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Shpejtësi maksimale në çdo celular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INTELIGJENCA ARTIFICIALE NË KODIM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Copilot: Bashkë-Piloti Juaj, Jo Zëvendësuesi!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Përdorni AI si përshpejtues profesional — por kodi dhe vendimet mbeten tuajat.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✅ Si Ta Përdorni me Sukses?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Komponentësh: Përshkruani kartelën e udhëtimit në koment dhe lini Copilot të gjenerojë kodin Tailwind.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Skema dhe Query SQL: Ndihmon në shkrimin e query-ve për filtrimin e vendeve të lira sipas orës.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të Shpejta: Shpjegon gabimet në konzollë dhe propozon zgjidhje të menjëhershme.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Testim i Automatizuar: Gjeneron teste njësi dhe teste integrimi me Playwright.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Rregulli i Artë në Demo Day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Mbani Përgjegjësi: Nëse Copilot shkruan një rresht kodi, ju duhet të dini ta shpjegoni çdo simbol të tij.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Pyetje Teknike Individuale: Gjatë mbrojtjes, pyetjet do të fokusohen te arkitektura: 'Pse ky hook?', 'Si funksionon RLS?'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pa Kuptim Zbret Pikë: Kodi i kopjuar verbërisht pa u kuptuar rezulton në penalizim të menjëhershëm.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Jeni Inxhinieri: Copilot është thjesht një asistent i avancuar. Inxhinieri i vërtetë jeni JU!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aktive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mobile për një rast real (si RideShare)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5 Minuta Live: Prezantoni aplikacionin direkt nga telefoni juaj celular para sallës.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Problemi Real: Tregoni problemin që keni zgjedhur (p.sh. transporti me AAB RideShare ose biznesi lokal).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Demonstrim i Veçorive: Kryeni një rezervim live, tregoni modin offline dhe RLS në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Mbrojtja Teknike: Përgjigjuni 2 pyetjeve të shkurtra teknike mbi arkitekturën e kodit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Përfundim?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Portofol Real në GitHub: Një projekt i plotë production-ready që e vendosni menjëherë në CV dhe LinkedIn.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për Komunitetin: Një vegël digjitale që zgjidh një problem të prekshëm për kolegët ose bizneset tona.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Gati për Tregun e Punës: Përvojë praktike me teknologjitë më të kërkuara në kompanitë moderne globale.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Notë e Merituar (10): Kushdo që dorëzon projektin dhe e mbron me pasion kualifikohet për vlerësim maksimal!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Regjistrimi i Pranisë: Check-In Live në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Skanoni kodin QR me telefonin tuaj për të regjistruar pjesëmarrjen brenda 2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Inter"/>
              </a:defRPr>
            </a:pPr>
            <a:r>
              <a:t>SKANO PËR CHECK-IN LIVE</a:t>
            </a:r>
            <a:br/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⏱️ Rregullat e Check-In (2 Minuta)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PIN i Orës: Shfaqet në projektor nga profesori: PIN = 8492. Pa këtë kod nuk mund të regjistroheni.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Koha e Kufizuar: Forma e pranimit mbyllet ekzaktësisht 2 minuta pas shfaqjes në ekran për të parandaluar regjistrimet nga jashtë.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Të Dhënat Zyrtare: Plotësoni ID-në e studentit, emrin e plotë dhe emailin tuaj zyrtar të Kolegjit AAB.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Transparencë e Plotë: Lista e të pranishmëve eksportohet në çast në Excel (CSV) për administratën e fakultetit.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LABORATORI PRAKTIK 1 (USHTRIMET)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Ora 1 e Ushtrimeve: Toolchain-i i Themeluesit (How to Start a Startup 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Pajisja e çdo studenti me veglat moderne: Git, VS Code, GitHub Copilot, Supabase &amp; Vercel.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Veglat Lokale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VS Code &amp; Git i Konfiguruar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Instalimi dhe konfigurimi i VS Code me shtojcat thelbësore.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llogarisë zyrtare të GitHub dhe vendosja e çelësave SSH.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Klonimi i repos fillestare nga GitHub Classroom.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Verifikimi që terminali dhe Git funksionojnë 100% lokalisht.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AI &amp; Cloud Falas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Copilot Pro, Supabase &amp; Vercel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Aktivizimi i GitHub Student Developer Pack me email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GitHub Copilot Pro aktiv falas (kursen 120$/vit për studentët).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Hapja e llogarisë në Supabase Cloud (PostgreSQL falas).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Vercel me GitHub për deploy me 1-klik.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Startup Mindset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Si Fillon një Startup Sot?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Nuk blejmë servera fizikë: Përdorim infrastrukturë globale cloud.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operative 0 EUR gjatë fazës së zhvillimit dhe testimit.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Ekzekutimi i 'git push' të parë që shkon live në Vercel.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largohet nga laboratori me mjedis të plotë gati!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FALAS PËR STUDENTË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Student Pack &amp;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Përfitoni pakon me vlerë mbi 200,000$ falas me emailin tuaj zyrtar të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AKTIVIZO COPILOT PRO</a:t>
            </a:r>
            <a:br/>
            <a:r>
              <a:t>education.github.com/pack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🎁 Çfarë Përfshin Pakoja Studentore?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Copilot Pro: Qasje falas e pakufizuar në AI më të avancuar për kodim (vlerë 120$/vit).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Codespaces: Mjedis zhvillimi i plotë në cloud — kodo direkt nga shfletuesi pa instaluar asgjë lokalisht.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Domain &amp; SSL Falas: Emër domeni personal (.me / .tech) falas për 1 vit për portofolin tuaj personal.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Kredi Cloud: Kredi falas në Microsoft Azure, DigitalOcean dhe platforma të tjera partnere.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INFRASTRUKTURA NË 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Aktivizimi i Supabase &amp; Vercel me 1-Klik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Dy platformat kryesore cloud që fuqizojnë bazën e të dhënave dhe publikimin e aplikacionit tuaj.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🗄️ Supabase Cloud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PostgreSQL falas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Auth &amp; Siguria RLS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Realtime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▲ Vercel Platform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Publikim me 1 klik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Domain .vercel.app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Edge Network global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PLANI PËR LIGJËRATËN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Ligjërata 2: Si të Ndërtojmë Idenë, Specifikat &amp; Arkitekturën?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në zhvillim! Secili zgjedh një problem real dhe ndërton arkitekturën para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1. Përzgjedhja e Idesë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Biznesi / Problemi Real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ose grup përzgjedh një SME lokale ose nevojë reale.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Shembuj: RideShare, Furrë buke, Mobileri, Porosi studentore, Servis.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Formulimi i saktë i 'Dhimbjes' (Pain) dhe 'Përfitimit' (Value).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Pse zgjidhja me celular sjell efiçiencë dhe fitim të matshëm.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📋 2. Hartimi i Specifikave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Kërkesat &amp; Kufijtë (PRD)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Përcaktimi i saktë i aktorëve (kush e përdor dhe pse).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Features Must-Have (funksionalitetet thelbësore të MVP-së).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Përjashtimet Out-of-Scope (çfarë NUK bëjmë për të shmangur dështimin).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Rregulli: 80% e projekteve dështojnë nga fryrja e kërkesave!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  <a:latin typeface="Inter"/>
              </a:defRPr>
            </a:pPr>
            <a:r>
              <a:t>📐 3. Arkitektura &amp; Skica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Kutitë &amp; Komponentët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Skicimi i kutive dhe shigjetave: Klienti PWA, Supabase DB, Auth.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Modelimi i tabelave kryesore (p.sh. tabelat 'rides', 'orders').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Vizatimi i ekraneve me dorë në letër (Wireframing).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Parimi i Hekurt: Asnjë rresht kod pa arkitekturë të miratuar!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E RADHËS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Detyrat për Javën 2: Hapi i Parë Drejt Produktit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Çfarë duhet të përgatisni për takimin e radhës në ligjëratë dhe ushtrime.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Detyra 1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Përzgjidhni Temën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Zgjidhni një problem real studentor ose biznes lokal (si AAB RideShare ose shërbim lokal).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cili është problemi kryesor që zgjidh aplikacioni juaj.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temën tuaj në portal te Katalogu i Temave.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Detyra 2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Skica &amp; Specifikat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Merrni një fletë të bardhë dhe skiconi me dorë 3 ekranet kryesore të aplikacionit.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Shkruani 3 specifikat kryesore: Çfarë bën aplikacioni dhe çfarë mbetet jashtë tij.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butonin kryesor që do të klikojë përdoruesi (p.sh. 'Rezervo Vendin').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Detyra 3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Mjedisi i Zhvillimit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Aktivizoni GitHub Copilot Pro me emailin @universitetiaab.com.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Klononi depon fillestare të Javës 1 nga GitHub Classroom.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push-in e parë me 'git push' për të testuar pikët e para të autograding!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