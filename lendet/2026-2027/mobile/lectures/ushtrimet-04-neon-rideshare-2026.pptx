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799045b2ffe54515"/><Relationship Type="http://schemas.openxmlformats.org/officeDocument/2006/relationships/extended-properties" Target="/docProps/app.xml" Id="R60d25dfed0994d78"/><Relationship Type="http://schemas.openxmlformats.org/officeDocument/2006/relationships/officeDocument" Target="/ppt/presentation.xml" Id="R85c887b6cf6545b3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c2063e838b44992"/>
  </p:sldMasterIdLst>
  <p:sldIdLst>
    <p:sldId xmlns:r="http://schemas.openxmlformats.org/officeDocument/2006/relationships" id="256" r:id="R9b694b3a1dd84bca"/>
    <p:sldId xmlns:r="http://schemas.openxmlformats.org/officeDocument/2006/relationships" id="257" r:id="Rc1b648d342174883"/>
    <p:sldId xmlns:r="http://schemas.openxmlformats.org/officeDocument/2006/relationships" id="258" r:id="R918075d0d5474f3b"/>
    <p:sldId xmlns:r="http://schemas.openxmlformats.org/officeDocument/2006/relationships" id="259" r:id="Rdabbb4f79fa84665"/>
    <p:sldId xmlns:r="http://schemas.openxmlformats.org/officeDocument/2006/relationships" id="260" r:id="Ree851fe884f44a5a"/>
    <p:sldId xmlns:r="http://schemas.openxmlformats.org/officeDocument/2006/relationships" id="261" r:id="R6a2bbacdc4ac4736"/>
    <p:sldId xmlns:r="http://schemas.openxmlformats.org/officeDocument/2006/relationships" id="262" r:id="Rdb14bf5cac8e4796"/>
    <p:sldId xmlns:r="http://schemas.openxmlformats.org/officeDocument/2006/relationships" id="263" r:id="Rf2b7feae221943e2"/>
    <p:sldId xmlns:r="http://schemas.openxmlformats.org/officeDocument/2006/relationships" id="264" r:id="R4347fc2813e5405a"/>
    <p:sldId xmlns:r="http://schemas.openxmlformats.org/officeDocument/2006/relationships" id="265" r:id="R9b45034cd55e4f08"/>
    <p:sldId xmlns:r="http://schemas.openxmlformats.org/officeDocument/2006/relationships" id="266" r:id="Rcb96f4fbca484274"/>
    <p:sldId xmlns:r="http://schemas.openxmlformats.org/officeDocument/2006/relationships" id="267" r:id="Rb7c869efe88347c7"/>
    <p:sldId xmlns:r="http://schemas.openxmlformats.org/officeDocument/2006/relationships" id="268" r:id="Rba2fa5825837415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87f269f79a814988"/><Relationship Type="http://schemas.openxmlformats.org/officeDocument/2006/relationships/slideMaster" Target="/ppt/slideMasters/slideMaster1.xml" Id="R2c2063e838b44992"/><Relationship Type="http://schemas.openxmlformats.org/officeDocument/2006/relationships/presProps" Target="/ppt/presProps.xml" Id="R9d2624d2afb24fd5"/><Relationship Type="http://schemas.openxmlformats.org/officeDocument/2006/relationships/tableStyles" Target="/ppt/tableStyles.xml" Id="R91de1d548b1342e9"/><Relationship Type="http://schemas.openxmlformats.org/officeDocument/2006/relationships/slide" Target="/ppt/slides/slide1.xml" Id="R9b694b3a1dd84bca"/><Relationship Type="http://schemas.openxmlformats.org/officeDocument/2006/relationships/slide" Target="/ppt/slides/slide2.xml" Id="Rc1b648d342174883"/><Relationship Type="http://schemas.openxmlformats.org/officeDocument/2006/relationships/slide" Target="/ppt/slides/slide3.xml" Id="R918075d0d5474f3b"/><Relationship Type="http://schemas.openxmlformats.org/officeDocument/2006/relationships/slide" Target="/ppt/slides/slide4.xml" Id="Rdabbb4f79fa84665"/><Relationship Type="http://schemas.openxmlformats.org/officeDocument/2006/relationships/slide" Target="/ppt/slides/slide5.xml" Id="Ree851fe884f44a5a"/><Relationship Type="http://schemas.openxmlformats.org/officeDocument/2006/relationships/slide" Target="/ppt/slides/slide6.xml" Id="R6a2bbacdc4ac4736"/><Relationship Type="http://schemas.openxmlformats.org/officeDocument/2006/relationships/slide" Target="/ppt/slides/slide7.xml" Id="Rdb14bf5cac8e4796"/><Relationship Type="http://schemas.openxmlformats.org/officeDocument/2006/relationships/slide" Target="/ppt/slides/slide8.xml" Id="Rf2b7feae221943e2"/><Relationship Type="http://schemas.openxmlformats.org/officeDocument/2006/relationships/slide" Target="/ppt/slides/slide9.xml" Id="R4347fc2813e5405a"/><Relationship Type="http://schemas.openxmlformats.org/officeDocument/2006/relationships/slide" Target="/ppt/slides/slide10.xml" Id="R9b45034cd55e4f08"/><Relationship Type="http://schemas.openxmlformats.org/officeDocument/2006/relationships/slide" Target="/ppt/slides/slide11.xml" Id="Rcb96f4fbca484274"/><Relationship Type="http://schemas.openxmlformats.org/officeDocument/2006/relationships/slide" Target="/ppt/slides/slide12.xml" Id="Rb7c869efe88347c7"/><Relationship Type="http://schemas.openxmlformats.org/officeDocument/2006/relationships/slide" Target="/ppt/slides/slide13.xml" Id="Rba2fa58258374151"/></Relationship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f2be8252ced84451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06c468f5f15341b3"/><Relationship Type="http://schemas.openxmlformats.org/officeDocument/2006/relationships/slideLayout" Target="/ppt/slideLayouts/slideLayout1.xml" Id="R028ba45b1cac45e7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28ba45b1cac45e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8ac5af5954c4cda"/><Relationship Type="http://schemas.openxmlformats.org/officeDocument/2006/relationships/image" Target="/ppt/media/image.png" Id="R7924e348fd6548ed"/><Relationship Type="http://schemas.openxmlformats.org/officeDocument/2006/relationships/image" Target="/ppt/media/image2.png" Id="R0a00864493f240e3"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6022d948573a4006"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a11371c2b2e41e4"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24207969da76460f"/><Relationship Type="http://schemas.openxmlformats.org/officeDocument/2006/relationships/image" Target="/ppt/media/image3.png" Id="R70608a1376a645e4"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83dff3e7f4c9431f"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f40cad695bd142e7"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8e07a3d5a4614322"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16855cac0a534d85"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ecb6758627ef4112"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bd5016e6e3bf4892"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8a275d2b31be41a2"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3f4ea398fa74238"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b9b69d46bd7a4f9f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5E9042-B6B5-42FA-A21A-B9314AEEE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USHTRIMET 4 · 08.10.2026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08FCC7-6570-4CBC-86D9-1D09C910C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01 / 13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24e348fd6548ed"/>
          <a:stretch xmlns:a="http://schemas.openxmlformats.org/drawingml/2006/main"/>
        </p:blipFill>
        <p:spPr>
          <a:xfrm xmlns:a="http://schemas.openxmlformats.org/drawingml/2006/main">
            <a:off x="10287000" y="925435"/>
            <a:ext cx="1238250" cy="24463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CEA90B-6E5B-4404-9763-369EE7538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9429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Sot RideShare lexon nga Neon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00864493f240e3"/>
          <a:stretch xmlns:a="http://schemas.openxmlformats.org/drawingml/2006/main"/>
        </p:blipFill>
        <p:spPr>
          <a:xfrm xmlns:a="http://schemas.openxmlformats.org/drawingml/2006/main">
            <a:off x="2659297" y="1666875"/>
            <a:ext cx="6854356" cy="38576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A75455-B2AB-43A2-ACEE-42778707B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Ju jeni ekipi i RideShare: shoferi ndryshoi nisjen dhe Arta duhet ta shohë orën e saktë.</a:t>
            </a:r>
          </a:p>
          <a:p xmlns:a="http://schemas.openxmlformats.org/drawingml/2006/main">
            <a:pPr>
              <a:defRPr sz="17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Sot: Neon → lista dhe detajet → prova të vërteta → përgjigjja në GitHub.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6C8911-DF47-4055-A4E2-CBD5FC5AD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9DDFF"/>
                </a:solidFill>
                <a:latin typeface="Arial"/>
                <a:ea typeface="Arial"/>
                <a:cs typeface="Arial"/>
              </a:rPr>
              <a:t>Në faqe: Hap udhëzimin me kod ↗</a:t>
            </a:r>
          </a:p>
        </p:txBody>
      </p:sp>
    </p:spTree>
    <p:extLst>
      <p:ext uri="{BB962C8B-B14F-4D97-AF65-F5344CB8AC3E}">
        <p14:creationId xmlns:p14="http://schemas.microsoft.com/office/powerpoint/2010/main" val="18365525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4E0FA3-6716-452D-BA20-7E67074EA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PLANI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844CCD-A745-4E3C-BAAB-4D4A18946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02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E579B2-796C-4B5A-903C-5FF5DD93C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90 minuta me kohë për korrigjime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599500-4974-49C2-A765-275B7F994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0–10: projekt + raport. 10–25: Neon. 25–35: tabela.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35–55: kod. 55–70: prova + Push. 70–90: dorëzim + korrigjime.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 çift: njëri vepron, tjetri lexon rezultatin e pritur. Ndërroni rolet te minutat 35 dhe 55.</a:t>
            </a:r>
          </a:p>
        </p:txBody>
      </p:sp>
    </p:spTree>
    <p:extLst>
      <p:ext uri="{BB962C8B-B14F-4D97-AF65-F5344CB8AC3E}">
        <p14:creationId xmlns:p14="http://schemas.microsoft.com/office/powerpoint/2010/main" val="97966018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A6C441-75C4-40CB-83E1-69642EA71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0–10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E2862D-FA41-47DB-A5DF-BFE4D2C7B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03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D8B2F6-9003-4DC5-A34C-D810D2958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1. Kontrollo pikën e nisjes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462044-7E43-45AE-9BF9-2A0D76DFD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Ku: repository yt personal → VS Code → Terminal.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Bëj: cd aplikacioni nëse kodi është aty; npm run dev.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Kontrollo: shfaqen tri kartat e Javës 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Shkarko java-04.md dhe ruaje pranë README, jashtë aplikacioni/.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E5883F-677A-40F4-95E8-464F4C4D0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9DDFF"/>
                </a:solidFill>
                <a:latin typeface="Arial"/>
                <a:ea typeface="Arial"/>
                <a:cs typeface="Arial"/>
              </a:rPr>
              <a:t>Në faqe: Shkarko raportin java-04.md</a:t>
            </a:r>
          </a:p>
        </p:txBody>
      </p:sp>
    </p:spTree>
    <p:extLst>
      <p:ext uri="{BB962C8B-B14F-4D97-AF65-F5344CB8AC3E}">
        <p14:creationId xmlns:p14="http://schemas.microsoft.com/office/powerpoint/2010/main" val="10236544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1A586D-FEBA-489A-AFB2-03FFD34FA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HARTA E APLIKACIONIT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6B20F7-724C-4081-80EC-D9FD4D927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04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B89869-CF4F-44D9-9566-D152A223B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Ku jeton kodi? Ku jetojnë të dhënat?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608a1376a645e4"/>
          <a:stretch xmlns:a="http://schemas.openxmlformats.org/drawingml/2006/main"/>
        </p:blipFill>
        <p:spPr>
          <a:xfrm xmlns:a="http://schemas.openxmlformats.org/drawingml/2006/main">
            <a:off x="2288024" y="1524000"/>
            <a:ext cx="7615951" cy="4286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19099D-1E27-4C81-A630-3FC1C0E56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Nëse ndryshon ora në Neon, a duhet Push në GitHub? Parashiko para përgjigjes.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BE96A3-9532-41B8-A7B0-8B60231D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95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Përgjigjja: Jo. Push nevojitet për ndryshimet e kodit. Ndryshimi i një rreshti në Neon lexohet kur aplikacioni e pyet databazën përsëri.</a:t>
            </a:r>
          </a:p>
        </p:txBody>
      </p:sp>
    </p:spTree>
    <p:extLst>
      <p:ext uri="{BB962C8B-B14F-4D97-AF65-F5344CB8AC3E}">
        <p14:creationId xmlns:p14="http://schemas.microsoft.com/office/powerpoint/2010/main" val="79785608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0C6BF3-E6F0-4576-A2A8-DD4FC6661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10–25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0D6422-285E-4595-8375-2211DC750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05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AAD73E-E923-405A-873B-80534A928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2. Krijo Neon në projektin Vercel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DA81F8-B342-4B8E-9710-E030D7BBB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Ku: projekti yt → Storage / Marketplace → Neon.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Bëj: zgjidh Free, krijo databazën dhe Connect Project.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Kontrollo: DATABASE_URL ekziston në Environment Variables.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Hap Neon Console → SQL Editor. Përdor të njëjtën degë/databazë gjatë orës.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611BA2-158F-4D69-A5CB-4B159D13F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9DDFF"/>
                </a:solidFill>
                <a:latin typeface="Arial"/>
                <a:ea typeface="Arial"/>
                <a:cs typeface="Arial"/>
              </a:rPr>
              <a:t>Në faqe: Hap konfigurimin me hapa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E410F0-98DA-4DAB-AD0F-B3204E16A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1095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https://neon.com/docs/guides/vercel-native-integration  |  https://vercel.com/docs/marketplace-storage</a:t>
            </a:r>
          </a:p>
        </p:txBody>
      </p:sp>
    </p:spTree>
    <p:extLst>
      <p:ext uri="{BB962C8B-B14F-4D97-AF65-F5344CB8AC3E}">
        <p14:creationId xmlns:p14="http://schemas.microsoft.com/office/powerpoint/2010/main" val="176107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3DFD84-10EB-4B40-BD79-AC68D3D7F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25–35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E6A387-7789-445A-9C7C-2CBAC5F41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06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0BF768-4B5E-47DD-8CE3-13362219F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3. Krijo tri udhëtimet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F77735-8576-490E-B03C-05FDFCDA3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Ku: Neon SQL Editor dhe schema.sql pranë package.json.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Bëj: kopjo SQL-në e udhëzimit dhe kliko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Kontrollo: ID 1, 2 dhe 3 shfaqen; ID 3 ka zero vende.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Ruaj schema.sql edhe në projekt, që ta dorëzosh.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1B6481-1492-4A21-9CFD-9DBFD2E1A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5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Përgjigjja: Nëse e ekzekuton dy herë, mbeten tri udhëtime: PRIMARY KEY dhe ON CONFLICT parandalojnë kopjet. Provoje dhe numëro rreshtat.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7806A8-9DC5-4AE7-BD02-2C93F329F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9DDFF"/>
                </a:solidFill>
                <a:latin typeface="Arial"/>
                <a:ea typeface="Arial"/>
                <a:cs typeface="Arial"/>
              </a:rPr>
              <a:t>Në faqe: Hap SQL-në për kopjim ↗</a:t>
            </a:r>
          </a:p>
        </p:txBody>
      </p:sp>
    </p:spTree>
    <p:extLst>
      <p:ext uri="{BB962C8B-B14F-4D97-AF65-F5344CB8AC3E}">
        <p14:creationId xmlns:p14="http://schemas.microsoft.com/office/powerpoint/2010/main" val="177905549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ABC99A-0FB0-4F24-9866-2545A1546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35–55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0041AB-F23E-49A3-9BC5-0B780C51F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07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ED07F4-7DD9-4A64-99F0-97AE802A0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4A. Vendos lidhjen private lokalisht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7FDB26-1BA4-4EC3-B787-5310A1ABE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Ndal serverin me Ctrl+C. Instalo dy paketat më poshtë.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Krijo .env.local pranë package.json; ngjit Connection string si DATABASE_URL.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Kontrollo .gitignore: .env* duhet të jetë i përjashtuar. Sekreti nuk shkon në GitHub.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EBBC20-63BA-451A-B163-DC52E779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5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npm install @neondatabase/serverless server-only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9C0196-DDEE-44B6-97EF-4709E15A5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9DDFF"/>
                </a:solidFill>
                <a:latin typeface="Arial"/>
                <a:ea typeface="Arial"/>
                <a:cs typeface="Arial"/>
              </a:rPr>
              <a:t>Në faqe: Hap konfigurimin lokal ↗</a:t>
            </a:r>
          </a:p>
        </p:txBody>
      </p:sp>
    </p:spTree>
    <p:extLst>
      <p:ext uri="{BB962C8B-B14F-4D97-AF65-F5344CB8AC3E}">
        <p14:creationId xmlns:p14="http://schemas.microsoft.com/office/powerpoint/2010/main" val="211692010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0BC616-63D4-4336-80A4-E1B9903F2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BRENDA 35–55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FCA58E-15AF-4FEA-9384-974B1B0C2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08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21199B-6077-43B6-9CA6-1F20EDC98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4B. Kopjo pesë skedarët me radhë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90176D-8C5F-4659-97B1-F0FE43666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 · db.ts: lidhja private. B · udhetimet.ts: pyetjet SQL.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C · page.tsx: lista. D · detajet. E · simulimi i kërkesës.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Mbaj komponentin, stilet dhe not-found.tsx të Javës 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 fund: npm run dev. Kontrollo tri kartat dhe detajet e ID 2.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1F6F20-18E2-45B6-A365-9E2CC7360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9DDFF"/>
                </a:solidFill>
                <a:latin typeface="Arial"/>
                <a:ea typeface="Arial"/>
                <a:cs typeface="Arial"/>
              </a:rPr>
              <a:t>Në faqe: Ndiq A → B → C → D → E ↗</a:t>
            </a:r>
          </a:p>
        </p:txBody>
      </p:sp>
    </p:spTree>
    <p:extLst>
      <p:ext uri="{BB962C8B-B14F-4D97-AF65-F5344CB8AC3E}">
        <p14:creationId xmlns:p14="http://schemas.microsoft.com/office/powerpoint/2010/main" val="107398698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D64DDD-1855-4912-850B-0DB0E2AD3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55–70 MIN · PROVA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B79A4B-FA4B-4B22-9C3E-2484D5946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09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C299CE-9FD8-4AD0-B870-D3D49C9AA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5A. Provo ndryshimin e orës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51D9EB-282A-4F0B-91E1-D8132ADC5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Para Run: kolegu parashikon cilat ekrane do të ndryshojnë.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Ndrysho vetëm ID 2 në 08:25. Rifresko listën dhe detajet: të dyja duhet të tregojnë 08:25.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Shkruaj rezultatin real te Prova 1. Rikthe 08:15 dhe provo përsëri.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94D115-56B9-4F8B-BC67-C164069E3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5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UPDATE udhetimet SET ora = '08:25' WHERE id = '2';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12FE00-3F33-418A-8997-2FE5EC363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Përgjigjja: Ndryshon vetëm udhëtimi 2, në të dy ekranet. Nëse njëri mbetet 08:15, kontrollo helper-in, await dhe rifreskimin.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776CD0-E7DC-4C8F-8F70-8B7007F14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9DDFF"/>
                </a:solidFill>
                <a:latin typeface="Arial"/>
                <a:ea typeface="Arial"/>
                <a:cs typeface="Arial"/>
              </a:rPr>
              <a:t>Në faqe: Hap tri provat ↗</a:t>
            </a:r>
          </a:p>
        </p:txBody>
      </p:sp>
    </p:spTree>
    <p:extLst>
      <p:ext uri="{BB962C8B-B14F-4D97-AF65-F5344CB8AC3E}">
        <p14:creationId xmlns:p14="http://schemas.microsoft.com/office/powerpoint/2010/main" val="14301118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506EEA-0846-4298-BDFB-1A3F6DC96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55–70 MIN · PROVAT 2–3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601648-76AF-4322-BE24-F0AEF9B23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10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EB7405-A989-455F-A547-48FA9CCE2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5B. Provo boshllëkun dhe gabimin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72BF3A-CB89-4879-8599-B22247E40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Ndërroni rolet. Njëri përgatit provën, tjetri parashikon mesazhin.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Prova 2: WHERE false → listë bosh. Hiqe kushtin.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Prova 3: riemërto DATABASE_URL dhe rinis → gabim lidhjeje. Rikthe emrin dhe rinis.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 mund ta shpjegosh ndryshimin mes këtyre dy rezultateve?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B2AC1C-F811-493E-98D3-EB1B5CCD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5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Përgjigjja: Te prova 2 databaza ktheu zero rreshta. Te prova 3 aplikacioni nuk arriti të lidhet. Mos shkruaj “kaloi” pa e parë rezultatin.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66EDD3-32A3-4FE1-B0D9-47CDC89F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9DDFF"/>
                </a:solidFill>
                <a:latin typeface="Arial"/>
                <a:ea typeface="Arial"/>
                <a:cs typeface="Arial"/>
              </a:rPr>
              <a:t>Në faqe: Hap udhëzimin e saktë të provave ↗</a:t>
            </a:r>
          </a:p>
        </p:txBody>
      </p:sp>
    </p:spTree>
    <p:extLst>
      <p:ext uri="{BB962C8B-B14F-4D97-AF65-F5344CB8AC3E}">
        <p14:creationId xmlns:p14="http://schemas.microsoft.com/office/powerpoint/2010/main" val="39173830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5CE3D6-B712-48E0-9BB9-C42809E39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DERI NË MINUTËN 70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3EB503-E4BA-48DE-A44E-8B84E8C08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11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06BFC6-EBFE-4FD6-8FFC-6C56471DB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5C. Ruaje punën në GitHub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75BA47-8EC5-4DD8-8D84-D04300230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Kontrollo: java-04.md pranë README; schema.sql dhe kodi brenda aplikacionit.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Hiq [PLOTËSO] dhe rikthe konfigurimin e provave. .env.local nuk duhet të shfaqet te ndryshimet.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GitHub Desktop → Commit to main → Push origin.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Hap repository-n online dhe verifiko skedarët. Commit ruan lokalisht; Push i dërgon online.</a:t>
            </a:r>
          </a:p>
        </p:txBody>
      </p:sp>
    </p:spTree>
    <p:extLst>
      <p:ext uri="{BB962C8B-B14F-4D97-AF65-F5344CB8AC3E}">
        <p14:creationId xmlns:p14="http://schemas.microsoft.com/office/powerpoint/2010/main" val="113296044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9C2379-CB50-4126-B73C-4C22FE2C3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70–90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828FCF-80AA-40B7-B968-8249E5B09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12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FA4260-5D65-433A-9753-645F89E9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6. Dorëzo dhe lexo përgjigjen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922C0A-DAFC-4397-BF4C-9C405FC31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Zgjidh Java 4. Vendos linkun kryesor të repository-t tënd publik.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Pas Create / Submit new issue, lexo komentin “Kontrolli automatik i dorëzimit”.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Synimi: 5/5 kontrolle teknike; funksionimin e provon ti në klasë.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Nëse ka mungesa: korrigjo → Commit → Push → komento rikontrollo te i njëjti Issue.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1E1303-B8E5-46AD-805D-88543741A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9DDFF"/>
                </a:solidFill>
                <a:latin typeface="Arial"/>
                <a:ea typeface="Arial"/>
                <a:cs typeface="Arial"/>
              </a:rPr>
              <a:t>Në faqe: Hap dorëzimin dhe udhëzimet ↗</a:t>
            </a:r>
          </a:p>
        </p:txBody>
      </p:sp>
    </p:spTree>
    <p:extLst>
      <p:ext uri="{BB962C8B-B14F-4D97-AF65-F5344CB8AC3E}">
        <p14:creationId xmlns:p14="http://schemas.microsoft.com/office/powerpoint/2010/main" val="25427218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A7184C-6B73-4F07-891E-66B582A8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PËRFUNDIMI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4DA334-A324-4911-B52C-6A473D16D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13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856A39-9E9F-4407-8853-4B73520CF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Para se të largohesh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8C487C-FE8F-4533-A5F6-23FD2CD43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Demo 30-sekondëshe për kolegun: ndrysho orën → rifresko → trego listën dhe detajet.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 i dallon listën bosh dhe gabimin e lidhjes? A ke lexuar përgjigjen në GitHub?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Përfundove herët? Provo sfidën “Udhëtimi u mbush” në udhëzim.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Exit ticket: shpjego pa lexuar kodin kush e ruan orën dhe kush e mban sekretin.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63DE54-F2A4-422B-AA0A-7AC0D1FF9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9DDFF"/>
                </a:solidFill>
                <a:latin typeface="Arial"/>
                <a:ea typeface="Arial"/>
                <a:cs typeface="Arial"/>
              </a:rPr>
              <a:t>Në faqe: Kthehu te Java 4 →</a:t>
            </a:r>
          </a:p>
        </p:txBody>
      </p:sp>
    </p:spTree>
    <p:extLst>
      <p:ext uri="{BB962C8B-B14F-4D97-AF65-F5344CB8AC3E}">
        <p14:creationId xmlns:p14="http://schemas.microsoft.com/office/powerpoint/2010/main" val="20554709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2026-10-07T18:13:12.0450000Z</dcterms:created>
  <dcterms:modified xsi:type="dcterms:W3CDTF">2026-10-07T18:13:12.0450000Z</dcterms:modified>
</coreProperties>
</file>