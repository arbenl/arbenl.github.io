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4cf407c545ee4d23"/><Relationship Type="http://schemas.openxmlformats.org/officeDocument/2006/relationships/extended-properties" Target="/docProps/app.xml" Id="Rea128c3938d04335"/><Relationship Type="http://schemas.openxmlformats.org/officeDocument/2006/relationships/officeDocument" Target="/ppt/presentation.xml" Id="R956bd950fc10403c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bb337de7fc40d5"/>
  </p:sldMasterIdLst>
  <p:sldIdLst>
    <p:sldId xmlns:r="http://schemas.openxmlformats.org/officeDocument/2006/relationships" id="256" r:id="Rcf993a7ba61e41f2"/>
    <p:sldId xmlns:r="http://schemas.openxmlformats.org/officeDocument/2006/relationships" id="257" r:id="R6b286193699149ba"/>
    <p:sldId xmlns:r="http://schemas.openxmlformats.org/officeDocument/2006/relationships" id="258" r:id="R7cd6aced06774b69"/>
    <p:sldId xmlns:r="http://schemas.openxmlformats.org/officeDocument/2006/relationships" id="259" r:id="Reb81822b182846d1"/>
    <p:sldId xmlns:r="http://schemas.openxmlformats.org/officeDocument/2006/relationships" id="260" r:id="R36d0a90a43cf4b30"/>
    <p:sldId xmlns:r="http://schemas.openxmlformats.org/officeDocument/2006/relationships" id="261" r:id="Rf14c8860a7a847e2"/>
    <p:sldId xmlns:r="http://schemas.openxmlformats.org/officeDocument/2006/relationships" id="262" r:id="R3acbc96ff2ff489d"/>
    <p:sldId xmlns:r="http://schemas.openxmlformats.org/officeDocument/2006/relationships" id="263" r:id="R63084ded56734fea"/>
    <p:sldId xmlns:r="http://schemas.openxmlformats.org/officeDocument/2006/relationships" id="264" r:id="Rba79b859b3474401"/>
    <p:sldId xmlns:r="http://schemas.openxmlformats.org/officeDocument/2006/relationships" id="265" r:id="R597e65534039466f"/>
    <p:sldId xmlns:r="http://schemas.openxmlformats.org/officeDocument/2006/relationships" id="266" r:id="Rc49aa2f9c54745cd"/>
    <p:sldId xmlns:r="http://schemas.openxmlformats.org/officeDocument/2006/relationships" id="267" r:id="Rd6bcb2075b454e53"/>
    <p:sldId xmlns:r="http://schemas.openxmlformats.org/officeDocument/2006/relationships" id="268" r:id="Rc2a2bba2e75f4b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7d11417aa0f64662"/><Relationship Type="http://schemas.openxmlformats.org/officeDocument/2006/relationships/slideMaster" Target="/ppt/slideMasters/slideMaster1.xml" Id="R70bb337de7fc40d5"/><Relationship Type="http://schemas.openxmlformats.org/officeDocument/2006/relationships/presProps" Target="/ppt/presProps.xml" Id="R9e0f8a0afbda4796"/><Relationship Type="http://schemas.openxmlformats.org/officeDocument/2006/relationships/tableStyles" Target="/ppt/tableStyles.xml" Id="R5335585d828b46ee"/><Relationship Type="http://schemas.openxmlformats.org/officeDocument/2006/relationships/slide" Target="/ppt/slides/slide1.xml" Id="Rcf993a7ba61e41f2"/><Relationship Type="http://schemas.openxmlformats.org/officeDocument/2006/relationships/slide" Target="/ppt/slides/slide2.xml" Id="R6b286193699149ba"/><Relationship Type="http://schemas.openxmlformats.org/officeDocument/2006/relationships/slide" Target="/ppt/slides/slide3.xml" Id="R7cd6aced06774b69"/><Relationship Type="http://schemas.openxmlformats.org/officeDocument/2006/relationships/slide" Target="/ppt/slides/slide4.xml" Id="Reb81822b182846d1"/><Relationship Type="http://schemas.openxmlformats.org/officeDocument/2006/relationships/slide" Target="/ppt/slides/slide5.xml" Id="R36d0a90a43cf4b30"/><Relationship Type="http://schemas.openxmlformats.org/officeDocument/2006/relationships/slide" Target="/ppt/slides/slide6.xml" Id="Rf14c8860a7a847e2"/><Relationship Type="http://schemas.openxmlformats.org/officeDocument/2006/relationships/slide" Target="/ppt/slides/slide7.xml" Id="R3acbc96ff2ff489d"/><Relationship Type="http://schemas.openxmlformats.org/officeDocument/2006/relationships/slide" Target="/ppt/slides/slide8.xml" Id="R63084ded56734fea"/><Relationship Type="http://schemas.openxmlformats.org/officeDocument/2006/relationships/slide" Target="/ppt/slides/slide9.xml" Id="Rba79b859b3474401"/><Relationship Type="http://schemas.openxmlformats.org/officeDocument/2006/relationships/slide" Target="/ppt/slides/slide10.xml" Id="R597e65534039466f"/><Relationship Type="http://schemas.openxmlformats.org/officeDocument/2006/relationships/slide" Target="/ppt/slides/slide11.xml" Id="Rc49aa2f9c54745cd"/><Relationship Type="http://schemas.openxmlformats.org/officeDocument/2006/relationships/slide" Target="/ppt/slides/slide12.xml" Id="Rd6bcb2075b454e53"/><Relationship Type="http://schemas.openxmlformats.org/officeDocument/2006/relationships/slide" Target="/ppt/slides/slide13.xml" Id="Rc2a2bba2e75f4b3c"/></Relationship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9826e8a4d0584e2b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11037b4fc22547c3"/><Relationship Type="http://schemas.openxmlformats.org/officeDocument/2006/relationships/slideLayout" Target="/ppt/slideLayouts/slideLayout1.xml" Id="R545eff11005c477f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5eff11005c47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7d4b9b716f64891"/><Relationship Type="http://schemas.openxmlformats.org/officeDocument/2006/relationships/image" Target="/ppt/media/image.png" Id="R13f6ce79f1b14235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e882393149242a6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e4b7debd29e4083"/><Relationship Type="http://schemas.openxmlformats.org/officeDocument/2006/relationships/image" Target="/ppt/media/image2.png" Id="Rfb61fabd89564a57"/><Relationship Type="http://schemas.openxmlformats.org/officeDocument/2006/relationships/image" Target="/ppt/media/image3.png" Id="Rebc642757ca04d40"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3c87c8227e646bb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f98ef0c1dd145f6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675bd5685f2461e"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8aa2b866b454510"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4d102c330b54248"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261f315fbb9448e"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c0752ecdf5c4337"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20aa031ce2f4394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a2534181c0342c4"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f8f6690e3364bef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63C94-D482-4D64-AE93-E31D91A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USHTRIMET 4 · 08.10.2026 · PARASHIKO PARA KODIT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5D6B5-ABF1-40C8-A324-EFEB8676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01 / 13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6ce79f1b14235"/>
          <a:stretch xmlns:a="http://schemas.openxmlformats.org/drawingml/2006/main"/>
        </p:blipFill>
        <p:spPr>
          <a:xfrm xmlns:a="http://schemas.openxmlformats.org/drawingml/2006/main">
            <a:off x="10287000" y="925435"/>
            <a:ext cx="1238250" cy="24463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E3250-B00A-4443-A1CD-DB2AD356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942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Një ndryshim ore, dy ekrane për ta provuar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C0062-5C44-4AFE-82D1-4310282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Sot RideShare për Prishtinë–AAB do t’i lexojë udhëtimet nga Neon.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Ora në databazë ndryshon nga 08:15 në 08:25. Telefoni ende nuk është rifreskuar.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8BFE1-0BE4-4DB6-A89C-62996056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Çfarë prisni në ekran para rifreskimit?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BFD39-633A-4507-869A-A8F235DD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 · Shfaqet vetvetiu ora 08:25.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B · Mbetet pamja e mëparshme derisa të rifreskojmë.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C · Duhet Push në GitHub për ndryshimin e orës në Neon.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AFDF5-9642-44E9-B74A-366414F7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Votoni, krahasoni arsyetimet dhe hapni përgjigjen në versionin interaktiv.</a:t>
            </a:r>
          </a:p>
        </p:txBody>
      </p:sp>
    </p:spTree>
    <p:extLst>
      <p:ext uri="{BB962C8B-B14F-4D97-AF65-F5344CB8AC3E}">
        <p14:creationId xmlns:p14="http://schemas.microsoft.com/office/powerpoint/2010/main" val="180375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045CB-1D44-4868-972F-E6CE2448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KONTROLL NË ÇIFT · BRENDA 0–10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33BD0-BBA3-4ABC-AF91-85F391CA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02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8FA20-8EEE-426F-A5FC-60B4DAFF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 3 është pika jonë e nisjes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71C0E-1CE7-48E4-ADCA-36D095B8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Hap projektin e Javës 3 në VS Code. Në Terminal, brenda aplikacioni/ nëse kodi është aty, ekzekuto npm run dev.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Njëri hap ekranet, tjetri i kontrollon. Shënoni vetëm atë që e shihni duke funksionuar.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1C1CD-C0BD-4EDE-B267-99C7FC95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□ Lista shfaq tri kartat e udhëtimeve.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□ Karta hap detajet e udhëtimit me ID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□ Nga detajet hapet simulimi i kërkesës.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0F5E0-FAAC-4377-9A79-528E8550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Gati për Neon. Shkarko raportin dhe ruaje si java-04.md pranë README, jashtë aplikacioni/.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37C46-D69D-41EE-AF63-C6621B8C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Shkarko raportin java-04.md</a:t>
            </a:r>
          </a:p>
        </p:txBody>
      </p:sp>
    </p:spTree>
    <p:extLst>
      <p:ext uri="{BB962C8B-B14F-4D97-AF65-F5344CB8AC3E}">
        <p14:creationId xmlns:p14="http://schemas.microsoft.com/office/powerpoint/2010/main" val="2014686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433E8-4893-49E7-B9E7-68E566C9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REZULTATI I USHTRIMIT · HARTA E INFRASTRUKTURËS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64473-ECC1-4485-9105-B6BEB636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03 / 13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1fabd89564a57"/>
          <a:stretch xmlns:a="http://schemas.openxmlformats.org/drawingml/2006/main"/>
        </p:blipFill>
        <p:spPr>
          <a:xfrm xmlns:a="http://schemas.openxmlformats.org/drawingml/2006/main">
            <a:off x="10287000" y="925435"/>
            <a:ext cx="1238250" cy="24463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39DB5-868D-40E5-84F3-30446D29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Harta e punës sonë sot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642757ca04d40"/>
          <a:stretch xmlns:a="http://schemas.openxmlformats.org/drawingml/2006/main"/>
        </p:blipFill>
        <p:spPr>
          <a:xfrm xmlns:a="http://schemas.openxmlformats.org/drawingml/2006/main">
            <a:off x="609600" y="1770063"/>
            <a:ext cx="10953750" cy="365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72303-EEF3-401C-AE38-B672D6B0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Lidhim Neon, zëvendësojmë vargun me lexim SQL dhe provojmë listën e detajet.</a:t>
            </a:r>
          </a:p>
          <a:p xmlns:a="http://schemas.openxmlformats.org/drawingml/2006/main">
            <a:pPr>
              <a:defRPr sz="17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Suksesi: ndryshojmë orën një herë, rifreskojmë të dy ekranet dhe shpjegojmë rezultatin.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7E7EE-521A-4CB5-B654-3A31BBBD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Hap udhëzimin me kod ↗</a:t>
            </a:r>
          </a:p>
        </p:txBody>
      </p:sp>
    </p:spTree>
    <p:extLst>
      <p:ext uri="{BB962C8B-B14F-4D97-AF65-F5344CB8AC3E}">
        <p14:creationId xmlns:p14="http://schemas.microsoft.com/office/powerpoint/2010/main" val="272563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C0C53-56BB-4DC5-8538-9108C2E4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PLANI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5A867-C5C3-4E98-AAAB-84588FDD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04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4FB5B-DFE9-4D02-9950-B41600C9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90 minuta me kohë për korrigjime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16CE2-8FA7-4240-A378-649E7CBA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0–10: rikujtim + projekt + raport. 10–25: Neon. 25–35: tabela.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35–55: kod. 55–70: prova + Push. 70–90: dorëzim + korrigjime.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çift: njëri vepron, tjetri parashikon dhe kontrollon. Ndërroni rolet te minutat 35 dhe 55.</a:t>
            </a:r>
          </a:p>
        </p:txBody>
      </p:sp>
    </p:spTree>
    <p:extLst>
      <p:ext uri="{BB962C8B-B14F-4D97-AF65-F5344CB8AC3E}">
        <p14:creationId xmlns:p14="http://schemas.microsoft.com/office/powerpoint/2010/main" val="1203114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5D61C-8DAA-41E0-B9B0-DAC793CE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10–25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D3AA7-B6F6-45C9-97D8-8969AB4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05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6FFC1-5363-43C6-A336-C968AFDE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Krijo Neon në projektin Vercel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3F672-E882-4FF2-A1F3-BD23E63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Ku: projekti yt → Storage / Marketplace → Neon.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Bëj: zgjidh Free, krijo databazën dhe Connect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Kontrollo: DATABASE_URL ekziston në Environment Variables.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Hap Neon Console → SQL Editor. Përdor të njëjtën degë/databazë gjatë orës.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AB002-118F-495D-854C-3681211C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Hap konfigurimin me hapa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FC5DB-7E53-4A93-B8FF-12EF257D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https://neon.com/docs/guides/vercel-native-integration  |  https://vercel.com/docs/marketplace-storage</a:t>
            </a:r>
          </a:p>
        </p:txBody>
      </p:sp>
    </p:spTree>
    <p:extLst>
      <p:ext uri="{BB962C8B-B14F-4D97-AF65-F5344CB8AC3E}">
        <p14:creationId xmlns:p14="http://schemas.microsoft.com/office/powerpoint/2010/main" val="19311839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73E09-7A7C-420A-8B1E-CF837928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25–35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045DF-C609-4644-84AF-BFAA4EF0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06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6C1EC-89C6-41D7-8BAA-BB1E6FCA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Krijo tri udhëtimet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AAA17-E245-4DE8-B079-0A0B828F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Ku: Neon SQL Editor dhe schema.sql pranë package.json.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Bëj: kopjo SQL-në e udhëzimit dhe kliko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Kontrollo: ID 1, 2 dhe 3 shfaqen; ID 3 ka zero vende.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Ruaj schema.sql edhe në projekt, që ta dorëzosh.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D188A-C135-4E96-8627-6E3483AA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Nëse e ekzekuton dy herë, mbeten tri udhëtime: PRIMARY KEY dhe ON CONFLICT parandalojnë kopjet. Provoje dhe numëro rreshtat.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5ABEB-BBE9-4ED9-A03B-739D4AB1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Hap SQL-në për kopjim ↗</a:t>
            </a:r>
          </a:p>
        </p:txBody>
      </p:sp>
    </p:spTree>
    <p:extLst>
      <p:ext uri="{BB962C8B-B14F-4D97-AF65-F5344CB8AC3E}">
        <p14:creationId xmlns:p14="http://schemas.microsoft.com/office/powerpoint/2010/main" val="13720857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15A28-E851-41CE-AD6D-F36D07C2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35–55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3E93D-9900-4AC7-8FEE-32C93D96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07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05A64-9CDE-48AB-9113-81688609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4A. Vendos lidhjen private lokalisht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AE840-5A58-4311-8E5C-B8AD13B3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Ndal serverin me Ctrl+C. Instalo dy paketat më poshtë.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Krijo .env.local pranë package.json; ngjit Connection string si DATABASE_URL.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Kontrollo .gitignore: .env* duhet të jetë i përjashtuar. Sekreti nuk shkon në GitHub.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B0448-F7B9-43E4-AC1D-533FCC81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npm install @neondatabase/serverless server-only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C6E02-A887-4F40-ABED-74EBD206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Hap konfigurimin lokal ↗</a:t>
            </a:r>
          </a:p>
        </p:txBody>
      </p:sp>
    </p:spTree>
    <p:extLst>
      <p:ext uri="{BB962C8B-B14F-4D97-AF65-F5344CB8AC3E}">
        <p14:creationId xmlns:p14="http://schemas.microsoft.com/office/powerpoint/2010/main" val="1060979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7BCB0-B906-4045-81C7-1AFD7233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BRENDA 35–55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6BCD0-ABE5-407A-ADB7-23CEE097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08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10CD7-EA8C-43B4-BE1A-79BAE3CB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4B. Kopjo pesë skedarët me radhë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E2543-6B3F-4242-9EC3-4E03CC8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 · db.ts: lidhja private. B · udhetimet.ts: pyetjet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C · page.tsx: lista. D · detajet. E · simulimi i kërkesës.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Mbaj komponentin, stilet dhe not-found.tsx të Javës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fund: npm run dev. Kontrollo tri kartat dhe detajet e ID 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29D78-64BF-4C13-B299-7CC4EE96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Ndiq A → B → C → D → E ↗</a:t>
            </a:r>
          </a:p>
        </p:txBody>
      </p:sp>
    </p:spTree>
    <p:extLst>
      <p:ext uri="{BB962C8B-B14F-4D97-AF65-F5344CB8AC3E}">
        <p14:creationId xmlns:p14="http://schemas.microsoft.com/office/powerpoint/2010/main" val="14477721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61494-7EF8-4820-87EE-FC35E6B9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55–70 MIN · PROVA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7AE3B-6170-41A2-9FC2-19835044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09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C0ADE-9F2D-4F39-B9CF-171D4C15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5A. Provo ndryshimin e orës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FD6F7-D4E1-4590-9630-210CE5CB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Para Run: kolegu parashikon cilat ekrane do të ndryshojnë.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Ndrysho vetëm ID 2 në 08:25. Rifresko listën dhe detajet: të dyja duhet të tregojnë 08:25.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Shkruaj rezultatin real te Prova 1. Rikthe 08:15 dhe provo përsëri.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F198E-ED1D-4CEB-B251-4E58DB86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UPDATE udhetimet SET ora = '08:25' WHERE id = '2';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69A17-2F4F-4A75-A958-58C6C09B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Ndryshon vetëm udhëtimi 2, në të dy ekranet. Nëse njëri mbetet 08:15, kontrollo helper-in, await dhe rifreskimin.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2D93C-8A77-468A-9396-7971AE86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Hap tri provat ↗</a:t>
            </a:r>
          </a:p>
        </p:txBody>
      </p:sp>
    </p:spTree>
    <p:extLst>
      <p:ext uri="{BB962C8B-B14F-4D97-AF65-F5344CB8AC3E}">
        <p14:creationId xmlns:p14="http://schemas.microsoft.com/office/powerpoint/2010/main" val="2047788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6FF4E-18E9-4824-955C-63CB247D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55–70 MIN · PROVAT 2–3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41A41-FAB1-461B-9A1D-1F150356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10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9737A-B068-444D-90D0-B1B6A5BA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5B. Provo boshllëkun dhe gabimin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BFE3E-C63F-47C1-A7ED-8408C615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Ndërroni rolet. Njëri përgatit provën, tjetri parashikon mesazhin.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Prova 2: WHERE false → listë bosh. Hiqe kushtin.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Prova 3: riemërto DATABASE_URL dhe rinis → gabim lidhjeje. Rikthe emrin dhe rinis.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 mund ta shpjegosh ndryshimin mes këtyre dy rezultateve?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E618A-E301-40F4-BF1C-89A7A1CD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Te prova 2 databaza ktheu zero rreshta. Te prova 3 aplikacioni nuk arriti të lidhet. Mos shkruaj “kaloi” pa e parë rezultatin.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E5D57-4567-4F79-8F63-62B3CD7A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Hap udhëzimin e saktë të provave ↗</a:t>
            </a:r>
          </a:p>
        </p:txBody>
      </p:sp>
    </p:spTree>
    <p:extLst>
      <p:ext uri="{BB962C8B-B14F-4D97-AF65-F5344CB8AC3E}">
        <p14:creationId xmlns:p14="http://schemas.microsoft.com/office/powerpoint/2010/main" val="275605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11E42-717D-4576-8412-070BF5D3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DERI NË MINUTËN 70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9E128-4EE1-4DF6-AAD1-9E355D63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11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FC42A-9435-4D4C-BE2A-B0A20933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5C. Ruaje punën në GitHub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ABD37-A1C8-4463-8DA0-04F9B518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Kontrollo: java-04.md pranë README; schema.sql dhe kodi brenda aplikacionit.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Hiq [PLOTËSO] dhe rikthe konfigurimin e provave. .env.local nuk duhet të shfaqet te ndryshimet.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GitHub Desktop → Commit to main → Push origin.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Hap repository-n online dhe verifiko skedarët. Commit ruan lokalisht; Push i dërgon online.</a:t>
            </a:r>
          </a:p>
        </p:txBody>
      </p:sp>
    </p:spTree>
    <p:extLst>
      <p:ext uri="{BB962C8B-B14F-4D97-AF65-F5344CB8AC3E}">
        <p14:creationId xmlns:p14="http://schemas.microsoft.com/office/powerpoint/2010/main" val="21334950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F9A2D-B7FC-4CEC-A27D-43A0261F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70–90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26AB5-675D-4AB3-90BD-0B4C8F5F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12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DE231-363F-46A4-8838-1751716A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6. Dorëzo dhe lexo përgjigjen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FB77C-8C24-4929-A2AE-FC5D33E9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Zgjidh Java 4. Vendos linkun kryesor të repository-t tënd publik.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Pas Create / Submit new issue, lexo komentin “Kontrolli automatik i dorëzimit”.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Synimi: 5/5 kontrolle teknike; funksionimin e provon ti në klasë.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Nëse ka mungesa: korrigjo → Commit → Push → komento rikontrollo te i njëjti Issue.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808F2-D4BD-4773-B7DF-1B6AC853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Hap dorëzimin dhe udhëzimet ↗</a:t>
            </a:r>
          </a:p>
        </p:txBody>
      </p:sp>
    </p:spTree>
    <p:extLst>
      <p:ext uri="{BB962C8B-B14F-4D97-AF65-F5344CB8AC3E}">
        <p14:creationId xmlns:p14="http://schemas.microsoft.com/office/powerpoint/2010/main" val="4093331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101C2-9EB5-4BBA-8D33-BCFDC947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PËRFUNDIMI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9CA23-49F4-4CE6-9819-47B17A6F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87C44-A2E5-44FF-AD56-880049CB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se të largohesh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635F7-E698-4DDE-A5D6-CE5B1915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Demo 30-sekondëshe për kolegun: ndrysho orën → rifresko → trego listën dhe detajet.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 i dallon listën bosh dhe gabimin e lidhjes? A ke lexuar përgjigjen në GitHub?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Përfundove herët? Provo sfidën “Udhëtimi u mbush” në udhëzim.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Exit ticket: shpjego pa lexuar kodin kush e ruan orën dhe kush e mban sekretin.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50863-2332-4D61-BABB-A2299E5D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Kthehu te Java 4 →</a:t>
            </a:r>
          </a:p>
        </p:txBody>
      </p:sp>
    </p:spTree>
    <p:extLst>
      <p:ext uri="{BB962C8B-B14F-4D97-AF65-F5344CB8AC3E}">
        <p14:creationId xmlns:p14="http://schemas.microsoft.com/office/powerpoint/2010/main" val="801979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2026-10-07T18:52:32.9950000Z</dcterms:created>
  <dcterms:modified xsi:type="dcterms:W3CDTF">2026-10-07T18:52:32.9950000Z</dcterms:modified>
</coreProperties>
</file>