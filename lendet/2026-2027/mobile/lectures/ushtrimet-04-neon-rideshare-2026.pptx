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726547a293874d0f"/><Relationship Type="http://schemas.openxmlformats.org/officeDocument/2006/relationships/extended-properties" Target="/docProps/app.xml" Id="Rf55b81be46d44f6e"/><Relationship Type="http://schemas.openxmlformats.org/officeDocument/2006/relationships/officeDocument" Target="/ppt/presentation.xml" Id="Rf295a64cec9c4c08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efb569f55843e3"/>
  </p:sldMasterIdLst>
  <p:sldIdLst>
    <p:sldId xmlns:r="http://schemas.openxmlformats.org/officeDocument/2006/relationships" id="256" r:id="Re4bf90ee36fb4b6a"/>
    <p:sldId xmlns:r="http://schemas.openxmlformats.org/officeDocument/2006/relationships" id="257" r:id="Rf1a67d51592c4243"/>
    <p:sldId xmlns:r="http://schemas.openxmlformats.org/officeDocument/2006/relationships" id="258" r:id="R5a3ac4fd37df47b1"/>
    <p:sldId xmlns:r="http://schemas.openxmlformats.org/officeDocument/2006/relationships" id="259" r:id="R2b8d082f90ff4548"/>
    <p:sldId xmlns:r="http://schemas.openxmlformats.org/officeDocument/2006/relationships" id="260" r:id="Rad20c4b941384cf0"/>
    <p:sldId xmlns:r="http://schemas.openxmlformats.org/officeDocument/2006/relationships" id="261" r:id="R9685c16a0aa54809"/>
    <p:sldId xmlns:r="http://schemas.openxmlformats.org/officeDocument/2006/relationships" id="262" r:id="Rc9d8dbcb703e4b06"/>
    <p:sldId xmlns:r="http://schemas.openxmlformats.org/officeDocument/2006/relationships" id="263" r:id="R54d1fb397fe540ae"/>
    <p:sldId xmlns:r="http://schemas.openxmlformats.org/officeDocument/2006/relationships" id="264" r:id="R6129dbf3caa64592"/>
    <p:sldId xmlns:r="http://schemas.openxmlformats.org/officeDocument/2006/relationships" id="265" r:id="R083aeef9ce0b4f5c"/>
    <p:sldId xmlns:r="http://schemas.openxmlformats.org/officeDocument/2006/relationships" id="266" r:id="Rbd069577d7ff43a9"/>
    <p:sldId xmlns:r="http://schemas.openxmlformats.org/officeDocument/2006/relationships" id="267" r:id="R01f8d2f721b840f2"/>
    <p:sldId xmlns:r="http://schemas.openxmlformats.org/officeDocument/2006/relationships" id="268" r:id="Rd04b03b43f0349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af30c140f59540a9"/><Relationship Type="http://schemas.openxmlformats.org/officeDocument/2006/relationships/slideMaster" Target="/ppt/slideMasters/slideMaster1.xml" Id="R9eefb569f55843e3"/><Relationship Type="http://schemas.openxmlformats.org/officeDocument/2006/relationships/presProps" Target="/ppt/presProps.xml" Id="R260ea3b32fcd4f11"/><Relationship Type="http://schemas.openxmlformats.org/officeDocument/2006/relationships/tableStyles" Target="/ppt/tableStyles.xml" Id="Rf486a8c234cd4a0b"/><Relationship Type="http://schemas.openxmlformats.org/officeDocument/2006/relationships/slide" Target="/ppt/slides/slide1.xml" Id="Re4bf90ee36fb4b6a"/><Relationship Type="http://schemas.openxmlformats.org/officeDocument/2006/relationships/slide" Target="/ppt/slides/slide2.xml" Id="Rf1a67d51592c4243"/><Relationship Type="http://schemas.openxmlformats.org/officeDocument/2006/relationships/slide" Target="/ppt/slides/slide3.xml" Id="R5a3ac4fd37df47b1"/><Relationship Type="http://schemas.openxmlformats.org/officeDocument/2006/relationships/slide" Target="/ppt/slides/slide4.xml" Id="R2b8d082f90ff4548"/><Relationship Type="http://schemas.openxmlformats.org/officeDocument/2006/relationships/slide" Target="/ppt/slides/slide5.xml" Id="Rad20c4b941384cf0"/><Relationship Type="http://schemas.openxmlformats.org/officeDocument/2006/relationships/slide" Target="/ppt/slides/slide6.xml" Id="R9685c16a0aa54809"/><Relationship Type="http://schemas.openxmlformats.org/officeDocument/2006/relationships/slide" Target="/ppt/slides/slide7.xml" Id="Rc9d8dbcb703e4b06"/><Relationship Type="http://schemas.openxmlformats.org/officeDocument/2006/relationships/slide" Target="/ppt/slides/slide8.xml" Id="R54d1fb397fe540ae"/><Relationship Type="http://schemas.openxmlformats.org/officeDocument/2006/relationships/slide" Target="/ppt/slides/slide9.xml" Id="R6129dbf3caa64592"/><Relationship Type="http://schemas.openxmlformats.org/officeDocument/2006/relationships/slide" Target="/ppt/slides/slide10.xml" Id="R083aeef9ce0b4f5c"/><Relationship Type="http://schemas.openxmlformats.org/officeDocument/2006/relationships/slide" Target="/ppt/slides/slide11.xml" Id="Rbd069577d7ff43a9"/><Relationship Type="http://schemas.openxmlformats.org/officeDocument/2006/relationships/slide" Target="/ppt/slides/slide12.xml" Id="R01f8d2f721b840f2"/><Relationship Type="http://schemas.openxmlformats.org/officeDocument/2006/relationships/slide" Target="/ppt/slides/slide13.xml" Id="Rd04b03b43f034996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9cf0b466fb74e5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0be4d968d1174488"/><Relationship Type="http://schemas.openxmlformats.org/officeDocument/2006/relationships/slideLayout" Target="/ppt/slideLayouts/slideLayout1.xml" Id="Rbdef295badb54502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ef295badb545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318ef0a58584152"/><Relationship Type="http://schemas.openxmlformats.org/officeDocument/2006/relationships/image" Target="/ppt/media/image.png" Id="Ra21c8b8888ff40a4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e61b41070d64e52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5aeb4bc9f1446cf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6be65a81bba4595"/><Relationship Type="http://schemas.openxmlformats.org/officeDocument/2006/relationships/image" Target="/ppt/media/image2.png" Id="R2f41d167e5894cb7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45510836180487f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d9cb5b0ca8141e8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eabfb7c5bac45aa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fba7e6f16564f88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b6ef336d8844f5a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ffe5602296e4dfb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5ebc42ad106455a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d76d343d8c74115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d6d7039fcbc4ff6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C45AB-41A4-4FD6-9087-9F2BE276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USHTRIMET 4 · 08.10.2026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3B2D4-CF8F-4A6B-955C-F42236DC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13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c8b8888ff40a4"/>
          <a:stretch xmlns:a="http://schemas.openxmlformats.org/drawingml/2006/main"/>
        </p:blipFill>
        <p:spPr>
          <a:xfrm xmlns:a="http://schemas.openxmlformats.org/drawingml/2006/main">
            <a:off x="609600" y="1283203"/>
            <a:ext cx="1714500" cy="33871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C9D12-1359-43DC-AFC8-F96B9F32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 RideShare lexon nga Neon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75BC0-28CD-4D76-B8F3-49DFDB46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66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Ju jeni ekipi i RideShare: shoferi ndryshoi nisjen dhe Arta duhet ta shohë orën e saktë.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Sot: Neon → lista dhe detajet → prova të vërteta → përgjigjja në GitHub.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12000-2D19-4FA2-8A3A-7447A4F1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me kod ↗</a:t>
            </a:r>
          </a:p>
        </p:txBody>
      </p:sp>
    </p:spTree>
    <p:extLst>
      <p:ext uri="{BB962C8B-B14F-4D97-AF65-F5344CB8AC3E}">
        <p14:creationId xmlns:p14="http://schemas.microsoft.com/office/powerpoint/2010/main" val="2463100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6EB6E-412C-46AC-996D-8326252E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PLANI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DEA3E-8C3A-45E7-A086-12671EE3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6A816-7D57-4D04-AA73-B4270130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90 minuta me kohë për korrigjime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E13F1-FC1B-4C90-B094-4FE0B034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0–10: projekt + raport. 10–25: Neon. 25–35: tabela.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35–55: kod. 55–70: prova + Push. 70–90: dorëzim + korrigjime.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çift: njëri vepron, tjetri lexon rezultatin e pritur. Ndërroni rolet te minutat 35 dhe 55.</a:t>
            </a:r>
          </a:p>
        </p:txBody>
      </p:sp>
    </p:spTree>
    <p:extLst>
      <p:ext uri="{BB962C8B-B14F-4D97-AF65-F5344CB8AC3E}">
        <p14:creationId xmlns:p14="http://schemas.microsoft.com/office/powerpoint/2010/main" val="15942435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5BB10-FD08-4A05-B43C-EAEB1102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0–10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991B2-FDBD-4ABB-AF5B-01BD66C6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F841E-CB44-482D-BE0E-1C8700CF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1. Kontrollo pikën e nisjes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A6763-F617-486D-80A6-306672FA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repository yt personal → VS Code →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cd aplikacioni nëse kodi është aty; npm run dev.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shfaqen tri kartat e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Shkarko java-04.md dhe ruaje pranë README, jashtë aplikacioni/.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6D12B-FD4C-402B-A147-3E9AD8F2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Shkarko raportin java-04.md</a:t>
            </a:r>
          </a:p>
        </p:txBody>
      </p:sp>
    </p:spTree>
    <p:extLst>
      <p:ext uri="{BB962C8B-B14F-4D97-AF65-F5344CB8AC3E}">
        <p14:creationId xmlns:p14="http://schemas.microsoft.com/office/powerpoint/2010/main" val="12099361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12F0B-38CF-417F-8956-1E47FC4D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HARTA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E7267-632A-4D58-9BDC-A4AE436F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896F0-6E80-4F8B-AD85-A09C7F19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jeton kodi? Ku jetojnë të dhënat?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41d167e5894cb7"/>
          <a:stretch xmlns:a="http://schemas.openxmlformats.org/drawingml/2006/main"/>
        </p:blipFill>
        <p:spPr>
          <a:xfrm xmlns:a="http://schemas.openxmlformats.org/drawingml/2006/main">
            <a:off x="2288024" y="1524000"/>
            <a:ext cx="761595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1A605-CC30-459C-A5D9-79B6BDD2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ndryshon ora në Neon, a duhet Push në GitHub? Parashiko para përgjigjes.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69A0D-79AA-4379-829A-63AA941B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Jo. Push nevojitet për ndryshimet e kodit. Ndryshimi i një rreshti në Neon lexohet kur aplikacioni e pyet databazën përsëri.</a:t>
            </a:r>
          </a:p>
        </p:txBody>
      </p:sp>
    </p:spTree>
    <p:extLst>
      <p:ext uri="{BB962C8B-B14F-4D97-AF65-F5344CB8AC3E}">
        <p14:creationId xmlns:p14="http://schemas.microsoft.com/office/powerpoint/2010/main" val="1923622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F1BFA-2E73-4A19-A216-8050D787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10–25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4787B-0D27-4B5A-9215-E1E2B1A1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ECB4E-7EF8-4A3D-8543-8B8255F4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2. Krijo Neon në projektin Vercel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3DB66-0789-467E-8D6A-CF4D207F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projekti yt → Storage / Marketplace →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zgjidh Free, krijo databazën dhe Connect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DATABASE_URL ekziston në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Neon Console → SQL Editor. Përdor të njëjtën degë/databazë gjatë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9D072-5D1D-432B-B7A6-0A6E025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me hapa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81785-AAC0-4A8F-8533-B97FEE2E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https://neon.com/docs/guides/vercel-native-integration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5655774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CCACC-A6BB-4361-B6E0-F8003E94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25–35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A6C42-D580-40EA-B2E9-E5C1ADC1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C3764-FD90-4B27-BE56-55F25F1F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3. Krijo tri udhëtimet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74167-8D91-4CB5-A1AC-F884AD40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Neon SQL Editor dhe schema.sql pranë package.json.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kopjo SQL-në e udhëzimit dhe kliko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ID 1, 2 dhe 3 shfaqen; ID 3 ka zero vende.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Ruaj schema.sql edhe në projekt, që ta dorëzosh.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57C8E-C070-4B19-AB27-E6AC67AE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Nëse e ekzekuton dy herë, mbeten tri udhëtime: PRIMARY KEY dhe ON CONFLICT parandalojnë kopjet. Provoje dhe numëro rreshtat.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DC4FB-CFC8-404B-8DA2-950D3E8E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SQL-në për kopjim ↗</a:t>
            </a:r>
          </a:p>
        </p:txBody>
      </p:sp>
    </p:spTree>
    <p:extLst>
      <p:ext uri="{BB962C8B-B14F-4D97-AF65-F5344CB8AC3E}">
        <p14:creationId xmlns:p14="http://schemas.microsoft.com/office/powerpoint/2010/main" val="10674391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B2113-B492-4703-81E3-77A16835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8E3FC-FBC1-4CF4-8934-CA9CC857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063F4-D939-4578-8BE5-35D01BC9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4A. Vendos lidhjen private lokalisht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7F0A9-371A-4B55-9105-62F2B19F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Ndal serverin me Ctrl+C. Instalo dy paketat më poshtë.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Krijo .env.local pranë package.json; ngjit Connection string si DATABASE_URL.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 .gitignore: .env* duhet të jetë i përjashtuar. Sekreti nuk shkon në GitHub.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86356-54D6-4543-8585-6425C4D2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npm install @neondatabase/serverless server-only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4AB89-9184-46E9-A1AF-DB6EE3E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lokal ↗</a:t>
            </a:r>
          </a:p>
        </p:txBody>
      </p:sp>
    </p:spTree>
    <p:extLst>
      <p:ext uri="{BB962C8B-B14F-4D97-AF65-F5344CB8AC3E}">
        <p14:creationId xmlns:p14="http://schemas.microsoft.com/office/powerpoint/2010/main" val="11473110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43437-5A22-4E1C-B486-B5929A6F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BRENDA 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D367A-CC8D-45CD-886C-18D1BD02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6FED0-96F3-4D49-A6F2-D478FAB7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4B. Kopjo pesë skedarët me radhë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66CA7-27F6-4700-B1C1-0CB52F02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db.ts: lidhja private. B · udhetimet.ts: pyetjet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page.tsx: lista. D · detajet. E · simulimi i kërkesës.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Mbaj komponentin, stilet dhe not-found.tsx të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fund: npm run dev. Kontrollo tri kartat dhe detajet e ID 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DC354-AE7B-45D0-98B7-9AFD83FF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Ndiq A → B → C → D → E ↗</a:t>
            </a:r>
          </a:p>
        </p:txBody>
      </p:sp>
    </p:spTree>
    <p:extLst>
      <p:ext uri="{BB962C8B-B14F-4D97-AF65-F5344CB8AC3E}">
        <p14:creationId xmlns:p14="http://schemas.microsoft.com/office/powerpoint/2010/main" val="9133287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EE9CD-D426-46C4-BFDF-B0E168DB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028CB-5C5C-4D8F-8BD3-CF266D72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D20D7-F987-48F5-A441-C00FD576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5A. Provo ndryshimin e orës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B20A6-3C3D-4585-B012-1E03E639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 Run: kolegu parashikon cilat ekrane do të ndryshojnë.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 vetëm ID 2 në 08:25. Rifresko listën dhe detajet: të dyja duhet të tregojnë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Shkruaj rezultatin real te Prova 1. Rikthe 08:15 dhe provo përsëri.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070EA-B2E2-4E8A-B638-A501B57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UPDATE udhetimet SET ora = '08:25' WHERE id = '2';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D21C8-0A3F-4D6C-B87F-336ECB7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Ndryshon vetëm udhëtimi 2, në të dy ekranet. Nëse njëri mbetet 08:15, kontrollo helper-in, await dhe rifreskimin.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04FEC-4EB4-4870-AD8B-DD755672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tri provat ↗</a:t>
            </a:r>
          </a:p>
        </p:txBody>
      </p:sp>
    </p:spTree>
    <p:extLst>
      <p:ext uri="{BB962C8B-B14F-4D97-AF65-F5344CB8AC3E}">
        <p14:creationId xmlns:p14="http://schemas.microsoft.com/office/powerpoint/2010/main" val="19970286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4D9AC-10C7-4106-9C70-9A8E555C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PROVAT 2–3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0A88C-25E3-4895-9847-E9E43581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3489E-1456-42BE-92D8-34E202BB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5B. Provo boshllëkun dhe gabimin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203C1-A3DD-4FA2-A2EC-889C703D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Ndërroni rolet. Njëri përgatit provën, tjetri parashikon mesazhin.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2: WHERE false → listë bosh. Hiqe kushtin.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3: riemërto DATABASE_URL dhe rinis → gabim lidhjeje. Rikthe emrin dhe rinis.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mund ta shpjegosh ndryshimin mes këtyre dy rezultateve?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539A8-2128-47C3-A1C9-2CA78F5F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Te prova 2 databaza ktheu zero rreshta. Te prova 3 aplikacioni nuk arriti të lidhet. Mos shkruaj “kaloi” pa e parë rezultatin.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372C7A-E2F3-4271-AA49-988BA7B7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e saktë të provave ↗</a:t>
            </a:r>
          </a:p>
        </p:txBody>
      </p:sp>
    </p:spTree>
    <p:extLst>
      <p:ext uri="{BB962C8B-B14F-4D97-AF65-F5344CB8AC3E}">
        <p14:creationId xmlns:p14="http://schemas.microsoft.com/office/powerpoint/2010/main" val="19556806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A69F9-602A-4E1E-9638-2BEC0EA6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DERI NË MINUTËN 70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582CD-50D0-4EBC-BCDD-F7313B0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BECB8-F0BC-49C7-936D-5858FCEF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5C. Ruaje punën në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55D93-EBE0-4D9F-BF71-34F7F3B7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java-04.md pranë README; schema.sql dhe kodi brenda aplikacionit.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Hiq [PLOTËSO] dhe rikthe konfigurimin e provave. .env.local nuk duhet të shfaqet te ndryshimet.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Desktop → Commit to main → Push origin.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repository-n online dhe verifiko skedarët. Commit ruan lokalisht; Push i dërgon online.</a:t>
            </a:r>
          </a:p>
        </p:txBody>
      </p:sp>
    </p:spTree>
    <p:extLst>
      <p:ext uri="{BB962C8B-B14F-4D97-AF65-F5344CB8AC3E}">
        <p14:creationId xmlns:p14="http://schemas.microsoft.com/office/powerpoint/2010/main" val="21239605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AEB60-A29A-4D28-BF41-3EC1FA62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70–90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CBA14-C8E6-4534-AA3D-C4C2A0CF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3B064-D66B-4A67-A8DF-2678CB95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6. Dorëzo dhe lexo përgjigjen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B6A61-C3B2-4311-A687-CA49600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Zgjidh Java 4. Vendos linkun kryesor të repository-t tënd publik.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Create / Submit new issue, lexo komentin “Kontrolli automatik i dorëzimit”.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Synimi: 5/5 kontrolle teknike; funksionimin e provon ti në klasë.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ka mungesa: korrigjo → Commit → Push → komento rikontrollo te i njëjti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8723C-2EAB-46BE-8E87-21ABF3CE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dorëzimin dhe udhëzimet ↗</a:t>
            </a:r>
          </a:p>
        </p:txBody>
      </p:sp>
    </p:spTree>
    <p:extLst>
      <p:ext uri="{BB962C8B-B14F-4D97-AF65-F5344CB8AC3E}">
        <p14:creationId xmlns:p14="http://schemas.microsoft.com/office/powerpoint/2010/main" val="490944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419B5-E18D-4995-B072-C7D7C05B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PËRFUNDIMI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FB1B6-F9F6-41D1-9B84-32FB57AF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173CE-7215-4DC3-820B-BB9D8D27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largohesh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6470D-C59B-4923-AFCD-42D4F9C2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Demo 30-sekondëshe për kolegun: ndrysho orën → rifresko → trego listën dhe detajet.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i dallon listën bosh dhe gabimin e lidhjes? A ke lexuar përgjigjen në GitHub?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Përfundove herët? Provo sfidën “Udhëtimi u mbush” në udhëzim.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Exit ticket: shpjego pa lexuar kodin kush e ruan orën dhe kush e mban sekretin.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BDEFB-AA4D-4342-963E-7E784544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Kthehu te Java 4 →</a:t>
            </a:r>
          </a:p>
        </p:txBody>
      </p:sp>
    </p:spTree>
    <p:extLst>
      <p:ext uri="{BB962C8B-B14F-4D97-AF65-F5344CB8AC3E}">
        <p14:creationId xmlns:p14="http://schemas.microsoft.com/office/powerpoint/2010/main" val="5382391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2026-10-07T08:14:58.0880000Z</dcterms:created>
  <dcterms:modified xsi:type="dcterms:W3CDTF">2026-10-07T08:14:58.0880000Z</dcterms:modified>
</coreProperties>
</file>