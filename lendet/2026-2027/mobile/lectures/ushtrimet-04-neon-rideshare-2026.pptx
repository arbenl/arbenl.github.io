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17b598c32224e1a"/><Relationship Type="http://schemas.openxmlformats.org/officeDocument/2006/relationships/extended-properties" Target="/docProps/app.xml" Id="Rc2b72bc4f63540f3"/><Relationship Type="http://schemas.openxmlformats.org/officeDocument/2006/relationships/officeDocument" Target="/ppt/presentation.xml" Id="R5fa319aa6652484c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8353bbd7804fcc"/>
  </p:sldMasterIdLst>
  <p:sldIdLst>
    <p:sldId xmlns:r="http://schemas.openxmlformats.org/officeDocument/2006/relationships" id="256" r:id="R45dae6410fc04450"/>
    <p:sldId xmlns:r="http://schemas.openxmlformats.org/officeDocument/2006/relationships" id="257" r:id="Rce1a035b3c194dcd"/>
    <p:sldId xmlns:r="http://schemas.openxmlformats.org/officeDocument/2006/relationships" id="258" r:id="Rb9c32418e3d8450e"/>
    <p:sldId xmlns:r="http://schemas.openxmlformats.org/officeDocument/2006/relationships" id="259" r:id="R65843505835844ca"/>
    <p:sldId xmlns:r="http://schemas.openxmlformats.org/officeDocument/2006/relationships" id="260" r:id="Rde807cc6c0b34a5d"/>
    <p:sldId xmlns:r="http://schemas.openxmlformats.org/officeDocument/2006/relationships" id="261" r:id="Rd96c6fbdec484e21"/>
    <p:sldId xmlns:r="http://schemas.openxmlformats.org/officeDocument/2006/relationships" id="262" r:id="R5082aa97ca314ec9"/>
    <p:sldId xmlns:r="http://schemas.openxmlformats.org/officeDocument/2006/relationships" id="263" r:id="Rc145b3d2a7e74780"/>
    <p:sldId xmlns:r="http://schemas.openxmlformats.org/officeDocument/2006/relationships" id="264" r:id="R34b3b1565f7b4765"/>
    <p:sldId xmlns:r="http://schemas.openxmlformats.org/officeDocument/2006/relationships" id="265" r:id="R31d39f9ea44b48e7"/>
    <p:sldId xmlns:r="http://schemas.openxmlformats.org/officeDocument/2006/relationships" id="266" r:id="R2eb32d5a5b754cef"/>
    <p:sldId xmlns:r="http://schemas.openxmlformats.org/officeDocument/2006/relationships" id="267" r:id="Rf7670506f3ff490a"/>
    <p:sldId xmlns:r="http://schemas.openxmlformats.org/officeDocument/2006/relationships" id="268" r:id="R5827cd30c51446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dce597aed365444a"/><Relationship Type="http://schemas.openxmlformats.org/officeDocument/2006/relationships/slideMaster" Target="/ppt/slideMasters/slideMaster1.xml" Id="R5a8353bbd7804fcc"/><Relationship Type="http://schemas.openxmlformats.org/officeDocument/2006/relationships/presProps" Target="/ppt/presProps.xml" Id="R0106eb149cbf40d1"/><Relationship Type="http://schemas.openxmlformats.org/officeDocument/2006/relationships/tableStyles" Target="/ppt/tableStyles.xml" Id="R8bfbb18862a14764"/><Relationship Type="http://schemas.openxmlformats.org/officeDocument/2006/relationships/slide" Target="/ppt/slides/slide1.xml" Id="R45dae6410fc04450"/><Relationship Type="http://schemas.openxmlformats.org/officeDocument/2006/relationships/slide" Target="/ppt/slides/slide2.xml" Id="Rce1a035b3c194dcd"/><Relationship Type="http://schemas.openxmlformats.org/officeDocument/2006/relationships/slide" Target="/ppt/slides/slide3.xml" Id="Rb9c32418e3d8450e"/><Relationship Type="http://schemas.openxmlformats.org/officeDocument/2006/relationships/slide" Target="/ppt/slides/slide4.xml" Id="R65843505835844ca"/><Relationship Type="http://schemas.openxmlformats.org/officeDocument/2006/relationships/slide" Target="/ppt/slides/slide5.xml" Id="Rde807cc6c0b34a5d"/><Relationship Type="http://schemas.openxmlformats.org/officeDocument/2006/relationships/slide" Target="/ppt/slides/slide6.xml" Id="Rd96c6fbdec484e21"/><Relationship Type="http://schemas.openxmlformats.org/officeDocument/2006/relationships/slide" Target="/ppt/slides/slide7.xml" Id="R5082aa97ca314ec9"/><Relationship Type="http://schemas.openxmlformats.org/officeDocument/2006/relationships/slide" Target="/ppt/slides/slide8.xml" Id="Rc145b3d2a7e74780"/><Relationship Type="http://schemas.openxmlformats.org/officeDocument/2006/relationships/slide" Target="/ppt/slides/slide9.xml" Id="R34b3b1565f7b4765"/><Relationship Type="http://schemas.openxmlformats.org/officeDocument/2006/relationships/slide" Target="/ppt/slides/slide10.xml" Id="R31d39f9ea44b48e7"/><Relationship Type="http://schemas.openxmlformats.org/officeDocument/2006/relationships/slide" Target="/ppt/slides/slide11.xml" Id="R2eb32d5a5b754cef"/><Relationship Type="http://schemas.openxmlformats.org/officeDocument/2006/relationships/slide" Target="/ppt/slides/slide12.xml" Id="Rf7670506f3ff490a"/><Relationship Type="http://schemas.openxmlformats.org/officeDocument/2006/relationships/slide" Target="/ppt/slides/slide13.xml" Id="R5827cd30c51446f7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0ca27189e5244c7c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d115776eee324ffe"/><Relationship Type="http://schemas.openxmlformats.org/officeDocument/2006/relationships/slideLayout" Target="/ppt/slideLayouts/slideLayout1.xml" Id="R7964151b5f1541db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64151b5f1541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4e916fa0d024be7"/><Relationship Type="http://schemas.openxmlformats.org/officeDocument/2006/relationships/image" Target="/ppt/media/image.png" Id="Rf27b915d9ec443ba"/><Relationship Type="http://schemas.openxmlformats.org/officeDocument/2006/relationships/image" Target="/ppt/media/image2.png" Id="R051daa573b0a4278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8893e9f3c6e4961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efaf114392c4ca8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f941587ef9a49cc"/><Relationship Type="http://schemas.openxmlformats.org/officeDocument/2006/relationships/image" Target="/ppt/media/image3.png" Id="Rdca3715ab4124dac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06cc65690c944e0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d499bad2dcf43b6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42f0b666b4a4f9c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33db1e0db694afd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523fdd934004134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c186978d69c444b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d16a2b8db61402a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52ba8ced8574558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dbd71922162483f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273CD9-8CA9-42A3-8CBE-A5F55AF2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USHTRIMET 4 · 08.10.2026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9FEAB9-1752-42F1-A6B9-DB7E94F5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01 / 13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7b915d9ec443ba"/>
          <a:stretch xmlns:a="http://schemas.openxmlformats.org/drawingml/2006/main"/>
        </p:blipFill>
        <p:spPr>
          <a:xfrm xmlns:a="http://schemas.openxmlformats.org/drawingml/2006/main">
            <a:off x="10287000" y="925435"/>
            <a:ext cx="1238250" cy="24463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B771CA-56FF-4E47-BDDF-9E8F1E4A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9429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Infrastruktura e ushtrimit të javës 4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1daa573b0a4278"/>
          <a:stretch xmlns:a="http://schemas.openxmlformats.org/drawingml/2006/main"/>
        </p:blipFill>
        <p:spPr>
          <a:xfrm xmlns:a="http://schemas.openxmlformats.org/drawingml/2006/main">
            <a:off x="609600" y="1770063"/>
            <a:ext cx="10953750" cy="3651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C556C1-0C46-47CF-AA35-D3A8C8B5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Zhvillojmë lokalisht, publikojmë në Vercel dhe lexojmë të dhënat në Neon.</a:t>
            </a:r>
          </a:p>
          <a:p xmlns:a="http://schemas.openxmlformats.org/drawingml/2006/main">
            <a:pPr>
              <a:defRPr sz="17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Ndryshimi i orës shihet pas rifreskimit të listës dhe detajeve.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1A7120-BB15-4684-87A5-63E851F6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udhëzimin me kod ↗</a:t>
            </a:r>
          </a:p>
        </p:txBody>
      </p:sp>
    </p:spTree>
    <p:extLst>
      <p:ext uri="{BB962C8B-B14F-4D97-AF65-F5344CB8AC3E}">
        <p14:creationId xmlns:p14="http://schemas.microsoft.com/office/powerpoint/2010/main" val="7877113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92DE81-0CD5-463D-8A41-0E162FEA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PLANI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FCC13D-A6BD-4254-8355-F04AF1E4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02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74C979-B3DE-42D6-84A3-6E8805DB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90 minuta me kohë për korrigjime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265D0A-3D07-4343-991A-05BAC1EB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0–10: projekt + raport. 10–25: Neon. 25–35: tabela.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35–55: kod. 55–70: prova + Push. 70–90: dorëzim + korrigjime.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çift: njëri vepron, tjetri lexon rezultatin e pritur. Ndërroni rolet te minutat 35 dhe 55.</a:t>
            </a:r>
          </a:p>
        </p:txBody>
      </p:sp>
    </p:spTree>
    <p:extLst>
      <p:ext uri="{BB962C8B-B14F-4D97-AF65-F5344CB8AC3E}">
        <p14:creationId xmlns:p14="http://schemas.microsoft.com/office/powerpoint/2010/main" val="5580494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1FBBC8-D8A8-4E97-9AB4-B616F830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0–10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E8089E-64E2-46BE-B394-677A06FC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03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F22069-88D7-498E-A1B4-7810CFEB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1. Kontrollo pikën e nisjes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59E28C-21B1-4393-B295-767AE52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Ku: repository yt personal → VS Code →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Bëj: cd aplikacioni nëse kodi është aty; npm run dev.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Kontrollo: shfaqen tri kartat e Javës 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Shkarko java-04.md dhe ruaje pranë README, jashtë aplikacioni/.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2C6D1E-78FF-44C4-BF9A-12C8007F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Shkarko raportin java-04.md</a:t>
            </a:r>
          </a:p>
        </p:txBody>
      </p:sp>
    </p:spTree>
    <p:extLst>
      <p:ext uri="{BB962C8B-B14F-4D97-AF65-F5344CB8AC3E}">
        <p14:creationId xmlns:p14="http://schemas.microsoft.com/office/powerpoint/2010/main" val="11354612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7147A2-F8B8-4F9F-A965-F46363D0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HARTA E APLIKACIONIT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5F6C22-BDF5-4E24-BA3B-C953EE39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04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355E9-D125-4B9E-9C19-BB5022EB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 jeton kodi? Ku jetojnë të dhënat?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a3715ab4124dac"/>
          <a:stretch xmlns:a="http://schemas.openxmlformats.org/drawingml/2006/main"/>
        </p:blipFill>
        <p:spPr>
          <a:xfrm xmlns:a="http://schemas.openxmlformats.org/drawingml/2006/main">
            <a:off x="2288024" y="1524000"/>
            <a:ext cx="7615951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35075-A359-43AB-B75E-37E08B43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Nëse ndryshon ora në Neon, a duhet Push në GitHub? Parashiko para përgjigjes.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81363-858F-41D4-B56B-B35AC028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Jo. Push nevojitet për ndryshimet e kodit. Ndryshimi i një rreshti në Neon lexohet kur aplikacioni e pyet databazën përsëri.</a:t>
            </a:r>
          </a:p>
        </p:txBody>
      </p:sp>
    </p:spTree>
    <p:extLst>
      <p:ext uri="{BB962C8B-B14F-4D97-AF65-F5344CB8AC3E}">
        <p14:creationId xmlns:p14="http://schemas.microsoft.com/office/powerpoint/2010/main" val="8333433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5EE4AD-7980-44C5-9724-F8CCA972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10–25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84376-302B-44C4-A8B4-C0D8B9C5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05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78A39-4A72-4808-B11B-8E1CE918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2. Krijo Neon në projektin Vercel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F4152-2708-4414-AC8D-BF7EB351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Ku: projekti yt → Storage / Marketplace →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Bëj: zgjidh Free, krijo databazën dhe Connect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Kontrollo: DATABASE_URL ekziston në Environment Variables.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 Neon Console → SQL Editor. Përdor të njëjtën degë/databazë gjatë orës.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782F03-58B6-4EF6-AD9F-F97BD514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konfigurimin me hapa 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875FD4-5FC7-4120-8D52-368568FD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https://neon.com/docs/guides/vercel-native-integration  |  https://vercel.com/docs/marketplace-storage</a:t>
            </a:r>
          </a:p>
        </p:txBody>
      </p:sp>
    </p:spTree>
    <p:extLst>
      <p:ext uri="{BB962C8B-B14F-4D97-AF65-F5344CB8AC3E}">
        <p14:creationId xmlns:p14="http://schemas.microsoft.com/office/powerpoint/2010/main" val="1216504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EAC46-DEB8-4B00-AA9F-0AA22D289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25–35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89A791-F0B2-4D93-88DC-CEE21200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06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866EC-5A28-44DA-9C0D-02CB2472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3. Krijo tri udhëtimet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0CC4D4-BC93-4265-89FF-FE34B69A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Ku: Neon SQL Editor dhe schema.sql pranë package.json.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Bëj: kopjo SQL-në e udhëzimit dhe kliko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Kontrollo: ID 1, 2 dhe 3 shfaqen; ID 3 ka zero vende.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Ruaj schema.sql edhe në projekt, që ta dorëzosh.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2F3C51-0C92-4546-882E-41267112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Nëse e ekzekuton dy herë, mbeten tri udhëtime: PRIMARY KEY dhe ON CONFLICT parandalojnë kopjet. Provoje dhe numëro rreshtat.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4862B7-83AC-4BDF-8DED-05636FFB1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SQL-në për kopjim ↗</a:t>
            </a:r>
          </a:p>
        </p:txBody>
      </p:sp>
    </p:spTree>
    <p:extLst>
      <p:ext uri="{BB962C8B-B14F-4D97-AF65-F5344CB8AC3E}">
        <p14:creationId xmlns:p14="http://schemas.microsoft.com/office/powerpoint/2010/main" val="19223177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9738BB-8634-4F02-883D-A3E15BA5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35–55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7582E7-F890-4942-B465-977FA974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07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339612-A8A4-47AE-962E-D6B828F7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4A. Vendos lidhjen private lokalisht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318B5D-7E47-49C0-A550-6A840321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Ndal serverin me Ctrl+C. Instalo dy paketat më poshtë.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Krijo .env.local pranë package.json; ngjit Connection string si DATABASE_URL.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 .gitignore: .env* duhet të jetë i përjashtuar. Sekreti nuk shkon në GitHub.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58EF28-E4B2-4193-AAD2-95AC9120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npm install @neondatabase/serverless server-only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89909A-8457-4E3B-9D3F-5E66C1A3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konfigurimin lokal ↗</a:t>
            </a:r>
          </a:p>
        </p:txBody>
      </p:sp>
    </p:spTree>
    <p:extLst>
      <p:ext uri="{BB962C8B-B14F-4D97-AF65-F5344CB8AC3E}">
        <p14:creationId xmlns:p14="http://schemas.microsoft.com/office/powerpoint/2010/main" val="12683359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E3ECD-D829-4D5B-92D6-D8FFC954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BRENDA 35–55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D41F7F-7047-4F1C-A079-814FA005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08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CB97ED-8E1C-4BC8-B08F-42C007B8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4B. Kopjo pesë skedarët me radhë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B95C63-61CA-452F-AA34-9D12C0C8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· db.ts: lidhja private. B · udhetimet.ts: pyetjet SQL.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 · page.tsx: lista. D · detajet. E · simulimi i kërkesës.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Mbaj komponentin, stilet dhe not-found.tsx të Javës 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fund: npm run dev. Kontrollo tri kartat dhe detajet e ID 2.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FFF9EB-360F-4D1C-9820-9A4B3AD0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Ndiq A → B → C → D → E ↗</a:t>
            </a:r>
          </a:p>
        </p:txBody>
      </p:sp>
    </p:spTree>
    <p:extLst>
      <p:ext uri="{BB962C8B-B14F-4D97-AF65-F5344CB8AC3E}">
        <p14:creationId xmlns:p14="http://schemas.microsoft.com/office/powerpoint/2010/main" val="19585268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126FAC-AE24-4B55-931F-06D4BF80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55–70 MIN · PROVA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357784-D2E5-4E54-9441-FA74B613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09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627D60-F27F-4A03-80F5-286BACCB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5A. Provo ndryshimin e orës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A42CC0-1CFE-4A8D-91BC-F5E2D23B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Para Run: kolegu parashikon cilat ekrane do të ndryshojnë.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Ndrysho vetëm ID 2 në 08:25. Rifresko listën dhe detajet: të dyja duhet të tregojnë 08:25.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Shkruaj rezultatin real te Prova 1. Rikthe 08:15 dhe provo përsëri.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5C520-EE1C-4C25-9B2E-5A8A3326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UPDATE udhetimet SET ora = '08:25' WHERE id = '2';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39AF1A-4B87-4FA2-8F47-EFEA51F7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Ndryshon vetëm udhëtimi 2, në të dy ekranet. Nëse njëri mbetet 08:15, kontrollo helper-in, await dhe rifreskimin.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B5DDBC-AB4A-423C-A7CB-0533901C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tri provat ↗</a:t>
            </a:r>
          </a:p>
        </p:txBody>
      </p:sp>
    </p:spTree>
    <p:extLst>
      <p:ext uri="{BB962C8B-B14F-4D97-AF65-F5344CB8AC3E}">
        <p14:creationId xmlns:p14="http://schemas.microsoft.com/office/powerpoint/2010/main" val="21408024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FF681C-4D02-4D99-8944-5143629ED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55–70 MIN · PROVAT 2–3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6F9C7E-A52A-49B2-8038-937AA776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10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B8C469-E4F8-4A83-B04B-D5F77134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5B. Provo boshllëkun dhe gabimin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F5016D-2BEF-4526-9934-69BE7BCAD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Ndërroni rolet. Njëri përgatit provën, tjetri parashikon mesazhin.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Prova 2: WHERE false → listë bosh. Hiqe kushtin.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Prova 3: riemërto DATABASE_URL dhe rinis → gabim lidhjeje. Rikthe emrin dhe rinis.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mund ta shpjegosh ndryshimin mes këtyre dy rezultateve?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FA3CA3-7F02-4057-8E54-1C924A53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Te prova 2 databaza ktheu zero rreshta. Te prova 3 aplikacioni nuk arriti të lidhet. Mos shkruaj “kaloi” pa e parë rezultatin.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8DAFCA-9F05-4259-8150-32AD1D4D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udhëzimin e saktë të provave ↗</a:t>
            </a:r>
          </a:p>
        </p:txBody>
      </p:sp>
    </p:spTree>
    <p:extLst>
      <p:ext uri="{BB962C8B-B14F-4D97-AF65-F5344CB8AC3E}">
        <p14:creationId xmlns:p14="http://schemas.microsoft.com/office/powerpoint/2010/main" val="11618715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85E32D-EDEE-4863-996F-4CBA6FF0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DERI NË MINUTËN 70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A28EA-F615-4123-A831-27FFCE17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11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2AC75B-CE66-4B74-BBBD-739531F2D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5C. Ruaje punën në GitHub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A261B-B6E1-4661-95E6-7F1810F5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Kontrollo: java-04.md pranë README; schema.sql dhe kodi brenda aplikacionit.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Hiq [PLOTËSO] dhe rikthe konfigurimin e provave. .env.local nuk duhet të shfaqet te ndryshimet.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GitHub Desktop → Commit to main → Push origin.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Hap repository-n online dhe verifiko skedarët. Commit ruan lokalisht; Push i dërgon online.</a:t>
            </a:r>
          </a:p>
        </p:txBody>
      </p:sp>
    </p:spTree>
    <p:extLst>
      <p:ext uri="{BB962C8B-B14F-4D97-AF65-F5344CB8AC3E}">
        <p14:creationId xmlns:p14="http://schemas.microsoft.com/office/powerpoint/2010/main" val="11271577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2A94C-B1BD-48EC-87B8-5199E191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70–90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B9FFCB-9647-4CAE-8A9D-EABC8CD3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12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A8346-C214-4C57-8297-1D707551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6. Dorëzo dhe lexo përgjigjen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111B20-E2C2-45C9-968D-DE6C4A82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Zgjidh Java 4. Vendos linkun kryesor të repository-t tënd publik.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Pas Create / Submit new issue, lexo komentin “Kontrolli automatik i dorëzimit”.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Synimi: 5/5 kontrolle teknike; funksionimin e provon ti në klasë.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Nëse ka mungesa: korrigjo → Commit → Push → komento rikontrollo te i njëjti Issue.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1804D-938A-4933-A795-104C3F64B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dorëzimin dhe udhëzimet ↗</a:t>
            </a:r>
          </a:p>
        </p:txBody>
      </p:sp>
    </p:spTree>
    <p:extLst>
      <p:ext uri="{BB962C8B-B14F-4D97-AF65-F5344CB8AC3E}">
        <p14:creationId xmlns:p14="http://schemas.microsoft.com/office/powerpoint/2010/main" val="26871991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B2E8B9-745F-49FA-B2CC-B17BED420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PËRFUNDIMI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D8A6D-B60B-4DF9-965D-55048251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13 /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B9D9B-329D-4CDA-BB71-1FFB489A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se të largohesh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6B6F9-D236-4A39-A0F4-EAD86F28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Demo 30-sekondëshe për kolegun: ndrysho orën → rifresko → trego listën dhe detajet.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i dallon listën bosh dhe gabimin e lidhjes? A ke lexuar përgjigjen në GitHub?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Përfundove herët? Provo sfidën “Udhëtimi u mbush” në udhëzim.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Exit ticket: shpjego pa lexuar kodin kush e ruan orën dhe kush e mban sekretin.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F9414-DCD8-40DB-A8E1-46A5D942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Kthehu te Java 4 →</a:t>
            </a:r>
          </a:p>
        </p:txBody>
      </p:sp>
    </p:spTree>
    <p:extLst>
      <p:ext uri="{BB962C8B-B14F-4D97-AF65-F5344CB8AC3E}">
        <p14:creationId xmlns:p14="http://schemas.microsoft.com/office/powerpoint/2010/main" val="7610974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2026-10-07T18:30:44.4370000Z</dcterms:created>
  <dcterms:modified xsi:type="dcterms:W3CDTF">2026-10-07T18:30:44.4370000Z</dcterms:modified>
</coreProperties>
</file>