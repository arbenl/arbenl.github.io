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5e723dc30ac4db9"/><Relationship Type="http://schemas.openxmlformats.org/officeDocument/2006/relationships/extended-properties" Target="/docProps/app.xml" Id="Ra2c52a78bfa248ec"/><Relationship Type="http://schemas.openxmlformats.org/officeDocument/2006/relationships/officeDocument" Target="/ppt/presentation.xml" Id="Rac686dc7dbea45f5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7d78044014877"/>
  </p:sldMasterIdLst>
  <p:sldIdLst>
    <p:sldId xmlns:r="http://schemas.openxmlformats.org/officeDocument/2006/relationships" id="256" r:id="Rfdc8feeea0c3474e"/>
    <p:sldId xmlns:r="http://schemas.openxmlformats.org/officeDocument/2006/relationships" id="257" r:id="R0ec88b8759de4936"/>
    <p:sldId xmlns:r="http://schemas.openxmlformats.org/officeDocument/2006/relationships" id="258" r:id="Rb31173aa0338421a"/>
    <p:sldId xmlns:r="http://schemas.openxmlformats.org/officeDocument/2006/relationships" id="259" r:id="R9ef29f6dcb1d4ff6"/>
    <p:sldId xmlns:r="http://schemas.openxmlformats.org/officeDocument/2006/relationships" id="260" r:id="R15fa9e5c2469481f"/>
    <p:sldId xmlns:r="http://schemas.openxmlformats.org/officeDocument/2006/relationships" id="261" r:id="R0044167856b343ee"/>
    <p:sldId xmlns:r="http://schemas.openxmlformats.org/officeDocument/2006/relationships" id="262" r:id="R946eda8fef1d45c3"/>
    <p:sldId xmlns:r="http://schemas.openxmlformats.org/officeDocument/2006/relationships" id="263" r:id="Re265b6b4209d4bc9"/>
    <p:sldId xmlns:r="http://schemas.openxmlformats.org/officeDocument/2006/relationships" id="264" r:id="R8552f32d33834255"/>
    <p:sldId xmlns:r="http://schemas.openxmlformats.org/officeDocument/2006/relationships" id="265" r:id="R0f31009749a64fd1"/>
    <p:sldId xmlns:r="http://schemas.openxmlformats.org/officeDocument/2006/relationships" id="266" r:id="R02bce34f02fb4d5b"/>
    <p:sldId xmlns:r="http://schemas.openxmlformats.org/officeDocument/2006/relationships" id="267" r:id="Rea6a058384644314"/>
    <p:sldId xmlns:r="http://schemas.openxmlformats.org/officeDocument/2006/relationships" id="268" r:id="R0c07c098a2fc49fc"/>
    <p:sldId xmlns:r="http://schemas.openxmlformats.org/officeDocument/2006/relationships" id="269" r:id="Rb8f208b2fa7141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359dc4b2599e4a57"/><Relationship Type="http://schemas.openxmlformats.org/officeDocument/2006/relationships/slideMaster" Target="/ppt/slideMasters/slideMaster1.xml" Id="R9b67d78044014877"/><Relationship Type="http://schemas.openxmlformats.org/officeDocument/2006/relationships/presProps" Target="/ppt/presProps.xml" Id="Rc77f6504a83748f0"/><Relationship Type="http://schemas.openxmlformats.org/officeDocument/2006/relationships/tableStyles" Target="/ppt/tableStyles.xml" Id="R9b44991960b14077"/><Relationship Type="http://schemas.openxmlformats.org/officeDocument/2006/relationships/slide" Target="/ppt/slides/slide1.xml" Id="Rfdc8feeea0c3474e"/><Relationship Type="http://schemas.openxmlformats.org/officeDocument/2006/relationships/slide" Target="/ppt/slides/slide2.xml" Id="R0ec88b8759de4936"/><Relationship Type="http://schemas.openxmlformats.org/officeDocument/2006/relationships/slide" Target="/ppt/slides/slide3.xml" Id="Rb31173aa0338421a"/><Relationship Type="http://schemas.openxmlformats.org/officeDocument/2006/relationships/slide" Target="/ppt/slides/slide4.xml" Id="R9ef29f6dcb1d4ff6"/><Relationship Type="http://schemas.openxmlformats.org/officeDocument/2006/relationships/slide" Target="/ppt/slides/slide5.xml" Id="R15fa9e5c2469481f"/><Relationship Type="http://schemas.openxmlformats.org/officeDocument/2006/relationships/slide" Target="/ppt/slides/slide6.xml" Id="R0044167856b343ee"/><Relationship Type="http://schemas.openxmlformats.org/officeDocument/2006/relationships/slide" Target="/ppt/slides/slide7.xml" Id="R946eda8fef1d45c3"/><Relationship Type="http://schemas.openxmlformats.org/officeDocument/2006/relationships/slide" Target="/ppt/slides/slide8.xml" Id="Re265b6b4209d4bc9"/><Relationship Type="http://schemas.openxmlformats.org/officeDocument/2006/relationships/slide" Target="/ppt/slides/slide9.xml" Id="R8552f32d33834255"/><Relationship Type="http://schemas.openxmlformats.org/officeDocument/2006/relationships/slide" Target="/ppt/slides/slide10.xml" Id="R0f31009749a64fd1"/><Relationship Type="http://schemas.openxmlformats.org/officeDocument/2006/relationships/slide" Target="/ppt/slides/slide11.xml" Id="R02bce34f02fb4d5b"/><Relationship Type="http://schemas.openxmlformats.org/officeDocument/2006/relationships/slide" Target="/ppt/slides/slide12.xml" Id="Rea6a058384644314"/><Relationship Type="http://schemas.openxmlformats.org/officeDocument/2006/relationships/slide" Target="/ppt/slides/slide13.xml" Id="R0c07c098a2fc49fc"/><Relationship Type="http://schemas.openxmlformats.org/officeDocument/2006/relationships/slide" Target="/ppt/slides/slide14.xml" Id="Rb8f208b2fa7141a2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1300c99df1c349fa"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29c894e2b50d44a5"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a746ef347d54e2a"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fb1e7666ce544a19"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3122c89fc45491c"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30bc5d476ee47a0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550807-3D44-4128-B14B-04E39F907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F8480C-D5D6-4336-BA11-D14A3BDEB6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535006-D1D5-418C-908D-3FD46562A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F3C863-1192-404F-AD86-1C7196183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F08DD9-497D-4B9B-8FFE-91A454708F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4A5906-41DA-4E7F-896F-CC9616CAB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6D369A-4A62-4C7A-8872-4623EB423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303493-A6C0-49BD-8A45-BD81037B93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04958B-656C-488F-9D53-A77564E4D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CDBB45-6A67-4BCE-B3F3-16EC5A6823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83e39e4b3ded4783"/><Relationship Type="http://schemas.openxmlformats.org/officeDocument/2006/relationships/slideLayout" Target="/ppt/slideLayouts/slideLayout1.xml" Id="R400c1ff372af4326"/><Relationship Type="http://schemas.openxmlformats.org/officeDocument/2006/relationships/slideLayout" Target="/ppt/slideLayouts/slideLayout2.xml" Id="R7f6546bb54184a94"/><Relationship Type="http://schemas.openxmlformats.org/officeDocument/2006/relationships/slideLayout" Target="/ppt/slideLayouts/slideLayout3.xml" Id="Re2aa2fbe38c448fc"/><Relationship Type="http://schemas.openxmlformats.org/officeDocument/2006/relationships/slideLayout" Target="/ppt/slideLayouts/slideLayout4.xml" Id="R4dbd2abd23f54788"/><Relationship Type="http://schemas.openxmlformats.org/officeDocument/2006/relationships/slideLayout" Target="/ppt/slideLayouts/slideLayout5.xml" Id="R5d433057c4774fd3"/><Relationship Type="http://schemas.openxmlformats.org/officeDocument/2006/relationships/slideLayout" Target="/ppt/slideLayouts/slideLayout6.xml" Id="R0f69d771057a4d2c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c1ff372af4326"/>
    <p:sldLayoutId xmlns:r="http://schemas.openxmlformats.org/officeDocument/2006/relationships" id="2147483650" r:id="R7f6546bb54184a94"/>
    <p:sldLayoutId xmlns:r="http://schemas.openxmlformats.org/officeDocument/2006/relationships" id="2147483651" r:id="Re2aa2fbe38c448fc"/>
    <p:sldLayoutId xmlns:r="http://schemas.openxmlformats.org/officeDocument/2006/relationships" id="2147483652" r:id="R4dbd2abd23f54788"/>
    <p:sldLayoutId xmlns:r="http://schemas.openxmlformats.org/officeDocument/2006/relationships" id="2147483653" r:id="R5d433057c4774fd3"/>
    <p:sldLayoutId xmlns:r="http://schemas.openxmlformats.org/officeDocument/2006/relationships" id="2147483654" r:id="R0f69d771057a4d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39b15c3d7694d46"/><Relationship Type="http://schemas.openxmlformats.org/officeDocument/2006/relationships/image" Target="/ppt/media/image.png" Id="R3233c2b3b3d54d9f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d5a2971a06a42e3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012fe8dbebd4584"/><Relationship Id="rIdWeek06Animation" Type="http://schemas.openxmlformats.org/officeDocument/2006/relationships/hyperlink" Target="https://arbenl.github.io/lendet/2026-2027/mobile/java-06/infrastructure.html" TargetMode="External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fd07006176a4fe5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9cf98ae486b446f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d5f1a675dd04e46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eca3886651f4b84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eb5396d3b1548c6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003e439d5f84281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b911631efdb4576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cf0cae5e8bd49c0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4b09d653c34aad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a52214740d547d0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a3897ee096e4bc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44698-46A1-4620-A1E3-4B90233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USHTRIMET 6 · 90 MINUTA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F60BF-19E6-4FE5-B275-483BDB53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7CFBB-BA94-4688-B9AE-0C4312850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3c2b3b3d54d9f"/>
          <a:stretch xmlns:a="http://schemas.openxmlformats.org/drawingml/2006/main"/>
        </p:blipFill>
        <p:spPr>
          <a:xfrm xmlns:a="http://schemas.openxmlformats.org/drawingml/2006/main">
            <a:off x="10334625" y="896860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CC120-0B3B-40F1-9D27-D6A6A78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Sot RideShare hapet edhe pa internet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B65F2-277B-483D-8234-C832B0C3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Vazhdo projektin që lexon tri udhëtime nga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Rezultati: listë e ruajtur, kohë ruajtjeje dhe asnjë konfirmim i rremë.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407F3-0E82-44A3-863A-79335272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1335C-81F9-4FF3-9847-083346A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Online: ruaj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BB943-0C57-4405-B175-51E90A0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0630A-CF55-42B8-8D99-3521261D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8DA39-0040-4A5D-B4B1-3DFFF70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Offline: lexo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2B16A-16A9-42B5-9460-DD66CB62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337E7-9B78-4957-8D11-4592A58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31974-16A3-4217-95F2-B05678D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Lidhja rikthehet: rifresko</a:t>
            </a:r>
          </a:p>
        </p:txBody>
      </p:sp>
    </p:spTree>
    <p:extLst>
      <p:ext uri="{BB962C8B-B14F-4D97-AF65-F5344CB8AC3E}">
        <p14:creationId xmlns:p14="http://schemas.microsoft.com/office/powerpoint/2010/main" val="151521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5C09F-9894-4975-A8E2-9F618FC2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INFRASTRUKTURA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50543-6515-4C7E-8194-643958A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325B7-F0F7-4D28-9DE4-7D8E636D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Harta e punës në laborator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E0505-160E-407E-BC75-2C186D5E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PUBLICIMI I KODIT · kur bën Commit →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49001-DF46-4005-A9C1-B6902114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8E7B-A029-4439-AF22-C4E8DEF5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Laptop ·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6497C-9F43-4C30-AB17-63F437D7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E243C-5290-4042-8A6D-6C4D57B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C58FD-0F56-4E9F-BBB3-CD8ACB7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GitHub ·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88FBD-867E-46C9-A22F-B717A94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D1486-4F0C-4B40-8FCC-49A0A12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0083F-35FE-45B0-9AE9-2BBEFC36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 · build / 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DF52-AE2D-43A0-8119-B44398E2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LEXIMI I LISTËS · gjatë përdorimit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F8266-3D28-423F-A377-59181DF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9D2C7-1CC4-48B8-B733-B03FC6F6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Telefoni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Shfletues / PWA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056C1-858D-471B-8529-997D160A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16AA9-2BC1-41F7-8A63-5AE6D75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EBB7E-9845-4517-AD1D-FE1FD76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Service worker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pajisje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75B55-ADBA-4F21-ABC7-020EDF2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2E656-D3BE-4E3F-B223-CF0789F0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BC4A5-E716-4CFA-BFDF-41F17DD0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Serveri Next.js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8A21E-AE13-426D-AF4E-5A58DAA3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293C2-BF6C-4511-BD7A-0EBD8D16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BF57C-687C-475A-BC03-B27E093D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Neon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E04DE-EE41-4FDF-A71C-D4FD1E3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DA74CC-2910-4EE1-93E4-1F537057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51427-C2E6-4CE7-A12B-CDEE1FB1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Cache · kopja publike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Koha e ruajtjes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1897E-778B-424B-B9B4-FA308D3C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196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Pa internet: lexo kopjen në pajisje.</a:t>
            </a:r>
          </a:p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Asnjë rezervim nuk konfirmohet.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11F44-D121-4874-AD71-B1804C9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Lokalisht serveri Next.js është në kompjuterin tënd. Pas publikimit e ekzekuton Vercel.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Neon dhe PostgreSQL mbeten të njëjtat; cache shtohet vetëm në shfletues.</a:t>
            </a:r>
          </a:p>
        </p:txBody>
      </p:sp>
    </p:spTree>
    <p:extLst>
      <p:ext uri="{BB962C8B-B14F-4D97-AF65-F5344CB8AC3E}">
        <p14:creationId xmlns:p14="http://schemas.microsoft.com/office/powerpoint/2010/main" val="1166524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73594A-EB86-40AF-B812-A795EFDE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ANIMACIONI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E5ADB-708A-4672-B88F-FDC02F2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5080B-06C4-492A-B4D0-C2B274E1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Parashiko cilën rrugë do të marrë lista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935B6-EC99-4269-802A-91D5392E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PUBLICIMI I KODIT · kur bën Commit →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B022A-B1CA-40C5-9451-DD2ED7E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E3840-F87B-459B-9445-F344DFD9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Laptop ·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45EAA-6215-42FC-B7E9-30A198D7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32D53-5530-4595-BC22-1C051163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DF6F5-EB3A-4278-AB1F-64D5DEBF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GitHub ·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4F19C-61F8-4CF9-8FE0-002E9096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19990-1E8D-46B9-B94A-24102BF6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63750-2A20-4502-AAA4-7F088EB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 · build / 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3C834-3FBE-435A-B939-83AD9D42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LEXIMI I LISTËS · gjatë përdorimit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AE2C3-265B-4BA0-97E4-1F52CAFE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B9E79-F201-4AE5-A871-9A66418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Telefoni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Shfletues / PWA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C84C5-5072-49CD-8115-DD3CEABC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3361D-C4F8-4E6C-B328-66AA9AB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4427C-F080-4CDB-9B80-F9AF42E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Service worker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pajisje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BCA2D-B7E6-43B6-A6A3-A273283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99545-CAE7-4402-B22D-208C2FEB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4E81E-288D-4FE9-8A60-D3CEFCAD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Serveri Next.js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C2158-A998-4023-B922-D8F3F90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9CE8A-CB1D-44AA-8C70-926B471B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CFAFB-FFC4-49AC-8FBF-4DC551D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Neon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6FC61-51D6-4651-B354-FF6E1C2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308C2-2756-43A8-A9A7-ED0F179E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77F11-BAE6-4C65-82A6-0C1D869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Cache · kopja publike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Koha e ruajtjes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7ED89-3747-4937-A772-3D4C583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196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Pa internet: lexo kopjen në pajisje.</a:t>
            </a:r>
          </a:p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Asnjë rezervim nuk konfirmohet.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E5D3C-9637-4EC2-B169-CB5F561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Zgjidh “Pa internet” dhe shtyp “Hapi tjetër”.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Thuaje me zë pse nuk arrijmë te databaza. Pastaj provo “Lidhja rikthehet”.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339B2-74D7-496B-BE7C-3766D5AE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DA4AF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Week06Animation"/>
              </a:rPr>
              <a:t>Animacioni live: https://arbenl.github.io/lendet/2026-2027/mobile/java-06/infrastructure.html</a:t>
            </a:r>
          </a:p>
        </p:txBody>
      </p:sp>
    </p:spTree>
    <p:extLst>
      <p:ext uri="{BB962C8B-B14F-4D97-AF65-F5344CB8AC3E}">
        <p14:creationId xmlns:p14="http://schemas.microsoft.com/office/powerpoint/2010/main" val="1452073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25085-FC2B-45B1-82D8-83D56F58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RITMI I ORËS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ECBAC-D1DA-49AC-8249-103F389D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6D352-DC38-4846-8678-C184DC00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Plani i 90 minutave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F8FEB-602E-4F1B-9201-C6B31F8B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0–10 përgatitje; 10–48 manifesti, API, worker dhe lexuesi; 48–55 lidhja me aplikacionin.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55–63 prova; 63–65 raporti dhe Push; 65–90 dorëzimi, përgjigjja dhe korrigjimi.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A98FA-AA3E-4249-83BD-6C2432FE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9E33C-912C-4155-8567-BFA10E9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55 · Funksionon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2C089-5363-45B4-8E7F-BB04CC3A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6FC7D-244C-4140-A3EB-B6A4FD4F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75086-7D03-4D74-89A7-CFF2EB2A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63 · Provat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DF611-49EF-4A96-B01A-D1C4837D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330E4-F998-4395-ABAE-37B9673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294CE-CFAA-4A55-B33C-B180777C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65 · Dorëzimi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A4B46-4286-4C68-8D76-6E82289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C9D21-C4E3-4A17-AD53-824AE5B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A741E-519C-4D27-A79E-C67FA244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90 · Përgjigjja</a:t>
            </a:r>
          </a:p>
        </p:txBody>
      </p:sp>
    </p:spTree>
    <p:extLst>
      <p:ext uri="{BB962C8B-B14F-4D97-AF65-F5344CB8AC3E}">
        <p14:creationId xmlns:p14="http://schemas.microsoft.com/office/powerpoint/2010/main" val="2110642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B81E-4FFC-4A25-A0A0-02159296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0–10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E3B1E-D5FA-4364-A128-985AE80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CAB01-B82B-4E00-939B-6BAB8661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· Hap pikën e nisjes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847C2-F2EB-4463-8A6E-EB4DE12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Hap të njëjtin repository dhe dosjen e aplikacionit. Ekzekuto npm run dev.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Lista dhe detajet duhet të lexojnë nga Neon. Nuk krijon repository, databazë ose OAuth App tjetër.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7AEB4-C7B8-47B1-89BB-8F633D1D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Nëse Java 5 ka një gabim në hyrje, a mund ta provosh listën publike?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1D28D-033C-494A-AB97-55A6F5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Po, nëse leximi i Javës 4 punon. Mos hiq lejet e Javës 5; kërko ndihmë për pjesën që të bllokon.</a:t>
            </a:r>
          </a:p>
        </p:txBody>
      </p:sp>
    </p:spTree>
    <p:extLst>
      <p:ext uri="{BB962C8B-B14F-4D97-AF65-F5344CB8AC3E}">
        <p14:creationId xmlns:p14="http://schemas.microsoft.com/office/powerpoint/2010/main" val="1093824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A371E-07FC-4EFF-A86C-0FE2692D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10–18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A062B-C794-4B7B-9322-C17EF17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2D3E6-FDCC-4718-84D7-44AAD15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· Emri dhe ikonat e aplikacionit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9B3A8-3088-4267-9DBE-01F6B000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Krijo src/app/manifest.ts dhe shkarko dy ikonat e gatshme te public/icons/.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Prova e vogël: /manifest.webmanifest hapet dhe tregon dy ikonat. Instalimi varet nga shfletuesi.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5C49B-BD34-4D51-9171-59C2C1A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7517C-4821-4ED6-8834-7073F1E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Manifesti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B4FC-48C0-4641-B0D1-80F60A54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8AB48-8810-418F-8B8C-78561494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C2EFA-EAA3-45E7-A7E5-D1FFC6B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Ikonat 192 / 512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4F9C7-17F2-4E00-A9AB-164C7A9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7D433-5214-4A74-BB5E-161B0FEF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76D63-5A63-44FB-AB2A-AA42D6CF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Identiteti i aplikacionit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5C39F-C85D-43F2-9E5C-3D4B98A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Hap A · manifesti dhe ikonat</a:t>
            </a:r>
          </a:p>
        </p:txBody>
      </p:sp>
    </p:spTree>
    <p:extLst>
      <p:ext uri="{BB962C8B-B14F-4D97-AF65-F5344CB8AC3E}">
        <p14:creationId xmlns:p14="http://schemas.microsoft.com/office/powerpoint/2010/main" val="568568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12D89-2139-468F-A70D-A5A960DD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18–28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5A2AA-95A8-437A-84B9-22F7915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B1A66-27E4-4B51-8B4B-DD558FC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· Një adresë publike për listën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48DF5-CF37-4A5F-9345-EDD4C3DD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Krijo GET /api/udhetimet. API (Application Programming Interface) kthen vetëm fushat publike.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Rishfrytëzon lexoUdhetimet() të Javës 4; nuk kopjon DATABASE_URL në shfletues.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94CF2-7652-4F07-9D56-2A80C5E5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FCA1C-7EC7-44EE-8ADA-7BBAD116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58124-6E44-46D0-8E1A-D99E3C2E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CA0D0-B379-4980-A9B6-CB92A18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6EEE2-32E0-4E78-AB80-E03D602C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Next.js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19E2F-AABA-4CAB-975F-6B59497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A0B40-28D1-43F0-9618-262660B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0D756-F390-4524-91DC-EDB12DD8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Neon / 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D49E8-6162-4E2F-8C6A-C7C8F0A6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99F13-D794-4ED3-9E94-574DCBFD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10DFC-4D35-4644-9B13-5911C1E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JSON publik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9914A-3CE2-4340-B99B-4FD0713E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Hap B · endpoint-i i listës</a:t>
            </a:r>
          </a:p>
        </p:txBody>
      </p:sp>
    </p:spTree>
    <p:extLst>
      <p:ext uri="{BB962C8B-B14F-4D97-AF65-F5344CB8AC3E}">
        <p14:creationId xmlns:p14="http://schemas.microsoft.com/office/powerpoint/2010/main" val="1098399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FD512-75B5-4AFA-9EAC-B25BC7A3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28–40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EA7F5-C539-42F6-9D61-5EFA5F8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129F8-4797-495B-B1F5-73796B1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 · Rrjeti i pari, kopja e dyta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960CD-B410-4281-B262-8737BB8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Krijo public/sw.js. Lexo komentet: çfarë ruhet dhe çfarë nuk ruhet.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GET i listës së suksesshme ruhet me kohë. /panel, hyrja dhe POST nuk kalojnë në këtë cache.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6470C-3D02-4100-84D3-CA1C99E2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 mund të ruajmë listën kur serveri kthen gabim?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1D91F-6FB9-4C34-982B-03E4B907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Nuk e zëvendësojmë kopjen e mirë me gabimin. Lexojmë kopjen e fundit nëse ekziston.</a:t>
            </a:r>
          </a:p>
        </p:txBody>
      </p:sp>
    </p:spTree>
    <p:extLst>
      <p:ext uri="{BB962C8B-B14F-4D97-AF65-F5344CB8AC3E}">
        <p14:creationId xmlns:p14="http://schemas.microsoft.com/office/powerpoint/2010/main" val="1118757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7D81E-FDB2-4878-9778-1768A41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40–48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D374-2014-4E0F-A061-31566B3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24CF2-B0EB-4F0B-8F2A-0AC65E2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 · Faqja që nuk kërkon Next.js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D6D28-B91C-41AC-BE0C-691D44A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Krijo public/offline.html. Stilet dhe skripti janë brenda të njëjtit dokument.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Tregon tri karta, kohën e kopjes dhe butonin “Rifresko listën”. Këtu lejohet vetëm leximi.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1B5CD-B766-4E9D-A0AF-835D98A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Hap D · lexuesi offline</a:t>
            </a:r>
          </a:p>
        </p:txBody>
      </p:sp>
    </p:spTree>
    <p:extLst>
      <p:ext uri="{BB962C8B-B14F-4D97-AF65-F5344CB8AC3E}">
        <p14:creationId xmlns:p14="http://schemas.microsoft.com/office/powerpoint/2010/main" val="1891945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91BE0-C461-41D9-AA31-4F8CC1E2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48–55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C545E-5003-4C2D-8E3D-EDCFF345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C449E-5665-499B-933C-7B5AF56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→ F · Aktivizoje nga aplikacioni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D16C4-EF26-4595-9DB2-0B778F99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E: Pwa.tsx regjistron worker-in dhe kërkon JSON-in pasi ai kontrollon faqen.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F: shto Pwa në layout-in ekzistues; mbaj CSS-në, fontet dhe përmbajtjen që 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46B2-83AD-4CF2-B948-2444D925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B7DF4-E33E-4AF2-AA57-1E2C696F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Regjistro worker-in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15B97-276C-4F3A-8D72-879ACE8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1151D-E82C-4BD7-A243-B63FD83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AEA6B-F4EF-4C54-A15C-29A43AB7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Mbush kopjen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E7E11-8316-4026-A87F-50785EF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ACD3C-D949-4936-8394-B90A37AC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23DC1-2CCA-43FE-B472-C0A3C593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Mbaje lidhjen e lexuesit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FFAEF-F048-4D4F-8EAA-6E3DFEC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Hap E dhe F · lidhja me aplikacionin</a:t>
            </a:r>
          </a:p>
        </p:txBody>
      </p:sp>
    </p:spTree>
    <p:extLst>
      <p:ext uri="{BB962C8B-B14F-4D97-AF65-F5344CB8AC3E}">
        <p14:creationId xmlns:p14="http://schemas.microsoft.com/office/powerpoint/2010/main" val="1752955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8D469-602C-4F1E-BD36-B486AB5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55–63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4DAE7-BB56-4AD0-AB45-062853A4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A0CA5-892B-4C27-9FD7-CB735EA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· Provoje si përdorues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2C6E5-E8E6-472B-984E-84DD879F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Me internet: shiko manifestin, ikonat dhe listën. Pa internet: rifresko dhe kontrollo kopjen.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Me lidhje sërish: ndrysho orën në Neon, shtyp Rifresko listën dhe shiko përgjigjen e 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727D4-8BF7-48FE-BF86-19ED9784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Prova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7BC85-8D0F-4179-BCD5-389EC43A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Manifesti dhe vizita online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D1766-CD35-4CA0-BB49-20B38C8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Prova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64531-0CEE-409A-8330-FD16F110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719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Offline + rifreskim + pa konfirmim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C3B97-FCE9-4211-849F-C17EF2E9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Prova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F340D-FA48-4269-BC9C-D385498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815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Rikthim lidhjeje dhe ora e 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8B1A1-A0C3-49EF-889B-3F788C0C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Hap tri provat</a:t>
            </a:r>
          </a:p>
        </p:txBody>
      </p:sp>
    </p:spTree>
    <p:extLst>
      <p:ext uri="{BB962C8B-B14F-4D97-AF65-F5344CB8AC3E}">
        <p14:creationId xmlns:p14="http://schemas.microsoft.com/office/powerpoint/2010/main" val="12484189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9F07A-F8AF-47A7-9B29-1706CA4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63–65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18FEF-8B94-4E9F-A5CB-86FF5BF6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36F0D-A825-47FC-94A6-22D8EF2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Shkruaj rezultatet dhe bëj Push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40D06-802F-4365-858A-FBF337CE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Ruaj java-06.md pranë README të repository-t, jashtë aplikacioni/.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Për secilën provë: çfarë bëre, çfarë prisje dhe çfarë ndodhi realisht. Në dështim, shkruaj dështimin.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5667C-3834-4488-805A-7A932BE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DA76A-8A6A-4335-B1AB-B6C5FF9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Raporti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92DC0-C971-4FC4-92E7-2A3A6FC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86BD1-20BE-4B9A-B6A4-F9016E9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DA09-998C-44E3-9940-C94B7A4B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D3D4A-8D20-4539-9FA7-BA7C916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31C7E-7D6A-45A3-B31E-FE6AC4D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DB3ED-B2B0-42C6-9438-3A37ABAC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Push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E3A2B-A3D0-4F8F-A60F-A1D963E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Shkarko modelin java-06.md</a:t>
            </a:r>
          </a:p>
        </p:txBody>
      </p:sp>
    </p:spTree>
    <p:extLst>
      <p:ext uri="{BB962C8B-B14F-4D97-AF65-F5344CB8AC3E}">
        <p14:creationId xmlns:p14="http://schemas.microsoft.com/office/powerpoint/2010/main" val="1645752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36844-3692-4A9C-BF51-AD058E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65–80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7E901-F57A-4F10-A3A6-B3247A0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621BA-E8AE-4DA8-878A-41205EC5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· Dorëzo në të njëjtën mënyrë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8F91C-9EB9-4F41-B26F-4633C72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Hap formularin, zgjidh Java 6 dhe vendos linkun kryesor të repository-t tënd.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Mos hap repository ose Issue tjetër për korrigjimin. Mbaje numrin e këtij dorëzimi.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A4C4A-6AB6-40C7-8FA8-28856B6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FEF6D-AD9B-4E63-A798-56399AD3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Repository personal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15B82-B845-4937-9476-8696797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9DDCB-90DF-42E9-A535-09038934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2F0E2-6F28-4E37-90CD-5E7AD3D2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Java 6 në formular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46966-99C2-443B-995E-18FC2014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575AD-FB2B-46C7-8A8B-D275085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AD576-61F4-4DEA-96B5-F9A78E10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Një Issue dorëzimi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130F-4EFC-4DC6-88F4-259D8E3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faqen e Javës 6: Dorëzo punën · Java 6</a:t>
            </a:r>
          </a:p>
        </p:txBody>
      </p:sp>
    </p:spTree>
    <p:extLst>
      <p:ext uri="{BB962C8B-B14F-4D97-AF65-F5344CB8AC3E}">
        <p14:creationId xmlns:p14="http://schemas.microsoft.com/office/powerpoint/2010/main" val="7855058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C0DF3-FDA0-4852-B747-E0BDDCCC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80–90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0AB9B-9110-49C0-AAAD-9A15CF59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325E3-1274-4AAB-8887-18E1EFB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· Lexo përgjigjen para se të largohesh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D3051-9193-48DB-83CA-2EB9C0A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GitHub kontrollon raportin, projektin, tri provat, skedarët PWA dhe emrat e skedarëve privatë.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Nëse mungon diçka: korrigjo → Commit → Push → komento rikontrollo në të njëjtin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996EB-A54F-420D-936A-CC9D2E13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 do të thotë 5/5 kontrolle teknike se aplikacioni mori automatikisht 3 pikë?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D2D7E-4CED-4196-BC44-743E8729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Jo. Bot-i lexon skedarët pa ekzekutuar kodin. Provat dhe cilësia vlerësohen sipas rubrikës; Java 6 ka deri në 3 pikë.</a:t>
            </a:r>
          </a:p>
        </p:txBody>
      </p:sp>
    </p:spTree>
    <p:extLst>
      <p:ext uri="{BB962C8B-B14F-4D97-AF65-F5344CB8AC3E}">
        <p14:creationId xmlns:p14="http://schemas.microsoft.com/office/powerpoint/2010/main" val="1560004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2026-10-16T12:14:36.5800000Z</dcterms:created>
  <dcterms:modified xsi:type="dcterms:W3CDTF">2026-10-16T12:14:36.5800000Z</dcterms:modified>
</coreProperties>
</file>