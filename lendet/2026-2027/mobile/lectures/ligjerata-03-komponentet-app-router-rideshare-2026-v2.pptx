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7" Type="http://schemas.openxmlformats.org/officeDocument/2006/relationships/viewProps" Target="viewProps.xml" /><Relationship Id="rId1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9" Type="http://schemas.openxmlformats.org/officeDocument/2006/relationships/tableStyles" Target="tableStyles.xml" /><Relationship Id="rId18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arbenl.github.io/lendet/2026-2027/mobile/java-03/demo/" TargetMode="Externa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Nga skica te tri faqe që punojnë</a:t>
            </a:r>
          </a:p>
        </p:txBody>
      </p:sp>
      <p:pic>
        <p:nvPicPr>
          <p:cNvPr descr="img/aab_logo_whit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286000" y="2286000"/>
            <a:ext cx="4572000" cy="903111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Programimi për Pajisje Mobile · 01.10.2026</a:t>
            </a:r>
          </a:p>
          <a:p>
            <a:pPr lvl="0" indent="0" marL="0">
              <a:buNone/>
            </a:pPr>
            <a:r>
              <a:rPr/>
              <a:t>I njëjti prezantim 45-minutësh për G1 dhe G2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Çfarë sollëm nga Java 2?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Problemi: Arta kërkon një vend për në AAB.</a:t>
            </a:r>
          </a:p>
          <a:p>
            <a:pPr lvl="0"/>
            <a:r>
              <a:rPr/>
              <a:t>Skica: lista, detajet, kërkesa në pritje.</a:t>
            </a:r>
          </a:p>
          <a:p>
            <a:pPr lvl="0"/>
            <a:r>
              <a:rPr/>
              <a:t>PRD (Product Requirements Document – dokumenti i kërkesave të produktit): çfarë duhet të ndodhë.</a:t>
            </a:r>
          </a:p>
          <a:p>
            <a:pPr lvl="0"/>
            <a:r>
              <a:rPr/>
              <a:t>Sot: secili ekran merr vendin e vet në aplikacion.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Pyetja e Artës na tregon çfarë të ndërtojmë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“Pashë nisjen në 08:00. Ku i gjej vendtakimin dhe vendet e lira?”</a:t>
            </a:r>
          </a:p>
          <a:p>
            <a:pPr lvl="0" indent="0" marL="0">
              <a:buNone/>
            </a:pPr>
            <a:r>
              <a:rPr/>
              <a:t>Nevoja → Veprimi → Rezultati</a:t>
            </a:r>
          </a:p>
          <a:p>
            <a:pPr lvl="0"/>
            <a:r>
              <a:rPr/>
              <a:t>Arta kërkon më shumë hollësi për udhëtimin që pa.</a:t>
            </a:r>
          </a:p>
          <a:p>
            <a:pPr lvl="0"/>
            <a:r>
              <a:rPr/>
              <a:t>Ajo prek “Shiko detajet” te ajo kartë.</a:t>
            </a:r>
          </a:p>
          <a:p>
            <a:pPr lvl="0"/>
            <a:r>
              <a:rPr/>
              <a:t>Hapet faqja e </a:t>
            </a:r>
            <a:r>
              <a:rPr b="1"/>
              <a:t>atij</a:t>
            </a:r>
            <a:r>
              <a:rPr/>
              <a:t> udhëtimi, jo e një tjetri.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Rruga e Artës: tri ekrane të lidhura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 b="1"/>
              <a:t>Lista</a:t>
            </a:r>
            <a:r>
              <a:rPr/>
              <a:t> </a:t>
            </a:r>
            <a:r>
              <a:rPr>
                <a:latin typeface="Courier"/>
              </a:rPr>
              <a:t>/</a:t>
            </a:r>
            <a:r>
              <a:rPr/>
              <a:t> → Arta zgjedh kartën me ID 2.</a:t>
            </a:r>
          </a:p>
          <a:p>
            <a:pPr lvl="0" indent="-342900" marL="342900">
              <a:buAutoNum type="arabicPeriod"/>
            </a:pPr>
            <a:r>
              <a:rPr b="1"/>
              <a:t>Detajet</a:t>
            </a:r>
            <a:r>
              <a:rPr/>
              <a:t> </a:t>
            </a:r>
            <a:r>
              <a:rPr>
                <a:latin typeface="Courier"/>
              </a:rPr>
              <a:t>/udhetimi/2</a:t>
            </a:r>
            <a:r>
              <a:rPr/>
              <a:t> → lexon orën dhe vendtakimin.</a:t>
            </a:r>
          </a:p>
          <a:p>
            <a:pPr lvl="0" indent="-342900" marL="342900">
              <a:buAutoNum type="arabicPeriod"/>
            </a:pPr>
            <a:r>
              <a:rPr b="1"/>
              <a:t>Kërkesa</a:t>
            </a:r>
            <a:r>
              <a:rPr/>
              <a:t> </a:t>
            </a:r>
            <a:r>
              <a:rPr>
                <a:latin typeface="Courier"/>
              </a:rPr>
              <a:t>/udhetimi/2/kerkesa</a:t>
            </a:r>
            <a:r>
              <a:rPr/>
              <a:t> → sheh simulimin “Në pritje”.</a:t>
            </a:r>
          </a:p>
          <a:p>
            <a:pPr lvl="0" indent="0" marL="0">
              <a:buNone/>
            </a:pPr>
            <a:r>
              <a:rPr/>
              <a:t>ID 2 ruhet gjatë gjithë rrjedhës.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Dosjet bëhen adresa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src/app/page.tsx                       → /
src/app/udhetimi/[id]/page.tsx         → /udhetimi/1
src/app/udhetimi/[id]/kerkesa/page.tsx → /udhetimi/1/kerkesa</a:t>
            </a:r>
          </a:p>
          <a:p>
            <a:pPr lvl="0" indent="0" marL="0">
              <a:buNone/>
            </a:pPr>
            <a:r>
              <a:rPr/>
              <a:t>App Router i Next.js lidh dosjet me adresat. E njëjta dosje </a:t>
            </a:r>
            <a:r>
              <a:rPr>
                <a:latin typeface="Courier"/>
              </a:rPr>
              <a:t>[id]</a:t>
            </a:r>
            <a:r>
              <a:rPr/>
              <a:t> hap udhëtimin 1, 2 ose 3; nuk krijojmë skedar të ri për secilin.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Faqja dhe komponenti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Faqja </a:t>
            </a:r>
            <a:r>
              <a:rPr>
                <a:latin typeface="Courier"/>
              </a:rPr>
              <a:t>/</a:t>
            </a:r>
            <a:r>
              <a:rPr/>
              <a:t> ka adresën e vet dhe vendos çfarë shfaqet.</a:t>
            </a:r>
          </a:p>
          <a:p>
            <a:pPr lvl="0"/>
            <a:r>
              <a:rPr/>
              <a:t>Brenda saj, i njëjti komponent </a:t>
            </a:r>
            <a:r>
              <a:rPr>
                <a:latin typeface="Courier"/>
              </a:rPr>
              <a:t>KartaUdhetimi</a:t>
            </a:r>
            <a:r>
              <a:rPr/>
              <a:t> shfaqet tri herë.</a:t>
            </a:r>
          </a:p>
          <a:p>
            <a:pPr lvl="0"/>
            <a:r>
              <a:rPr/>
              <a:t>Kartat kanë modelin e njëjtë, por të dhëna të ndryshme.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Një burim për tri karta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const</a:t>
            </a:r>
            <a:r>
              <a:rPr>
                <a:latin typeface="Courier"/>
              </a:rPr>
              <a:t> udhetimet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[</a:t>
            </a:r>
            <a:br/>
            <a:r>
              <a:rPr>
                <a:latin typeface="Courier"/>
              </a:rPr>
              <a:t>  { id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"1"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nisja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"Prishtinë"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ora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"08:00"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vende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latin typeface="Courier"/>
              </a:rPr>
              <a:t> }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{ id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"2"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nisja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"Fushë Kosovë"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ora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"08:15"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vende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 }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{ id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"3"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nisja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"Lipjan"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ora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"07:45"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vende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 }</a:t>
            </a:r>
            <a:br/>
            <a:r>
              <a:rPr>
                <a:latin typeface="Courier"/>
              </a:rPr>
              <a:t>]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</a:p>
          <a:p>
            <a:pPr lvl="0" indent="0" marL="0">
              <a:buNone/>
            </a:pPr>
            <a:r>
              <a:rPr/>
              <a:t>Karta dhe faqja e detajeve lexojnë të njëjtën listë. Kështu ora e kartës nuk kundërshton orën te detajet. Në Javën 4 do t’i lexojmë të dhënat nga baza.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Lidhja ruan zgjedhjen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&lt;Link href={`/udhetimi/${udhetim.id}`}&gt;
  Shiko detajet
&lt;/Link&gt;</a:t>
            </a:r>
          </a:p>
          <a:p>
            <a:pPr lvl="0" indent="0" marL="0">
              <a:buNone/>
            </a:pPr>
            <a:r>
              <a:rPr/>
              <a:t>Karta me ID </a:t>
            </a:r>
            <a:r>
              <a:rPr>
                <a:latin typeface="Courier"/>
              </a:rPr>
              <a:t>2</a:t>
            </a:r>
            <a:r>
              <a:rPr/>
              <a:t> → klikimi → </a:t>
            </a:r>
            <a:r>
              <a:rPr>
                <a:latin typeface="Courier"/>
              </a:rPr>
              <a:t>/udhetimi/2</a:t>
            </a:r>
            <a:r>
              <a:rPr/>
              <a:t>. Numri në adresë i tregon faqes cilat të dhëna të lexojë.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Detajet lexojnë ID-në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const</a:t>
            </a:r>
            <a:r>
              <a:rPr>
                <a:latin typeface="Courier"/>
              </a:rPr>
              <a:t> { id }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await</a:t>
            </a:r>
            <a:r>
              <a:rPr>
                <a:latin typeface="Courier"/>
              </a:rPr>
              <a:t> params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const</a:t>
            </a:r>
            <a:r>
              <a:rPr>
                <a:latin typeface="Courier"/>
              </a:rPr>
              <a:t> udhetim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udhetimet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find</a:t>
            </a:r>
            <a:r>
              <a:rPr>
                <a:latin typeface="Courier"/>
              </a:rPr>
              <a:t>((u) </a:t>
            </a:r>
            <a:r>
              <a:rPr b="1">
                <a:solidFill>
                  <a:srgbClr val="007020"/>
                </a:solidFill>
                <a:latin typeface="Courier"/>
              </a:rPr>
              <a:t>=&gt;</a:t>
            </a:r>
            <a:r>
              <a:rPr>
                <a:latin typeface="Courier"/>
              </a:rPr>
              <a:t> u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7D9029"/>
                </a:solidFill>
                <a:latin typeface="Courier"/>
              </a:rPr>
              <a:t>id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===</a:t>
            </a:r>
            <a:r>
              <a:rPr>
                <a:latin typeface="Courier"/>
              </a:rPr>
              <a:t> id)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</a:p>
          <a:p>
            <a:pPr lvl="0" indent="0" marL="0">
              <a:buNone/>
            </a:pPr>
            <a:r>
              <a:rPr/>
              <a:t>Në versionet aktuale të Next.js, </a:t>
            </a:r>
            <a:r>
              <a:rPr>
                <a:latin typeface="Courier"/>
              </a:rPr>
              <a:t>params</a:t>
            </a:r>
            <a:r>
              <a:rPr/>
              <a:t> pritet me </a:t>
            </a:r>
            <a:r>
              <a:rPr>
                <a:latin typeface="Courier"/>
              </a:rPr>
              <a:t>await</a:t>
            </a:r>
            <a:r>
              <a:rPr/>
              <a:t>.</a:t>
            </a:r>
          </a:p>
          <a:p>
            <a:pPr lvl="0" indent="0" marL="0">
              <a:buNone/>
            </a:pPr>
            <a:r>
              <a:rPr>
                <a:latin typeface="Courier"/>
              </a:rPr>
              <a:t>/udhetimi/2</a:t>
            </a:r>
            <a:r>
              <a:rPr/>
              <a:t> → </a:t>
            </a:r>
            <a:r>
              <a:rPr>
                <a:latin typeface="Courier"/>
              </a:rPr>
              <a:t>id = "2"</a:t>
            </a:r>
            <a:r>
              <a:rPr/>
              <a:t> → gjej udhëtimin 2.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Kur ID nuk ekziston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Pyetja: a gjendet ID në listën e udhëtimeve?</a:t>
            </a:r>
          </a:p>
          <a:p>
            <a:pPr lvl="0"/>
            <a:r>
              <a:rPr/>
              <a:t>Po, ID 2 → shfaq detajet e udhëtimit 2.</a:t>
            </a:r>
          </a:p>
          <a:p>
            <a:pPr lvl="0"/>
            <a:r>
              <a:rPr/>
              <a:t>Jo, ID 99 → thirr </a:t>
            </a:r>
            <a:r>
              <a:rPr>
                <a:latin typeface="Courier"/>
              </a:rPr>
              <a:t>notFound()</a:t>
            </a:r>
            <a:r>
              <a:rPr/>
              <a:t> dhe shfaq 404.</a:t>
            </a:r>
          </a:p>
          <a:p>
            <a:pPr lvl="0" indent="0" marL="0">
              <a:buNone/>
            </a:pPr>
            <a:r>
              <a:rPr/>
              <a:t>Nuk tregojmë detajet e një udhëtimi tjetër vetëm për të mbushur ekranin.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“Në pritje” është simulim, jo rezervim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Sot: klikimi shfaq “Simulim: Në pritje”; asgjë nuk ruhet dhe shoferi nuk merr njoftim.</a:t>
            </a:r>
          </a:p>
          <a:p>
            <a:pPr lvl="0"/>
            <a:r>
              <a:rPr/>
              <a:t>Më vonë: kërkesa do të ruhet, shoferi do të përgjigjet dhe statusi do të ndryshojë.</a:t>
            </a:r>
          </a:p>
          <a:p>
            <a:pPr lvl="0"/>
            <a:r>
              <a:rPr/>
              <a:t>Nëse udhëtimi ka zero vende, nuk ofrojmë butonin “Kërko vend”.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Prova në telefon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Lista lexohet pa lëvizje horizontale.</a:t>
            </a:r>
          </a:p>
          <a:p>
            <a:pPr lvl="0"/>
            <a:r>
              <a:rPr/>
              <a:t>Prekja e kartës hap udhëtimin e duhur.</a:t>
            </a:r>
          </a:p>
          <a:p>
            <a:pPr lvl="0"/>
            <a:r>
              <a:rPr/>
              <a:t>“Kthehu te lista” të kthen te zgjedhjet.</a:t>
            </a:r>
          </a:p>
          <a:p>
            <a:pPr lvl="0"/>
            <a:r>
              <a:rPr/>
              <a:t>ID e panjohur jep përgjigje të qartë.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Parashiko, pastaj provo në demonstrim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Para klikimit të kartës 2: cila adresë duhet të hapet? </a:t>
            </a:r>
            <a:r>
              <a:rPr>
                <a:latin typeface="Courier"/>
              </a:rPr>
              <a:t>/udhetimi/2</a:t>
            </a:r>
            <a:r>
              <a:rPr/>
              <a:t>.</a:t>
            </a:r>
          </a:p>
          <a:p>
            <a:pPr lvl="0" indent="-342900" marL="342900">
              <a:buAutoNum type="arabicPeriod"/>
            </a:pPr>
            <a:r>
              <a:rPr/>
              <a:t>Në detaje: nga vjen vendtakimi? Nga i njëjti objekt i udhëtimit.</a:t>
            </a:r>
          </a:p>
          <a:p>
            <a:pPr lvl="0" indent="-342900" marL="342900">
              <a:buAutoNum type="arabicPeriod"/>
            </a:pPr>
            <a:r>
              <a:rPr/>
              <a:t>Te karta me zero vende: a lejohet kërkesa? Jo.</a:t>
            </a:r>
          </a:p>
          <a:p>
            <a:pPr lvl="0" indent="-342900" marL="342900">
              <a:buAutoNum type="arabicPeriod"/>
            </a:pPr>
            <a:r>
              <a:rPr/>
              <a:t>Te ID </a:t>
            </a:r>
            <a:r>
              <a:rPr>
                <a:latin typeface="Courier"/>
              </a:rPr>
              <a:t>99</a:t>
            </a:r>
            <a:r>
              <a:rPr/>
              <a:t>: a duhet të shfaqet udhëtimi 1? Jo, 404.</a:t>
            </a:r>
          </a:p>
          <a:p>
            <a:pPr lvl="0" indent="0" marL="0">
              <a:buNone/>
            </a:pPr>
            <a:r>
              <a:rPr>
                <a:hlinkClick r:id="rId2"/>
              </a:rPr>
              <a:t>Hap demonstrimin e Javës 3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Tani kalojmë në ushtrime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Një grup të dhënash fiktive.</a:t>
            </a:r>
          </a:p>
          <a:p>
            <a:pPr lvl="0"/>
            <a:r>
              <a:rPr/>
              <a:t>Tri faqe të lidhura.</a:t>
            </a:r>
          </a:p>
          <a:p>
            <a:pPr lvl="0"/>
            <a:r>
              <a:rPr/>
              <a:t>Një komponent i ripërdorshëm.</a:t>
            </a:r>
          </a:p>
          <a:p>
            <a:pPr lvl="0"/>
            <a:r>
              <a:rPr/>
              <a:t>Tri prova të shkruara në </a:t>
            </a:r>
            <a:r>
              <a:rPr>
                <a:latin typeface="Courier"/>
              </a:rPr>
              <a:t>java-03.md</a:t>
            </a:r>
            <a:r>
              <a:rPr/>
              <a:t>.</a:t>
            </a:r>
          </a:p>
          <a:p>
            <a:pPr lvl="0" indent="0" marL="0">
              <a:buNone/>
            </a:pPr>
            <a:r>
              <a:rPr/>
              <a:t>Të njëjtën rrjedhë mund ta përdorësh për shërbimet e biznesit tënd.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2026-09-29T17:03:21Z</dcterms:created>
  <dcterms:modified xsi:type="dcterms:W3CDTF">2026-09-29T17:03:21Z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