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0eb20a9dd4ad4032"/><Relationship Type="http://schemas.openxmlformats.org/officeDocument/2006/relationships/extended-properties" Target="/docProps/app.xml" Id="Rf279c3e296804256"/><Relationship Type="http://schemas.openxmlformats.org/officeDocument/2006/relationships/officeDocument" Target="/ppt/presentation.xml" Id="R3a74c5f52a48408a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510226a2a945b5"/>
  </p:sldMasterIdLst>
  <p:sldIdLst>
    <p:sldId xmlns:r="http://schemas.openxmlformats.org/officeDocument/2006/relationships" id="256" r:id="R4988a1bfc8ab406d"/>
    <p:sldId xmlns:r="http://schemas.openxmlformats.org/officeDocument/2006/relationships" id="257" r:id="R2033f42ad3f54df1"/>
    <p:sldId xmlns:r="http://schemas.openxmlformats.org/officeDocument/2006/relationships" id="258" r:id="Rbdc40740b2064c9b"/>
    <p:sldId xmlns:r="http://schemas.openxmlformats.org/officeDocument/2006/relationships" id="259" r:id="Rfe3d39ff2b824d0d"/>
    <p:sldId xmlns:r="http://schemas.openxmlformats.org/officeDocument/2006/relationships" id="260" r:id="R9937e8d0253340c4"/>
    <p:sldId xmlns:r="http://schemas.openxmlformats.org/officeDocument/2006/relationships" id="261" r:id="R5bb4642e8daf4ca0"/>
    <p:sldId xmlns:r="http://schemas.openxmlformats.org/officeDocument/2006/relationships" id="262" r:id="R87504c2952434552"/>
    <p:sldId xmlns:r="http://schemas.openxmlformats.org/officeDocument/2006/relationships" id="263" r:id="R2618e826a8f34676"/>
    <p:sldId xmlns:r="http://schemas.openxmlformats.org/officeDocument/2006/relationships" id="264" r:id="R1087d80c7db34a07"/>
    <p:sldId xmlns:r="http://schemas.openxmlformats.org/officeDocument/2006/relationships" id="265" r:id="Rdada7b2b69f14a66"/>
    <p:sldId xmlns:r="http://schemas.openxmlformats.org/officeDocument/2006/relationships" id="266" r:id="R6acc14c20e2c4f9f"/>
    <p:sldId xmlns:r="http://schemas.openxmlformats.org/officeDocument/2006/relationships" id="267" r:id="R6d3b388979fa4b01"/>
    <p:sldId xmlns:r="http://schemas.openxmlformats.org/officeDocument/2006/relationships" id="268" r:id="R69fbd0971d4342c7"/>
    <p:sldId xmlns:r="http://schemas.openxmlformats.org/officeDocument/2006/relationships" id="269" r:id="Rb34102e4fcc2482d"/>
    <p:sldId xmlns:r="http://schemas.openxmlformats.org/officeDocument/2006/relationships" id="270" r:id="R492f5f09d088441e"/>
    <p:sldId xmlns:r="http://schemas.openxmlformats.org/officeDocument/2006/relationships" id="271" r:id="Rc2a0a32085c240bf"/>
    <p:sldId xmlns:r="http://schemas.openxmlformats.org/officeDocument/2006/relationships" id="272" r:id="R721bbdf4739a4af2"/>
    <p:sldId xmlns:r="http://schemas.openxmlformats.org/officeDocument/2006/relationships" id="273" r:id="R967d3bfe606e4968"/>
    <p:sldId xmlns:r="http://schemas.openxmlformats.org/officeDocument/2006/relationships" id="274" r:id="R69578771321c40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31e3d7e8e21948e7"/><Relationship Type="http://schemas.openxmlformats.org/officeDocument/2006/relationships/slideMaster" Target="/ppt/slideMasters/slideMaster1.xml" Id="R0e510226a2a945b5"/><Relationship Type="http://schemas.openxmlformats.org/officeDocument/2006/relationships/presProps" Target="/ppt/presProps.xml" Id="R3cb4b946a4854e0c"/><Relationship Type="http://schemas.openxmlformats.org/officeDocument/2006/relationships/tableStyles" Target="/ppt/tableStyles.xml" Id="R8188f027141f4661"/><Relationship Type="http://schemas.openxmlformats.org/officeDocument/2006/relationships/slide" Target="/ppt/slides/slide1.xml" Id="R4988a1bfc8ab406d"/><Relationship Type="http://schemas.openxmlformats.org/officeDocument/2006/relationships/slide" Target="/ppt/slides/slide2.xml" Id="R2033f42ad3f54df1"/><Relationship Type="http://schemas.openxmlformats.org/officeDocument/2006/relationships/slide" Target="/ppt/slides/slide3.xml" Id="Rbdc40740b2064c9b"/><Relationship Type="http://schemas.openxmlformats.org/officeDocument/2006/relationships/slide" Target="/ppt/slides/slide4.xml" Id="Rfe3d39ff2b824d0d"/><Relationship Type="http://schemas.openxmlformats.org/officeDocument/2006/relationships/slide" Target="/ppt/slides/slide5.xml" Id="R9937e8d0253340c4"/><Relationship Type="http://schemas.openxmlformats.org/officeDocument/2006/relationships/slide" Target="/ppt/slides/slide6.xml" Id="R5bb4642e8daf4ca0"/><Relationship Type="http://schemas.openxmlformats.org/officeDocument/2006/relationships/slide" Target="/ppt/slides/slide7.xml" Id="R87504c2952434552"/><Relationship Type="http://schemas.openxmlformats.org/officeDocument/2006/relationships/slide" Target="/ppt/slides/slide8.xml" Id="R2618e826a8f34676"/><Relationship Type="http://schemas.openxmlformats.org/officeDocument/2006/relationships/slide" Target="/ppt/slides/slide9.xml" Id="R1087d80c7db34a07"/><Relationship Type="http://schemas.openxmlformats.org/officeDocument/2006/relationships/slide" Target="/ppt/slides/slide10.xml" Id="Rdada7b2b69f14a66"/><Relationship Type="http://schemas.openxmlformats.org/officeDocument/2006/relationships/slide" Target="/ppt/slides/slide11.xml" Id="R6acc14c20e2c4f9f"/><Relationship Type="http://schemas.openxmlformats.org/officeDocument/2006/relationships/slide" Target="/ppt/slides/slide12.xml" Id="R6d3b388979fa4b01"/><Relationship Type="http://schemas.openxmlformats.org/officeDocument/2006/relationships/slide" Target="/ppt/slides/slide13.xml" Id="R69fbd0971d4342c7"/><Relationship Type="http://schemas.openxmlformats.org/officeDocument/2006/relationships/slide" Target="/ppt/slides/slide14.xml" Id="Rb34102e4fcc2482d"/><Relationship Type="http://schemas.openxmlformats.org/officeDocument/2006/relationships/slide" Target="/ppt/slides/slide15.xml" Id="R492f5f09d088441e"/><Relationship Type="http://schemas.openxmlformats.org/officeDocument/2006/relationships/slide" Target="/ppt/slides/slide16.xml" Id="Rc2a0a32085c240bf"/><Relationship Type="http://schemas.openxmlformats.org/officeDocument/2006/relationships/slide" Target="/ppt/slides/slide17.xml" Id="R721bbdf4739a4af2"/><Relationship Type="http://schemas.openxmlformats.org/officeDocument/2006/relationships/slide" Target="/ppt/slides/slide18.xml" Id="R967d3bfe606e4968"/><Relationship Type="http://schemas.openxmlformats.org/officeDocument/2006/relationships/slide" Target="/ppt/slides/slide19.xml" Id="R69578771321c40ba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6883f438566c4d8d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f4befffff0ab4756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3791797bf0454eaf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0a87a4221daa47b7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7302d63674e947e4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9043765dc084f79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490EB2-1442-4942-AC02-F30D1C8CA3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1E1FEFB-1B77-4ED7-BD59-FB3787A0471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1A4CC21-3976-4278-AFC2-E47E495284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ED69E2-2B8A-4D38-B390-A445DC7733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DE087C-5BE2-400C-87C8-72C2281C9E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49B2AAF-5CB9-4B72-AED2-8658F9F47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C59D081-DE24-420B-AF10-007DF116F9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78FB5F4-0D5B-412E-A28E-EB670FA654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4304C7-978C-4658-8F7A-56D953353E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8FF7632-BE7B-4E4F-A3DF-C146E53993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fff5a26f6bd24002"/><Relationship Type="http://schemas.openxmlformats.org/officeDocument/2006/relationships/slideLayout" Target="/ppt/slideLayouts/slideLayout1.xml" Id="Ra61d4cae48bf4350"/><Relationship Type="http://schemas.openxmlformats.org/officeDocument/2006/relationships/slideLayout" Target="/ppt/slideLayouts/slideLayout2.xml" Id="Ra13f0ba079f741ac"/><Relationship Type="http://schemas.openxmlformats.org/officeDocument/2006/relationships/slideLayout" Target="/ppt/slideLayouts/slideLayout3.xml" Id="R79f94497b4a74fc8"/><Relationship Type="http://schemas.openxmlformats.org/officeDocument/2006/relationships/slideLayout" Target="/ppt/slideLayouts/slideLayout4.xml" Id="R1c3d0d2ee99445c3"/><Relationship Type="http://schemas.openxmlformats.org/officeDocument/2006/relationships/slideLayout" Target="/ppt/slideLayouts/slideLayout5.xml" Id="R9bbc7ab9ddfa4f9f"/><Relationship Type="http://schemas.openxmlformats.org/officeDocument/2006/relationships/slideLayout" Target="/ppt/slideLayouts/slideLayout6.xml" Id="Rd065dfa3f114401b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1d4cae48bf4350"/>
    <p:sldLayoutId xmlns:r="http://schemas.openxmlformats.org/officeDocument/2006/relationships" id="2147483650" r:id="Ra13f0ba079f741ac"/>
    <p:sldLayoutId xmlns:r="http://schemas.openxmlformats.org/officeDocument/2006/relationships" id="2147483651" r:id="R79f94497b4a74fc8"/>
    <p:sldLayoutId xmlns:r="http://schemas.openxmlformats.org/officeDocument/2006/relationships" id="2147483652" r:id="R1c3d0d2ee99445c3"/>
    <p:sldLayoutId xmlns:r="http://schemas.openxmlformats.org/officeDocument/2006/relationships" id="2147483653" r:id="R9bbc7ab9ddfa4f9f"/>
    <p:sldLayoutId xmlns:r="http://schemas.openxmlformats.org/officeDocument/2006/relationships" id="2147483654" r:id="Rd065dfa3f11440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4cd0f9082e741d4"/><Relationship Type="http://schemas.openxmlformats.org/officeDocument/2006/relationships/image" Target="/ppt/media/image.png" Id="R2bc7b012623f407d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db162bed8ce4866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fe6af7b41954450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e9d2c03b6794d13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abcb17cd02b4f22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ba3be85ce124d90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8dfc549ea814173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d8160b13c14d64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48090d253744090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f12196205fd4f8c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e78cc55283a4f9e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7966c50124f4ff1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8ab8c4fe20f4e15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51b99368efa4009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2945ea6c91944f5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137a44e405241c9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7c98da7c50c4bdd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b4bbcdcd2af435b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3c5f3e987664f94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6AED7C-DBA2-45FC-8580-B04082FE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JAVA 5 · 15.10.2026 · 0–4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C7523-55FC-43D4-97C3-7033A19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01 / 19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60D127-325E-433A-B255-F0CC4464E69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c7b012623f407d"/>
          <a:stretch xmlns:a="http://schemas.openxmlformats.org/drawingml/2006/main"/>
        </p:blipFill>
        <p:spPr>
          <a:xfrm xmlns:a="http://schemas.openxmlformats.org/drawingml/2006/main">
            <a:off x="10287000" y="935076"/>
            <a:ext cx="1333500" cy="263448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A8FE9E-BF13-4EDF-BFE5-FBB4CB05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952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mund ta ndryshojë Arta orën e shoferit?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C6C8B-7DA6-4EFE-AE81-5915381E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Arta hyn në RideShare dhe sheh udhëtimin 2: nisja 08:15.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mjafton që ajo është brenda aplikacionit për ta ndryshuar në 08:25?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03AE9-22CE-48CD-A53B-C633B514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Parashiko para demonstrimit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4DEC73-F9DD-4590-A127-57836D49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Po, sepse ka hyrë me GitHub.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Jo, duhet të jetë shoferi i këtij udhëtimi.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Po, nëse e gjen adresën e panelit.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4299F0-039C-4C70-AE42-EA9155BF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Hyrja provon identitetin. Ndryshimi kërkon edhe rolin shofer dhe pronësinë e udhëtimit.</a:t>
            </a:r>
          </a:p>
        </p:txBody>
      </p:sp>
    </p:spTree>
    <p:extLst>
      <p:ext uri="{BB962C8B-B14F-4D97-AF65-F5344CB8AC3E}">
        <p14:creationId xmlns:p14="http://schemas.microsoft.com/office/powerpoint/2010/main" val="15328290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49E169-908C-4BED-A447-2847655FD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VAZHDIMI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84C26-8809-4D0B-8605-1601FDBA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02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DC646-3993-495A-BFDB-6E122C90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4177B-8323-47AC-82E0-3A6AE9B6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2: problemi dhe skica. Java 3: lista, detajet dhe adresat.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4: Neon ruan orën; lista dhe detajet e lexojnë.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Java 5: identiteti dhe lejet për ndryshimin e orës.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3BFB56-A2F7-4700-A056-C38AD654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Skica · J2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6D373-F14E-4428-A38D-6A5A52E6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A35DB9-0326-4C57-BF28-930E9F7C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Ekranet · J3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7DD53A-0C12-4027-8EED-619DB236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656A93-9B12-465D-AA22-D4B309C1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Databaza · J4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AF73B-946F-4A7F-A3B6-414E1018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A3183C-6F19-4843-9154-F420EE6A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Lejet · J5</a:t>
            </a:r>
          </a:p>
        </p:txBody>
      </p:sp>
    </p:spTree>
    <p:extLst>
      <p:ext uri="{BB962C8B-B14F-4D97-AF65-F5344CB8AC3E}">
        <p14:creationId xmlns:p14="http://schemas.microsoft.com/office/powerpoint/2010/main" val="9999415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5D4B97-0B97-4A12-9B5B-5D4CDC3F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KONCEPTET · 7–12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0AC1A-C9C7-4A4E-BF9A-1BC55CBA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03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7DDBA-99F9-4686-9D44-25D51195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Identiteti, roli dhe pronësia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E33BD-3CA8-4BED-A613-B84070AF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Autentifikimi: kush je? GitHub verifikon llogarinë.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Autorizimi: çfarë lejohet të bësh? Serveri kontrollon rolin dhe pronarin.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ABB73-7882-46FE-94FD-D4596300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Identiteti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374835-F988-44BC-9856-410A9A96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4766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Jam Arta · ID 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3FA6BA-493F-4647-82F4-2AC8073D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Roli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DE11A1-BAA8-4BA6-922C-983194CE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0100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Jam udhëtare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377A8-90A8-4E84-90F8-D8747061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428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Pronësia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9F4864-5AFE-4E24-96CA-9686F88E0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43425"/>
            <a:ext cx="638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Udhëtimi 2 është i Dritonit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8C543-CA14-4FD0-BCAD-433B0114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Arta është identifikuar, por nuk ka leje të ndryshojë orën e Dritonit.</a:t>
            </a:r>
          </a:p>
        </p:txBody>
      </p:sp>
    </p:spTree>
    <p:extLst>
      <p:ext uri="{BB962C8B-B14F-4D97-AF65-F5344CB8AC3E}">
        <p14:creationId xmlns:p14="http://schemas.microsoft.com/office/powerpoint/2010/main" val="6087399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A2C16B-CD4E-46B3-B0BB-99D98B89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NJË SHEMBULL NGA AAB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6AE46-FEAE-40BC-973D-67399F20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04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C1CEF-9252-4696-8C2E-82860E80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Karta e studentit nuk të bën profesor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5F7EC-8FA5-4EB9-92F4-6AD89B4A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Karta tregon kush je dhe të lejon të hysh si student.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Për të ndryshuar notat duhet rol i autorizuar dhe qasje në lëndën përkatëse.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 kështu, hyrja në RideShare nuk të bën pronar të çdo udhëtimi.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48076C-5D0F-48B3-874A-65281671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Përmend një rast tjetër: klienti i lokalit mund të rezervojë, por nuk ndryshon orarin e punonjësit.</a:t>
            </a:r>
          </a:p>
        </p:txBody>
      </p:sp>
    </p:spTree>
    <p:extLst>
      <p:ext uri="{BB962C8B-B14F-4D97-AF65-F5344CB8AC3E}">
        <p14:creationId xmlns:p14="http://schemas.microsoft.com/office/powerpoint/2010/main" val="16229854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4E5B78-23F9-4CC8-9903-826C99AF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IDENTITETI · 12–16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966CC-111C-4673-98E5-7C0D088A6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05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0BE80-7CB2-49D7-A9E0-2487144F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Hyrja me GitHub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5327C5-90A2-4134-A0E5-B1058BE2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Studenti përdor llogarinë GitHub që e ka tashmë.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Aplikacioni ynë nuk kërkon dhe nuk ruan fjalëkalimin e GitHub-it.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OAuth (Open Authorization – autorizim i hapur) lejon këtë rrjedhë; këtu përdorim profilin e verifikuar për hyrje.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DEAB3-4757-4D42-9923-BBA2C299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Hyr me GitHub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778E2C-7110-4979-AE88-29ACA671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1B8759-2E15-47AB-8EB8-467BE1A1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GitHub verifikon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4A2D49-C3BA-424F-B782-31BF4300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81699-7DEE-448C-BE5B-7CD6AEE0F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Kthim në RideShare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38A56F-6574-4A9F-8B61-AF3EC091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A3B44-2B48-4F54-8303-24BF13EC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B89CC-AE84-4399-B472-47AFC32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https://next-auth.js.org/providers/github | https://docs.github.com/en/apps/oauth-apps/building-oauth-apps/creating-an-oauth-app</a:t>
            </a:r>
          </a:p>
        </p:txBody>
      </p:sp>
    </p:spTree>
    <p:extLst>
      <p:ext uri="{BB962C8B-B14F-4D97-AF65-F5344CB8AC3E}">
        <p14:creationId xmlns:p14="http://schemas.microsoft.com/office/powerpoint/2010/main" val="14877158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E88BBF-B191-4B52-907A-8F9D50B6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SESIONI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05A5CE-35C0-4ED0-9E71-26601FBA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06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77FF5-CEDA-46D5-AFDA-55391791A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Sesioni: aplikacioni të njeh pas rifreskimit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04F3CC-EBDE-4BAA-BBBA-425422F9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hyrjes, biblioteka ruan një cookie sesioni në shfletues.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Cookie (skedar i vogël i shfletuesit) dërgohet me kërkesën; serveri e verifikon.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shembull sesioni ka afat dy orë. Vetëm emri i shkruar në ekran nuk është provë identiteti.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B9739-971C-4B07-82F0-18097C2F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Shfletuesi + cookie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AB745F-0776-4C11-AE6F-EE0D9DA2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2100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53928-33C6-4034-9B3B-6604E525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0225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 verifikon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EBF126-CDE1-414D-866F-3EC30EFE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2725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19243-CCBC-48B8-89C7-0C40E67EB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4333875"/>
            <a:ext cx="349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Profili në Neon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97AE49-7239-4AC2-8124-0A31B9EA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https://next-auth.js.org/configuration/options</a:t>
            </a:r>
          </a:p>
        </p:txBody>
      </p:sp>
    </p:spTree>
    <p:extLst>
      <p:ext uri="{BB962C8B-B14F-4D97-AF65-F5344CB8AC3E}">
        <p14:creationId xmlns:p14="http://schemas.microsoft.com/office/powerpoint/2010/main" val="71924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D651CC-009C-4686-889B-0B211575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LEJET · 16–20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C48AA-81E2-4A18-97F7-674C9F57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07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95F043-54B6-4980-866C-1E84B3C9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Roli ruhet në Neon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C30D11-D18B-4579-A9B0-4D793F3AD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Çdo përdorues i ri fillon si udhëtar.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Administratori i laboratorit cakton rolin shofer nga SQL Editor. Nuk ka buton “Bëhu shofer” në aplikacion.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e lexon rolin përsëri para çdo ndryshimi.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9768C-0925-4841-AB82-D06D5AFC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Arta · ID 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7ECFBF-7F81-49F6-BDF8-1296F7DE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udhetar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A9A18-C165-40F3-9C66-A51EE5A2F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Dritoni · ID 202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089F6-348E-428B-A7DD-421D94AF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F637DF-CE03-4D32-84E7-8A8897AE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Nëse Arta dërgon role=shofer nga shfletuesi, serveri e injoron. Roli merret nga databaza.</a:t>
            </a:r>
          </a:p>
        </p:txBody>
      </p:sp>
    </p:spTree>
    <p:extLst>
      <p:ext uri="{BB962C8B-B14F-4D97-AF65-F5344CB8AC3E}">
        <p14:creationId xmlns:p14="http://schemas.microsoft.com/office/powerpoint/2010/main" val="16379953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E84C6C-B5FF-4EE8-AE0C-BDDAC1B6A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PRONËSIA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9A806-52DF-437D-876F-58CAA81B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08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B307D7-F3F9-4000-8C16-BBE6CF7C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Shoferi ka leje vetëm për udhëtimin e vet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3E9805-9275-4459-87B1-EC097FE0966C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53750" cy="2333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2190750"/>
                <a:gridCol w="2571750"/>
                <a:gridCol w="2857500"/>
              </a:tblGrid>
              <a:tr h="5834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Përdoruesi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ID udhëtimit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Pronari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D34D"/>
                          </a:solidFill>
                          <a:latin typeface="Arial"/>
                          <a:ea typeface="Arial"/>
                          <a:cs typeface="Arial"/>
                        </a:rPr>
                        <a:t>Ndryshon orën?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Arta · udhëtare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Jo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 · shofer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Po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  <a:tr h="5834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Dritoni · shofer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Shofer tjetër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EAF1FF"/>
                          </a:solidFill>
                          <a:latin typeface="Arial"/>
                          <a:ea typeface="Arial"/>
                          <a:cs typeface="Arial"/>
                        </a:rPr>
                        <a:t>Jo</a:t>
                      </a:r>
                    </a:p>
                  </a:txBody>
                  <a:tcPr marL="133350" marR="133350" marT="95250" marB="95250">
                    <a:solidFill>
                      <a:srgbClr val="1E2632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A4B66-3CE4-48D2-AEF4-2041C93A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Dritoni është shofer, por udhëtimi 1 i përket një shoferi tjetër.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6ABDE-7D5C-48A5-A8D3-160EFBD4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Roli shofer nuk mjafton. Duhet edhe shofer_id = ID e përdoruesit në sesion.</a:t>
            </a:r>
          </a:p>
        </p:txBody>
      </p:sp>
    </p:spTree>
    <p:extLst>
      <p:ext uri="{BB962C8B-B14F-4D97-AF65-F5344CB8AC3E}">
        <p14:creationId xmlns:p14="http://schemas.microsoft.com/office/powerpoint/2010/main" val="15782012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A067FB-1C16-4EC9-ACCE-2DC93B98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 · 20–24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31372-8268-47AD-B77E-3EF7296F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09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692CC6-E355-4E18-9795-53F95933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Kontrolli para ruajtjes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DA9886-ECCC-45FA-80F0-666AF62A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ndjek të njëjtat pyetje për çdo kërkesë, edhe kur butoni nuk shfaqet.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DE6818-D00C-441E-ACCD-19887C23F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Ka sesion?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DBF9FC-61C8-4935-9BA0-7B68AD8D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9444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3B1236-5302-45EB-8731-51B68D4A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7569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Është shofer?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8B1722-E07E-487A-89F1-A88F634C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413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E7311D-6BC0-4897-BA29-2093956D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Është pronari?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0FB7B-4F12-498F-A3A1-59DB4642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5381" y="4476750"/>
            <a:ext cx="23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15728-5D0D-422A-BDA1-3662E86B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3506" y="4333875"/>
            <a:ext cx="2559844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Ora është e vlefshme?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5FA72-44E7-4053-80C7-91C79EE3B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Nëse ndonjë kontroll dështon, databaza nuk ndryshon. Mesazhi tregon arsyen.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2562D-77FC-465F-AE04-5BDDE98A7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modelin ilustrues të lejeve →</a:t>
            </a:r>
          </a:p>
        </p:txBody>
      </p:sp>
    </p:spTree>
    <p:extLst>
      <p:ext uri="{BB962C8B-B14F-4D97-AF65-F5344CB8AC3E}">
        <p14:creationId xmlns:p14="http://schemas.microsoft.com/office/powerpoint/2010/main" val="164055878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9346B-3687-42DB-AB64-0678AABA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SHEMBULL I SHPJEGUAR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DA7AE-01C5-4CF8-9671-F5AE7FA8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10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B0776F-E90E-45EB-B5F4-AB7F1202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 e pronarit vjen nga sesioni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C13AEA-B23F-4940-AAF0-C05E191B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id: udhëtimi që po ndryshojmë. ora: vlera që propozoi formulari.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p.id: identiteti i verifikuar; nuk e marrim nga një input i përdoruesit.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B5C38C-856F-4B2F-8CFB-0DBFCE73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UPDATE udhetimet SET ora = ${ora}</a:t>
            </a:r>
          </a:p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WHERE id = ${id} AND shofer_id = ${p.id}</a:t>
            </a:r>
          </a:p>
          <a:p xmlns:a="http://schemas.openxmlformats.org/drawingml/2006/main">
            <a:pPr>
              <a:defRPr sz="2025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RETURNING id;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26C9B-668C-4577-8936-1227CB2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Në kodin e plotë kontrollojmë edhe rolin. RETURNING tregon nëse u ndryshua një rresht.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DB94B-0225-4CC4-A298-4FE91007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https://www.postgresql.org/docs/current/sql-update.html</a:t>
            </a:r>
          </a:p>
        </p:txBody>
      </p:sp>
    </p:spTree>
    <p:extLst>
      <p:ext uri="{BB962C8B-B14F-4D97-AF65-F5344CB8AC3E}">
        <p14:creationId xmlns:p14="http://schemas.microsoft.com/office/powerpoint/2010/main" val="8017951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0A2CF3-F793-490F-91B9-27D7F381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NJË GABIM I ZAKONSHËM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BE38F8-E083-4B90-A2C4-C90AF295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11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A3065-E52B-4737-B309-27415390F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Fshehja e butonit dhe mbrojtja e veprimit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627B2-D0CE-479A-9B74-C59B9B5C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Ndërfaqja i fsheh formularin udhëtarit që të mos e hutojë.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Por shfletuesi mund të modifikohet. Dikush mund të provojë një kërkesë direkte.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Serveri e kontrollon sesionin dhe lejen sërish para UPDATE.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D37C80-26B7-47C2-8501-1ECEEB04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CCD6B5-7F80-4DFA-A6D8-534471A3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Tregon veprimet e dobishme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9FED5D-C8C1-4D91-A4D3-8106D68D2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A373A-FD99-453C-96D4-7271DEC3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Vendos nëse veprimi lejohet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F010A8-BDDD-4342-8C26-4DB824B1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Një buton i fshehur nuk është masë e mjaftueshme sigurie.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BEF25-7E0D-459F-A79C-DB3DF937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10230038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687889-77A0-419C-853F-D084180D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MBYLLJA E HYRJES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05524-0F96-41F4-97E4-4982D3FF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12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E233E-7BD9-44A5-A686-BBFF73EA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Dalja dhe skadimi i sesionit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09A79-0D80-4E53-9ECA-654D3DB0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Dil e heq sesionin nga ky shfletues. Kthimi te paneli kërkon hyrje përsëri.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Pas skadimit duhet identifikim i ri; një skedë e vjetër nuk jep leje përgjithmonë.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modelin me JWT (JSON Web Token – token web në format JSON), dalja nuk revokon automatikisht kopje të vjedhura të tokenit.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838EFD-5B3F-4663-8D88-FB41DB3A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Për prodhim duhen edhe politika revokimi dhe monitorimi. Në laborator provojmë daljen në shfletuesin tonë.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30D8A-4FEE-4A48-BD4E-214397E9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38925"/>
            <a:ext cx="10953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https://next-auth.js.org/configuration/options</a:t>
            </a:r>
          </a:p>
        </p:txBody>
      </p:sp>
    </p:spTree>
    <p:extLst>
      <p:ext uri="{BB962C8B-B14F-4D97-AF65-F5344CB8AC3E}">
        <p14:creationId xmlns:p14="http://schemas.microsoft.com/office/powerpoint/2010/main" val="5644125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91797-1F59-479D-A7C3-7D25D9A7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KONFIGURIMI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07547-868D-475F-97EA-54F1FF56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13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9A7442-1518-4127-AEBF-29DBAAE5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Sekretet kanë punë të ndryshme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418FE-F274-417A-BB74-859B6505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DATABASE_URL: lidh serverin me Neon. GITHUB_ID: identifikon OAuth App, jo studentin.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GITHUB_SECRET: sekreti i OAuth App. NEXTAUTH_SECRET: mbron sesionet.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Asnjë sekret nuk shkon në GitHub ose në NEXT_PUBLIC_.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ADF283-5058-442E-9D5F-9E59361D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GitHub ID e përdoruesit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8287A-08D6-4C29-B29A-DCF7C3A8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Identiteti i Artës ose Dritonit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A1529-ADAB-42EF-886B-397AF968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Client ID e OAuth App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8A92DA-9BC3-43E6-9EB2-A92BF14C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Identiteti i aplikacionit RideShare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02546-0767-4EB7-8FB8-3F5C14C83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ID-ja e studentit dhe Client ID e aplikacionit janë gjëra të ndryshme.</a:t>
            </a:r>
          </a:p>
        </p:txBody>
      </p:sp>
    </p:spTree>
    <p:extLst>
      <p:ext uri="{BB962C8B-B14F-4D97-AF65-F5344CB8AC3E}">
        <p14:creationId xmlns:p14="http://schemas.microsoft.com/office/powerpoint/2010/main" val="16922372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8B6BD-294C-4383-BB1B-800873FC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PROVOJMË SË BASHKU · 24–34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C26EE-EED3-4CF4-82DE-84B37F5F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14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49C6F-B91F-4EE8-9430-71DC226B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Demonstrim: një ruajtje dhe dy refuzime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C9443-7068-4787-A6E8-B4EB95FC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Parashiko rezultatin përpara çdo klikimi.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ndryshon ID 2 → lista dhe detajet tregojnë orën e 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Ndryshon ID në 1 → refuzohet. Pas daljes, formulari i vjetër nuk ka më leje.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7B2CCE-9A3F-4F08-AF51-0DE551F1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rrjedhën e demonstrimit →</a:t>
            </a:r>
          </a:p>
        </p:txBody>
      </p:sp>
    </p:spTree>
    <p:extLst>
      <p:ext uri="{BB962C8B-B14F-4D97-AF65-F5344CB8AC3E}">
        <p14:creationId xmlns:p14="http://schemas.microsoft.com/office/powerpoint/2010/main" val="1555930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5F221A-FE7A-4229-88DB-16222E3A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DISKUTIM · 34–38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0E47C-4E11-4200-A71F-4E160B89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15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66BCF-23C7-4C1A-8490-D0E97790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ndodh nëse ndryshoj ID në formular?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11E5B9-9349-47F6-9F04-922C73F75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Dritoni ka leje për ID 2. Në DevTools e ndryshon input-in e fshehur nga 2 në 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FF6E8F-A2AF-4BC9-8D1B-2F9A8AA2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Cili kontroll e ndalon?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78450E-E438-44CD-A8D4-5BDD7739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A · Butoni kishte ngjyrë tjetër.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B · Sesioni mban vetëm emrin.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C · Serveri kërkon që shofer_id të përputhet me identitetin e sesionit.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C6D7F4-9D8B-47DC-AE7E-9D3B7E2F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ID 1 ka pronar tjetër. UPDATE nuk gjen rresht me të dy kushtet dhe nuk ndryshon orën.</a:t>
            </a:r>
          </a:p>
        </p:txBody>
      </p:sp>
    </p:spTree>
    <p:extLst>
      <p:ext uri="{BB962C8B-B14F-4D97-AF65-F5344CB8AC3E}">
        <p14:creationId xmlns:p14="http://schemas.microsoft.com/office/powerpoint/2010/main" val="12495406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EE042-2AB1-4FE2-8540-BBCEEB24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REAGIMI NDAJ PËRDORUESIT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265257-5331-40EA-911A-4B919A4E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16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03006B-8263-43D6-BBF0-6F342EE5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Mesazhet duhet të shpjegojnë çfarë ndodhi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BD2AE-3EED-4F1F-B4CB-A3DED4D6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Pa hyrje: “Hyr në llogari”. Pa leje: “Nuk ke leje për këtë udhëtim”.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Ora e gabuar: “Shkruaj një orë të vlefshme”. Neon nuk përgjigjet: “Provo përsëri”.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Vetëm pas ruajtjes së konfirmuar shfaqim sukses.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ADFCB-9B00-478E-B812-C9371588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401 (Unauthorized) zakonisht tregon mungesë identifikimi; 403 (Forbidden) refuzim lejeje. Formulari ynë shfaq mesazhe të lexueshme përmes ridrejtimit.</a:t>
            </a:r>
          </a:p>
        </p:txBody>
      </p:sp>
    </p:spTree>
    <p:extLst>
      <p:ext uri="{BB962C8B-B14F-4D97-AF65-F5344CB8AC3E}">
        <p14:creationId xmlns:p14="http://schemas.microsoft.com/office/powerpoint/2010/main" val="89427084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61FEB-3EC2-4985-ABB6-9BF2C7A3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PUNA PRAKTIKE · 38–41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91A453-EA89-49DD-BE5E-6FAD2514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17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DB00FA-42A0-45BB-8490-30083425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Rezultati i ushtrimeve në 90 minuta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27FF9A-6354-4033-97E7-C26020F5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Hyrje GitHub, panel me emrin dhe rolin, dalje.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ruan orën e udhëtimit të vet në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Tri prova në java-05.md; dorëzim në minutën 70 dhe kohë për korrigjime.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49D0D-2F58-40FB-9C92-DC0B27BF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CD34D"/>
                </a:solidFill>
                <a:latin typeface="Arial"/>
                <a:ea typeface="Arial"/>
                <a:cs typeface="Arial"/>
              </a:rPr>
              <a:t>Në faqe: Hap prezantimin e ushtrimeve →</a:t>
            </a:r>
          </a:p>
        </p:txBody>
      </p:sp>
    </p:spTree>
    <p:extLst>
      <p:ext uri="{BB962C8B-B14F-4D97-AF65-F5344CB8AC3E}">
        <p14:creationId xmlns:p14="http://schemas.microsoft.com/office/powerpoint/2010/main" val="11092746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6BC36A-8E0A-4F25-AE64-4A9D3FAF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LIDHJA ME PROJEKTIN INDIVIDUAL · 41–44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6B9D3-2909-4442-9E6F-39852303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18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BB8EA-A950-48A9-8601-80BA7841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parim për biznesin tënd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F23B38-1926-4CEE-B212-F46DFA6C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një servis: klienti sheh terminin; tekniku ndryshon vetëm terminet e caktuara atij.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Në porosi ushqimi: klienti sheh porosinë e vet; kuzhina përditëson statusin e porosive të lokalit.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Emërto përdoruesin, veprimin dhe pronarin në biznesin që ke zgjedhur.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4BAA32-A48A-4094-BCA5-D14C5BB0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RideShare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EF321A-E47D-4A11-ACCC-52D97A00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8625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Shoferi → udhëtimi i vet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A42537-B635-4171-84AC-4052BE7A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428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39756-1B46-46DB-94D2-3E6EAD2F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953000"/>
            <a:ext cx="638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Punonjësi → puna që i përket</a:t>
            </a:r>
          </a:p>
        </p:txBody>
      </p:sp>
    </p:spTree>
    <p:extLst>
      <p:ext uri="{BB962C8B-B14F-4D97-AF65-F5344CB8AC3E}">
        <p14:creationId xmlns:p14="http://schemas.microsoft.com/office/powerpoint/2010/main" val="17718057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0AD879-9D7F-4D07-89EC-5778F688A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09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CD34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CD34D"/>
                </a:solidFill>
                <a:latin typeface="Arial"/>
                <a:ea typeface="Arial"/>
                <a:cs typeface="Arial"/>
              </a:rPr>
              <a:t>EXIT TICKET · 44–45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2F58D-6AC3-4E6E-94CB-CADEDA713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8575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B7C5D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C5DB"/>
                </a:solidFill>
                <a:latin typeface="Arial"/>
                <a:ea typeface="Arial"/>
                <a:cs typeface="Arial"/>
              </a:rPr>
              <a:t>19 / 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A53901-B401-4D89-B0DA-E1A372B7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04875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se të mbyllim ligjëratën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FE26B-36F1-4FD8-AFAA-9758EF35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1. Kush e verifikon identitetin? 2. Ku ruhet roli?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3. Pse duhen kontrolle në server edhe kur formulari fshihet?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EAF1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AF1FF"/>
                </a:solidFill>
                <a:latin typeface="Arial"/>
                <a:ea typeface="Arial"/>
                <a:cs typeface="Arial"/>
              </a:rPr>
              <a:t>Shpjego me një shembull tëndin pa lexuar kodin.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1B9B38-DFBC-4794-B0C2-AF13B8D6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Përgjigjja: GitHub verifikon llogarinë; Neon ruan rolin dhe pronarin; serveri vendos për çdo ndryshim.</a:t>
            </a:r>
          </a:p>
        </p:txBody>
      </p:sp>
    </p:spTree>
    <p:extLst>
      <p:ext uri="{BB962C8B-B14F-4D97-AF65-F5344CB8AC3E}">
        <p14:creationId xmlns:p14="http://schemas.microsoft.com/office/powerpoint/2010/main" val="20975558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2026-10-14T10:56:22.0250000Z</dcterms:created>
  <dcterms:modified xsi:type="dcterms:W3CDTF">2026-10-14T10:56:22.0250000Z</dcterms:modified>
</coreProperties>
</file>