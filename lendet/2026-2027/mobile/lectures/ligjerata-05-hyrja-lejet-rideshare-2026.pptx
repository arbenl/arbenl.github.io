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a009db5c2aac445d"/><Relationship Type="http://schemas.openxmlformats.org/officeDocument/2006/relationships/extended-properties" Target="/docProps/app.xml" Id="R6ec2d437f3f44171"/><Relationship Type="http://schemas.openxmlformats.org/officeDocument/2006/relationships/officeDocument" Target="/ppt/presentation.xml" Id="Re588e9f98ff74360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c0461688854029"/>
  </p:sldMasterIdLst>
  <p:sldIdLst>
    <p:sldId xmlns:r="http://schemas.openxmlformats.org/officeDocument/2006/relationships" id="256" r:id="R07da8900fdbd436d"/>
    <p:sldId xmlns:r="http://schemas.openxmlformats.org/officeDocument/2006/relationships" id="257" r:id="R9affa4b292c34e47"/>
    <p:sldId xmlns:r="http://schemas.openxmlformats.org/officeDocument/2006/relationships" id="258" r:id="R028e769b095d458d"/>
    <p:sldId xmlns:r="http://schemas.openxmlformats.org/officeDocument/2006/relationships" id="259" r:id="Rb2fa812846094158"/>
    <p:sldId xmlns:r="http://schemas.openxmlformats.org/officeDocument/2006/relationships" id="260" r:id="R96f5cfe992d44a52"/>
    <p:sldId xmlns:r="http://schemas.openxmlformats.org/officeDocument/2006/relationships" id="261" r:id="R367f7d4167dc4299"/>
    <p:sldId xmlns:r="http://schemas.openxmlformats.org/officeDocument/2006/relationships" id="262" r:id="Rfc6f0dc542c84f00"/>
    <p:sldId xmlns:r="http://schemas.openxmlformats.org/officeDocument/2006/relationships" id="263" r:id="R5bb25875755d4a37"/>
    <p:sldId xmlns:r="http://schemas.openxmlformats.org/officeDocument/2006/relationships" id="264" r:id="Rd259049c2c91400f"/>
    <p:sldId xmlns:r="http://schemas.openxmlformats.org/officeDocument/2006/relationships" id="265" r:id="Rfec50c535a0a438b"/>
    <p:sldId xmlns:r="http://schemas.openxmlformats.org/officeDocument/2006/relationships" id="266" r:id="R1278c3d84c40424e"/>
    <p:sldId xmlns:r="http://schemas.openxmlformats.org/officeDocument/2006/relationships" id="267" r:id="R7da3158362434e8d"/>
    <p:sldId xmlns:r="http://schemas.openxmlformats.org/officeDocument/2006/relationships" id="268" r:id="R93ed994579ff41a6"/>
    <p:sldId xmlns:r="http://schemas.openxmlformats.org/officeDocument/2006/relationships" id="269" r:id="Rde186ae04867440b"/>
    <p:sldId xmlns:r="http://schemas.openxmlformats.org/officeDocument/2006/relationships" id="270" r:id="R6e587f706f874a62"/>
    <p:sldId xmlns:r="http://schemas.openxmlformats.org/officeDocument/2006/relationships" id="271" r:id="R1280b6c64a334d69"/>
    <p:sldId xmlns:r="http://schemas.openxmlformats.org/officeDocument/2006/relationships" id="272" r:id="R88a714e39eba41ab"/>
    <p:sldId xmlns:r="http://schemas.openxmlformats.org/officeDocument/2006/relationships" id="273" r:id="Rd5e52cb76bf74398"/>
    <p:sldId xmlns:r="http://schemas.openxmlformats.org/officeDocument/2006/relationships" id="274" r:id="Rb7dbde05e3c0454e"/>
    <p:sldId xmlns:r="http://schemas.openxmlformats.org/officeDocument/2006/relationships" id="275" r:id="R68851af7ea964f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595836b23ae94eee"/><Relationship Type="http://schemas.openxmlformats.org/officeDocument/2006/relationships/slideMaster" Target="/ppt/slideMasters/slideMaster1.xml" Id="Re6c0461688854029"/><Relationship Type="http://schemas.openxmlformats.org/officeDocument/2006/relationships/presProps" Target="/ppt/presProps.xml" Id="Rf7d7c088bba54fa1"/><Relationship Type="http://schemas.openxmlformats.org/officeDocument/2006/relationships/tableStyles" Target="/ppt/tableStyles.xml" Id="Rd1e1dd3881d44b72"/><Relationship Type="http://schemas.openxmlformats.org/officeDocument/2006/relationships/slide" Target="/ppt/slides/slide1.xml" Id="R07da8900fdbd436d"/><Relationship Type="http://schemas.openxmlformats.org/officeDocument/2006/relationships/slide" Target="/ppt/slides/slide2.xml" Id="R9affa4b292c34e47"/><Relationship Type="http://schemas.openxmlformats.org/officeDocument/2006/relationships/slide" Target="/ppt/slides/slide3.xml" Id="R028e769b095d458d"/><Relationship Type="http://schemas.openxmlformats.org/officeDocument/2006/relationships/slide" Target="/ppt/slides/slide4.xml" Id="Rb2fa812846094158"/><Relationship Type="http://schemas.openxmlformats.org/officeDocument/2006/relationships/slide" Target="/ppt/slides/slide5.xml" Id="R96f5cfe992d44a52"/><Relationship Type="http://schemas.openxmlformats.org/officeDocument/2006/relationships/slide" Target="/ppt/slides/slide6.xml" Id="R367f7d4167dc4299"/><Relationship Type="http://schemas.openxmlformats.org/officeDocument/2006/relationships/slide" Target="/ppt/slides/slide7.xml" Id="Rfc6f0dc542c84f00"/><Relationship Type="http://schemas.openxmlformats.org/officeDocument/2006/relationships/slide" Target="/ppt/slides/slide8.xml" Id="R5bb25875755d4a37"/><Relationship Type="http://schemas.openxmlformats.org/officeDocument/2006/relationships/slide" Target="/ppt/slides/slide9.xml" Id="Rd259049c2c91400f"/><Relationship Type="http://schemas.openxmlformats.org/officeDocument/2006/relationships/slide" Target="/ppt/slides/slide10.xml" Id="Rfec50c535a0a438b"/><Relationship Type="http://schemas.openxmlformats.org/officeDocument/2006/relationships/slide" Target="/ppt/slides/slide11.xml" Id="R1278c3d84c40424e"/><Relationship Type="http://schemas.openxmlformats.org/officeDocument/2006/relationships/slide" Target="/ppt/slides/slide12.xml" Id="R7da3158362434e8d"/><Relationship Type="http://schemas.openxmlformats.org/officeDocument/2006/relationships/slide" Target="/ppt/slides/slide13.xml" Id="R93ed994579ff41a6"/><Relationship Type="http://schemas.openxmlformats.org/officeDocument/2006/relationships/slide" Target="/ppt/slides/slide14.xml" Id="Rde186ae04867440b"/><Relationship Type="http://schemas.openxmlformats.org/officeDocument/2006/relationships/slide" Target="/ppt/slides/slide15.xml" Id="R6e587f706f874a62"/><Relationship Type="http://schemas.openxmlformats.org/officeDocument/2006/relationships/slide" Target="/ppt/slides/slide16.xml" Id="R1280b6c64a334d69"/><Relationship Type="http://schemas.openxmlformats.org/officeDocument/2006/relationships/slide" Target="/ppt/slides/slide17.xml" Id="R88a714e39eba41ab"/><Relationship Type="http://schemas.openxmlformats.org/officeDocument/2006/relationships/slide" Target="/ppt/slides/slide18.xml" Id="Rd5e52cb76bf74398"/><Relationship Type="http://schemas.openxmlformats.org/officeDocument/2006/relationships/slide" Target="/ppt/slides/slide19.xml" Id="Rb7dbde05e3c0454e"/><Relationship Type="http://schemas.openxmlformats.org/officeDocument/2006/relationships/slide" Target="/ppt/slides/slide20.xml" Id="R68851af7ea964f0d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8cfd2824a554b82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608e03caed744fa4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c0372be43c14b34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ed9c84fd26a4dc4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87e331e3c3a4fb7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9f871901591495d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B51D88-EED4-45C6-B81C-0393C6A511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08FCA49-D2E2-43A3-A188-15A25632486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4B70489-5E4C-4922-85E4-0E590D4053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9DB8E1-FBE8-45E2-A9AE-C2EA4A3B20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35BB0BA-036D-485C-B418-8ED25506B2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A7F206-87B0-4110-A32D-FC039F09F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1BCAFC-2FB1-4042-8C3B-BCF07742B1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0D058A2-5EB0-4D0D-BC6A-75F455BD10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DDB6B8-6E1B-436D-8C71-E75B5B4B1C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DE0553-1398-4F53-854E-378733AD6E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73c9064a111e4f45"/><Relationship Type="http://schemas.openxmlformats.org/officeDocument/2006/relationships/slideLayout" Target="/ppt/slideLayouts/slideLayout1.xml" Id="R988b826a36d14ac5"/><Relationship Type="http://schemas.openxmlformats.org/officeDocument/2006/relationships/slideLayout" Target="/ppt/slideLayouts/slideLayout2.xml" Id="R911df8b2aeb047c7"/><Relationship Type="http://schemas.openxmlformats.org/officeDocument/2006/relationships/slideLayout" Target="/ppt/slideLayouts/slideLayout3.xml" Id="R69ee2c8a129f4983"/><Relationship Type="http://schemas.openxmlformats.org/officeDocument/2006/relationships/slideLayout" Target="/ppt/slideLayouts/slideLayout4.xml" Id="R01c46ec46d8d4845"/><Relationship Type="http://schemas.openxmlformats.org/officeDocument/2006/relationships/slideLayout" Target="/ppt/slideLayouts/slideLayout5.xml" Id="R0f3c48cf3e004c6a"/><Relationship Type="http://schemas.openxmlformats.org/officeDocument/2006/relationships/slideLayout" Target="/ppt/slideLayouts/slideLayout6.xml" Id="R39437dc9bb0448c4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8b826a36d14ac5"/>
    <p:sldLayoutId xmlns:r="http://schemas.openxmlformats.org/officeDocument/2006/relationships" id="2147483650" r:id="R911df8b2aeb047c7"/>
    <p:sldLayoutId xmlns:r="http://schemas.openxmlformats.org/officeDocument/2006/relationships" id="2147483651" r:id="R69ee2c8a129f4983"/>
    <p:sldLayoutId xmlns:r="http://schemas.openxmlformats.org/officeDocument/2006/relationships" id="2147483652" r:id="R01c46ec46d8d4845"/>
    <p:sldLayoutId xmlns:r="http://schemas.openxmlformats.org/officeDocument/2006/relationships" id="2147483653" r:id="R0f3c48cf3e004c6a"/>
    <p:sldLayoutId xmlns:r="http://schemas.openxmlformats.org/officeDocument/2006/relationships" id="2147483654" r:id="R39437dc9bb0448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536a8a27bbd4458"/><Relationship Type="http://schemas.openxmlformats.org/officeDocument/2006/relationships/image" Target="/ppt/media/image.png" Id="R742b510e16f94417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954bc36205b48c7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59c257a403d4f8f"/><Relationship Type="http://schemas.openxmlformats.org/officeDocument/2006/relationships/image" Target="/ppt/media/image2.png" Id="Rfd1474f4b55641bb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01ab7bb5e864536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381b7971ed94500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b3eeeb87b4e45fa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256677a3dfc4519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4cd005715904d0d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213c8de367f42e0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a7415a4b3b549d5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2cebeb8d9a84761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b171f558e7d493f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ddebead1c084b1a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37d6a71975b4c87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f750fb204114296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e1ce8a948e9433e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0921b58ac4e453f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7f1e941548d4945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1f8350773da4d38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57258fce2c14f7f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38046-A4F6-48B3-8713-4D2DC4C1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JAVA 5 · 15.10.2026 · 0–4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150A4-5CEA-4BEC-96EC-1E016339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20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4C3EE-B2B1-406A-B8D3-82658FEACC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2b510e16f94417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16C75-08DF-42FD-888F-88FEE1AB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mund ta ndryshojë Arta orën e shoferit?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C2224-8926-4962-9C6E-787119A6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hyn në RideShare dhe sheh udhëtimin 2: nisja 08:15.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mjafton që ajo është brenda aplikacionit për ta ndryshuar në 08:25?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AB602-DC2C-405F-9ECC-B1941F71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mjafton hyrja me GitHub për ta ndryshuar orën?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613FA-3BE0-42E0-8555-E8C76CBB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Po, sepse ka hyrë me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Jo, duhet të jetë shoferi i këtij udhëtimi.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Po, nëse e gjen adresën e panelit.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ABB34-5C9A-4783-AD16-4297E852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Hyrja provon identitetin. Ndryshimi kërkon edhe rolin shofer dhe pronësinë e udhëtimit.</a:t>
            </a:r>
          </a:p>
        </p:txBody>
      </p:sp>
    </p:spTree>
    <p:extLst>
      <p:ext uri="{BB962C8B-B14F-4D97-AF65-F5344CB8AC3E}">
        <p14:creationId xmlns:p14="http://schemas.microsoft.com/office/powerpoint/2010/main" val="337439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2AA30-4563-49AE-BA1C-6D890574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VAZHDIMI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55756-76D0-4101-8283-78390AD3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B0172-C146-4C1F-A2A6-F1AB5EB5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F2255-C1EF-4B5F-938E-48635289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2: problemi dhe skica. Java 3: lista, detajet dhe adresat.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4: Neon ruan orën; lista dhe detajet e lexojnë.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5: identiteti dhe lejet për ndryshimin e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AFEB2-88E2-4BE9-A02D-271E463D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Skica · J2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4A852-838E-4020-94C7-A2D648E4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0C43C-C2CC-4B55-9DDC-4B3014D4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Ekranet · J3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6FBAC-D849-4FE8-A82D-EEDE5A83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BF3BA-FF08-48B7-B564-21481E90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Databaza · J4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96AD1-5298-443C-8DB8-D52F194F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6729D-8A0F-40F0-9402-5A4A9359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J5</a:t>
            </a:r>
          </a:p>
        </p:txBody>
      </p:sp>
    </p:spTree>
    <p:extLst>
      <p:ext uri="{BB962C8B-B14F-4D97-AF65-F5344CB8AC3E}">
        <p14:creationId xmlns:p14="http://schemas.microsoft.com/office/powerpoint/2010/main" val="7967891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277FE-1EB4-417B-A973-1F2CC3C1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SYNIMI I JAVËS · RRJEDHA E RIDESHARE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E090A-7928-453A-8858-01904F7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50ECA-919F-4F26-A456-D4ACE1A1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Harta e Javës 5: ndryshojmë me leje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E212D-48C6-4B51-B576-67CA60E7F5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474f4b55641bb"/>
          <a:stretch xmlns:a="http://schemas.openxmlformats.org/drawingml/2006/main"/>
        </p:blipFill>
        <p:spPr>
          <a:xfrm xmlns:a="http://schemas.openxmlformats.org/drawingml/2006/main">
            <a:off x="695587" y="1762125"/>
            <a:ext cx="10800826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F8F30-2F38-4BE3-A4E0-AECD465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4 lexuam orën. Sot shoferi e ndryshon nga aplikacioni, pasi serveri verifikon lejen.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në laborator është lokale: pronari ruan orën, përdoruesi pa leje refuzohet.</a:t>
            </a:r>
          </a:p>
        </p:txBody>
      </p:sp>
    </p:spTree>
    <p:extLst>
      <p:ext uri="{BB962C8B-B14F-4D97-AF65-F5344CB8AC3E}">
        <p14:creationId xmlns:p14="http://schemas.microsoft.com/office/powerpoint/2010/main" val="586737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3D930-9B22-43D0-B457-C0E8D703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KONCEPTET · 7–12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52F05-4E5F-4F3B-BDCE-DA4909DD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80811-B454-4264-914C-B674CBA6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Identiteti, roli dhe pronësia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0EEE8-D93F-4A11-B195-0C3F4508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Autentifikimi: kush je? GitHub verifikon llogarinë.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Autorizimi: çfarë lejohet të bësh? Serveri kontrollon rolin dhe pronarin.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9BC31-1BC2-4108-B61E-4707EB5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48D21-39F2-4CC9-871E-1E09EBEF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766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Arta · ID 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29E41-8E11-499B-854C-F9DAE8B0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Roli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2AB2D-F7D6-4160-AD15-3A5C306D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0100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udhëtare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702D9-DC0D-467A-A788-D2A38496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A2D4F-9AA8-4445-8FFD-1DF8F7E5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434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Udhëtimi 2 është i Dritonit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D26D5-4364-4847-80A0-47AB9F65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Arta orën e udhëtimit të Dritonit?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EB603-DEB9-4868-B68C-E6D700AC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Arta është identifikuar, por nuk ka leje të ndryshojë orën e Dritonit.</a:t>
            </a:r>
          </a:p>
        </p:txBody>
      </p:sp>
    </p:spTree>
    <p:extLst>
      <p:ext uri="{BB962C8B-B14F-4D97-AF65-F5344CB8AC3E}">
        <p14:creationId xmlns:p14="http://schemas.microsoft.com/office/powerpoint/2010/main" val="5739686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0B60F-A94B-4E78-939F-2531D947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SHEMBULL NGA AAB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51963-06FC-4404-8F12-83B42042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C2D1-08FC-4CD7-9282-6132F3FE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Karta e studentit nuk të bën profesor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5E04D-7E7E-4837-B6CB-4E298DFF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Karta tregon kush je dhe të lejon të hysh si student.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 të ndryshuar notat duhet rol i autorizuar dhe qasje në lëndën përkatëse.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 kështu, hyrja në RideShare nuk të bën pronar të çdo udhëtimi.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A0320-1EF0-43C4-B32C-FF7243C6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të jep karta e studentit leje për të ndryshuar notat?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6F01D-48E1-4486-B624-F8E250FC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Jo. Karta identifikon studentin; ndryshimi i notave kërkon rol dhe qasje të autorizuar. Edhe klienti i lokalit mund të rezervojë, por nuk ndryshon orarin e punonjësit.</a:t>
            </a:r>
          </a:p>
        </p:txBody>
      </p:sp>
    </p:spTree>
    <p:extLst>
      <p:ext uri="{BB962C8B-B14F-4D97-AF65-F5344CB8AC3E}">
        <p14:creationId xmlns:p14="http://schemas.microsoft.com/office/powerpoint/2010/main" val="3968653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28FE1D-E0A6-4790-984B-2C6EAF26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 · 12–16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45BEB-388A-436E-B830-C8703062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24DB3-E188-4FCE-932A-14E02984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me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0C013-CF20-4B87-8310-AED92509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Studenti përdor llogarinë GitHub që e ka tashmë.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Aplikacioni ynë nuk kërkon dhe nuk ruan fjalëkalimin e GitHub-it.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OAuth (Open Authorization – autorizim i hapur) lejon këtë rrjedhë; këtu përdorim profilin e verifikuar për hyrje.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F13A0-82DC-440B-AB6C-F6BC43FB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Hyr me 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5CE0F-213D-4B98-B1EF-363ED4C1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082520-C9ED-430B-A82B-3E5C9306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42313-CC72-462C-9372-3791AE69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F5ECE-76CD-41DB-9654-88AF30E4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Kthim në RideShare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094F7-67C4-4F65-A144-70880085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D630F-D969-4EE6-89CD-C5DE567F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626C9-2389-4E86-95AE-5681FC81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https://next-auth.js.org/providers/github | https://docs.github.com/en/apps/oauth-apps/building-oauth-apps/creating-an-oauth-app</a:t>
            </a:r>
          </a:p>
        </p:txBody>
      </p:sp>
    </p:spTree>
    <p:extLst>
      <p:ext uri="{BB962C8B-B14F-4D97-AF65-F5344CB8AC3E}">
        <p14:creationId xmlns:p14="http://schemas.microsoft.com/office/powerpoint/2010/main" val="5375503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458BD-D01F-4979-A2D6-7BCDBA8B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02E63-0F87-42C6-839D-93C77A3A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AD14D-021F-4C92-B749-F67D13A7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Sesioni: aplikacioni të njeh pas rifreskimit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F36DC-AC73-4F67-B340-F0DC655A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hyrjes, biblioteka ruan një cookie sesioni në shfletues.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Cookie (skedar i vogël i shfletuesit) dërgohet me kërkesën; serveri e verifikon.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shembull sesioni ka afat dy orë. Vetëm emri i shkruar në ekran nuk është provë identiteti.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4746E-663B-4885-A32D-180035C9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Shfletuesi + cookie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724E1-81D1-4F9E-BF1F-D5696DC2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100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6941A-E6E6-49D4-A06B-978ABAB5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225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DF19D-B54C-4B18-813B-C75AD30F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725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87FDB-ACC5-4723-8D60-23B12B0A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Profili në Neon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ED430-36A9-4AD6-A041-6281DEF7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281375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538C5-90B5-48B4-BDAB-11E7A275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16–20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8B3BB-4F44-49E1-94E4-FFF76FFC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74176-76AF-4B39-85AC-A15784E0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Roli ruhet në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D7399-7641-4B9E-968D-08763439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Çdo përdorues i ri fillon si udhëtar.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Administratori i laboratorit cakton rolin shofer nga SQL Editor. Nuk ka buton “Bëhu shofer” në aplikacion.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lexon rolin përsëri para çdo ndryshimi.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1CBFB-FAD5-4B2E-9F81-2461F91D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Arta · ID 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09A0C4-0DBA-4D46-BC11-6891FB89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udhetar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1C75C-28AB-48C7-81CA-F6EEAA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Dritoni · ID 202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1A7F5-EFB2-42D9-888C-040F068A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91B9D-C3BB-41F1-9EAB-88F3D104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Arta dërgon role=shofer nga shfletuesi?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FA325-95D1-4B49-96BA-4D7BCD64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Arta dërgon role=shofer nga shfletuesi, serveri e injoron. Roli merret nga databaza.</a:t>
            </a:r>
          </a:p>
        </p:txBody>
      </p:sp>
    </p:spTree>
    <p:extLst>
      <p:ext uri="{BB962C8B-B14F-4D97-AF65-F5344CB8AC3E}">
        <p14:creationId xmlns:p14="http://schemas.microsoft.com/office/powerpoint/2010/main" val="1059792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5239A-D8E3-4435-8D4B-51C0B09B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FC1E0-69CB-4BAE-BF04-DE6ACC64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A4D66-9314-40D4-834A-1F4DED2F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ka leje vetëm për udhëtimin e vet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7EE7D-FCFA-42A5-9A33-B4EA0A631A60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537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2190750"/>
                <a:gridCol w="2571750"/>
                <a:gridCol w="2857500"/>
              </a:tblGrid>
              <a:tr h="5834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Përdoruesi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ID udhëtimit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Pronari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Ndryshon orën?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Arta · udhëtare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Shofer tjetër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44CD-8241-4CEB-AAB4-493ED632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është shofer, por udhëtimi 1 i përket një shoferi tjetër.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56AB4-33A4-4E1E-B48A-34D634B2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Dritoni udhëtimin e një shoferi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807CC-AF0A-45F9-B828-3D051254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shofer nuk mjafton. Duhet edhe shofer_id = ID e përdoruesit në sesion.</a:t>
            </a:r>
          </a:p>
        </p:txBody>
      </p:sp>
    </p:spTree>
    <p:extLst>
      <p:ext uri="{BB962C8B-B14F-4D97-AF65-F5344CB8AC3E}">
        <p14:creationId xmlns:p14="http://schemas.microsoft.com/office/powerpoint/2010/main" val="1205300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ECA9E-4F12-4258-984F-F4C8060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· 20–24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0F33CD-19C1-4E93-BB0E-8429B4E1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62C05-E509-44EB-921C-B8BF4C3E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para ruajtjes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D037E-CB67-4E11-9C20-2FDCFF60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ndjek të njëjtat pyetje për çdo kërkesë, edhe kur butoni nuk shfaqet.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251A9-1BCE-43B0-BD0F-E1C055FC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Ka sesion?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D9A20-232F-492C-9853-BBCEC1DC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516993-E14E-45BB-8D7C-473DA3E8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shofer?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B3A96-F171-49FD-A536-05D14BCF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E63BF-73E0-40A5-869A-F2E8AEA5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pronari?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EC94C-3D45-4282-B568-4090CFE2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64580-2665-4CCF-9282-811909A3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Ora është e vlefshme?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DF268-83F0-47B2-8846-8A08C167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një nga kontrollet dështon?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6DBC6-E545-426D-AEAA-A747C2E8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ndonjë kontroll dështon, databaza nuk ndryshon. Mesazhi tregon arsyen.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2F517E-79B9-499A-B2C8-18E7F3FD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modelin ilustrues të lejeve →</a:t>
            </a:r>
          </a:p>
        </p:txBody>
      </p:sp>
    </p:spTree>
    <p:extLst>
      <p:ext uri="{BB962C8B-B14F-4D97-AF65-F5344CB8AC3E}">
        <p14:creationId xmlns:p14="http://schemas.microsoft.com/office/powerpoint/2010/main" val="506952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7A033-B23F-406C-B060-EA8297CC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SHEMBULL I SHPJEGUAR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898CF-9CDF-4579-88FF-A66E1E6C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8C3AE-EA5C-4357-AE94-65A5DCD3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 e pronarit vjen nga sesioni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1239D-7EE8-47DE-A39F-ED208DCD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id: udhëtimi që po ndryshojmë. ora: vlera që propozoi formulari.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p.id: identiteti i verifikuar; nuk e marrim nga një input i përdoruesit.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930B4-D571-41C9-B1A6-341EBB79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udhetimet SET ora = ${ora}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WHERE id = ${id} AND shofer_id = ${p.id}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RETURNING id;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24098-E50C-4D1B-8A33-4328D8AE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e ndalon ndryshimin e udhëtimit të një pronari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B7BDDB-0102-44DC-9E8B-418210E5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Kushti shofer_id = p.id kërkon pronarin e saktë. Në kodin e plotë kontrollojmë edhe rolin. RETURNING tregon nëse u ndryshua një rresht.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E968A-3E8D-4177-83C5-173F8C4D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https://www.postgresql.org/docs/current/sql-update.html</a:t>
            </a:r>
          </a:p>
        </p:txBody>
      </p:sp>
    </p:spTree>
    <p:extLst>
      <p:ext uri="{BB962C8B-B14F-4D97-AF65-F5344CB8AC3E}">
        <p14:creationId xmlns:p14="http://schemas.microsoft.com/office/powerpoint/2010/main" val="21080965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31F75-A950-4299-BEA7-BDCD4B35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GABIM I ZAKONSHËM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6C464-6089-4974-A353-334FB029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7D9C1-18A5-4DC1-949E-3B11D2E8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Fshehja e butonit dhe mbrojtja e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87B5A-5A35-45D5-9B56-ADE79BD1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Ndërfaqja i fsheh formularin udhëtarit që të mos e hutojë.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Por shfletuesi mund të modifikohet. Dikush mund të provojë një kërkesë direkte.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kontrollon sesionin dhe lejen sërish para UPDATE.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80EF3-E21D-4316-9ABB-A6848110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38D46-9D1B-4D1E-A2D8-C40FD15F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Tregon veprimet e dobishme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A09EB-3204-4BC3-9A53-85FA96EF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BFC11-ED4C-4F24-B353-C5234EF1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Vendos nëse veprimi lejohet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5141C-1F5D-4FAD-A907-98958FC4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mjafton ta fshehim butonin për ta mbrojtur veprimin?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6CBC2-DE45-4193-B161-7D73D5C3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Një buton i fshehur nuk është masë e mjaftueshme sigurie.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9D9FB-D621-4062-93BD-011BBEE1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9524122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A5D3C-787D-4861-9E1F-8867FB98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 E HYRJES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293DE-EF24-4496-BA2F-7FD1CBCB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AD593-6AE8-4B57-B943-0079DB4A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Dalja dhe skadimi i sesionit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79EF5-37FE-40AB-839F-FA70A745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Dil e heq sesionin nga ky shfletues. Kthimi te paneli kërkon hyrje përsëri.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skadimit duhet identifikim i ri; një skedë e vjetër nuk jep leje përgjithmonë.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modelin me JWT (JSON Web Token – token web në format JSON), dalja nuk revokon automatikisht kopje të vjedhura të tokenit.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7A842-D709-454E-BC99-8410C65B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i revokon dalja edhe kopjet e vjedhura të tokenit?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7904A-62D3-4F9B-9FFF-F19A087B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Për prodhim duhen edhe politika revokimi dhe monitorimi. Në laborator provojmë daljen në shfletuesin tonë.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4ECCE-A31B-426C-9C7A-0ED1A9DF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8460748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2D18F-9F3D-438B-8294-3FF7F3CC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B353D-C4A6-429C-8067-65F6C71B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D2C4F-9C4B-4216-B1A5-18B30763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Sekretet kanë punë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DB32A-F3F0-4202-971E-B5C21A97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DATABASE_URL: lidh serverin me Neon. GITHUB_ID: identifikon OAuth App, jo studentin.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GITHUB_SECRET: sekreti i OAuth App. NEXTAUTH_SECRET: mbron sesionet.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Asnjë sekret nuk shkon në GitHub ose në NEXT_PUBLIC_.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26D8B-5D37-4C5E-9C2E-8AA5966F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ID e përdoruesit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40EAD-836C-4AA2-930A-B03AE2FC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Artës ose Dritonit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663C5-05E6-4D00-8667-C9E34149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Client ID e OAuth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26D35-D9CA-4DCD-B056-BD895532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aplikacionit RideShare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914C8B-741F-42B3-9F0B-D1C05488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është Client ID e OAuth App e njëjtë me ID-në e studentit?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7FF05-DF1A-4720-B162-180FA7DE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ID-ja e studentit dhe Client ID e aplikacionit janë gjëra të ndryshme.</a:t>
            </a:r>
          </a:p>
        </p:txBody>
      </p:sp>
    </p:spTree>
    <p:extLst>
      <p:ext uri="{BB962C8B-B14F-4D97-AF65-F5344CB8AC3E}">
        <p14:creationId xmlns:p14="http://schemas.microsoft.com/office/powerpoint/2010/main" val="1384855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4343B-6DD0-4F0A-A59B-7A3DD855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PROVOJMË SË BASHKU · 24–34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A506D-C55E-46D4-9B58-D86DD1CA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40119-8C4D-4349-9F4C-113B3366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Demonstrim: një ruajtje dhe dy refuzime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66507-169D-44B8-8B76-4B632D9B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 rezultatin përpara çdo klikimi.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ndryshon ID 2 → lista dhe detajet tregojnë orën e 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ID në 1 → refuzohet. Pas daljes, formulari i vjetër nuk ka më leje.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9F08A-FC5A-4A97-A685-CEE8564F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rrjedhën e demonstrimit →</a:t>
            </a:r>
          </a:p>
        </p:txBody>
      </p:sp>
    </p:spTree>
    <p:extLst>
      <p:ext uri="{BB962C8B-B14F-4D97-AF65-F5344CB8AC3E}">
        <p14:creationId xmlns:p14="http://schemas.microsoft.com/office/powerpoint/2010/main" val="1493298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D241D-EA6C-4795-9675-ADF805A7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DISKUTIM · 34–38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77206-97E1-4E5B-92A2-2BB56A75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26998-F01F-478A-8BAB-4CAC9723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ndodh nëse ndryshoj ID në formular?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CE3ED-9F79-41FF-BB14-628811A7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ka leje për ID 2. Në DevTools e ndryshon input-in e fshehur nga 2 në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A55B6-A1D5-4159-94C0-CEAA0101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Cili kontroll e ndalon?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9E774-8A7F-4ADB-A200-DCBAE1A7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Butoni kishte ngjyrë tjetër.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Sesioni mban vetëm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Serveri kërkon që shofer_id të përputhet me identitetin e sesionit.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38A65-3D5C-424C-9214-D012AD9B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 1 ka pronar tjetër. UPDATE nuk gjen rresht me të dy kushtet dhe nuk ndryshon orën.</a:t>
            </a:r>
          </a:p>
        </p:txBody>
      </p:sp>
    </p:spTree>
    <p:extLst>
      <p:ext uri="{BB962C8B-B14F-4D97-AF65-F5344CB8AC3E}">
        <p14:creationId xmlns:p14="http://schemas.microsoft.com/office/powerpoint/2010/main" val="14812556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BC8BB-190F-45E9-A9B0-FA608309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REAGIMI NDAJ PËRDORUESIT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B0529-52B4-4CCB-AD90-6BC61485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7DE3B-7941-4AD7-9837-501567DB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Mesazhet duhet të shpjegojnë çfarë ndodhi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0D3A5-C9EA-4AC4-A9FF-407E798B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 hyrje: “Hyr në llogari”. Pa leje: “Nuk ke leje për këtë udhëtim”.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Ora e gabuar: “Shkruaj një orë të vlefshme”. Neon nuk përgjigjet: “Provo përsëri”.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Vetëm pas ruajtjes së konfirmuar shfaqim sukses.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B4A15-A069-4372-939D-DF1115F6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dallimi kanë mungesa e identifikimit dhe mungesa e lejes?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4AC1B-35CD-45BF-BEBE-A78280E6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401 (Unauthorized) zakonisht tregon mungesë identifikimi; 403 (Forbidden) refuzim lejeje. Formulari ynë shfaq mesazhe të lexueshme përmes ridrejtimit.</a:t>
            </a:r>
          </a:p>
        </p:txBody>
      </p:sp>
    </p:spTree>
    <p:extLst>
      <p:ext uri="{BB962C8B-B14F-4D97-AF65-F5344CB8AC3E}">
        <p14:creationId xmlns:p14="http://schemas.microsoft.com/office/powerpoint/2010/main" val="5508955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FB0BC-3E04-4959-9CE3-213D090B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PUNA PRAKTIKE · 38–41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02EB8-6F83-4E48-87FD-F971D771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7CA31-5FBC-48F5-A9B3-22963DC2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Rezultati i ushtrimeve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C3C25-3389-40AB-AB2C-B3209CD5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Hyrje GitHub, panel me emrin dhe rolin, dalje.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ruan orën e udhëtimit të vet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java-05.md; dorëzim në minutën 70 dhe kohë për korrigjime.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56F4B-FEE6-45AA-8333-54E1553E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9895320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3C602-2D18-4BDB-BF0F-E9346B66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LIDHJA ME PROJEKTIN INDIVIDUAL · 41–44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054C5-B731-4C74-9DFC-AE4BDC1D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114CD-88EC-4EBC-8620-565C9072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parim për biznesin tënd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3ABAF-6BAF-463F-8198-BF9945EC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një servis: klienti sheh terminin; tekniku ndryshon vetëm terminet e caktuara atij.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porosi ushqimi: klienti sheh porosinë e vet; kuzhina përditëson statusin e porosive të lokalit.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Emërto përdoruesin, veprimin dhe pronarin në biznesin që ke zgjedhur.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EF9E3-44EA-4BAE-B4E8-8A6CAF13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RideShare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F4E39-EA08-4F27-81E8-7ABFD4FB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→ udhëtimi i vet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D4719-76A3-47F2-8993-AF881C4D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10042-BE72-4A14-A89A-758F1FBD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Punonjësi → puna që i përket</a:t>
            </a:r>
          </a:p>
        </p:txBody>
      </p:sp>
    </p:spTree>
    <p:extLst>
      <p:ext uri="{BB962C8B-B14F-4D97-AF65-F5344CB8AC3E}">
        <p14:creationId xmlns:p14="http://schemas.microsoft.com/office/powerpoint/2010/main" val="20528209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6D813-B580-40E0-9DB5-ED7CB1B7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EXIT TICKET · 44–45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E3227-8BDC-4F03-A389-9CC1D09A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FF64F-463A-44B4-BD20-D8EA7618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mbyllim ligjëratën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2A936-C8AF-4778-AF93-C37E6B9E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1. Kush e verifikon identitetin? 2. Ku ruhet roli?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3. Pse duhen kontrolle në server edhe kur formulari fshihet?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Shpjego me një shembull tëndin pa lexuar kodin.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02B86-A0C7-479F-A9A7-EF4832E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Kush verifikon identitetin, ku ruhet roli dhe kush vendos për ndryshimin?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C3654-4199-444B-AE4E-73CA6853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GitHub verifikon llogarinë; Neon ruan rolin dhe pronarin; serveri vendos për çdo ndryshim.</a:t>
            </a:r>
          </a:p>
        </p:txBody>
      </p:sp>
    </p:spTree>
    <p:extLst>
      <p:ext uri="{BB962C8B-B14F-4D97-AF65-F5344CB8AC3E}">
        <p14:creationId xmlns:p14="http://schemas.microsoft.com/office/powerpoint/2010/main" val="9704955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2026-10-15T11:08:08.9360000Z</dcterms:created>
  <dcterms:modified xsi:type="dcterms:W3CDTF">2026-10-15T11:08:08.9360000Z</dcterms:modified>
</coreProperties>
</file>