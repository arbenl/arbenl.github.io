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ea118a38989a482a"/><Relationship Type="http://schemas.openxmlformats.org/officeDocument/2006/relationships/extended-properties" Target="/docProps/app.xml" Id="R33f4b8b198774f15"/><Relationship Type="http://schemas.openxmlformats.org/officeDocument/2006/relationships/officeDocument" Target="/ppt/presentation.xml" Id="R388b3220ccf04438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249f5c8f5045fd"/>
  </p:sldMasterIdLst>
  <p:sldIdLst>
    <p:sldId xmlns:r="http://schemas.openxmlformats.org/officeDocument/2006/relationships" id="256" r:id="Rb32bafd86f3b4d99"/>
    <p:sldId xmlns:r="http://schemas.openxmlformats.org/officeDocument/2006/relationships" id="257" r:id="Rc836b2b09e014b0e"/>
    <p:sldId xmlns:r="http://schemas.openxmlformats.org/officeDocument/2006/relationships" id="258" r:id="R45d3643ca76c4aff"/>
    <p:sldId xmlns:r="http://schemas.openxmlformats.org/officeDocument/2006/relationships" id="259" r:id="R15daa455807a450a"/>
    <p:sldId xmlns:r="http://schemas.openxmlformats.org/officeDocument/2006/relationships" id="260" r:id="Re067d31cf23e4203"/>
    <p:sldId xmlns:r="http://schemas.openxmlformats.org/officeDocument/2006/relationships" id="261" r:id="Ra153e502984345b0"/>
    <p:sldId xmlns:r="http://schemas.openxmlformats.org/officeDocument/2006/relationships" id="262" r:id="R7606ab05393b4653"/>
    <p:sldId xmlns:r="http://schemas.openxmlformats.org/officeDocument/2006/relationships" id="263" r:id="Rbc938c25c9ce4f2c"/>
    <p:sldId xmlns:r="http://schemas.openxmlformats.org/officeDocument/2006/relationships" id="264" r:id="R80bcb2a9d07b4701"/>
    <p:sldId xmlns:r="http://schemas.openxmlformats.org/officeDocument/2006/relationships" id="265" r:id="R0eaba9ec2de44eff"/>
    <p:sldId xmlns:r="http://schemas.openxmlformats.org/officeDocument/2006/relationships" id="266" r:id="R87ec5e3bab6c475b"/>
    <p:sldId xmlns:r="http://schemas.openxmlformats.org/officeDocument/2006/relationships" id="267" r:id="R3fab61f2869a452d"/>
    <p:sldId xmlns:r="http://schemas.openxmlformats.org/officeDocument/2006/relationships" id="268" r:id="R70ae99f373c1465f"/>
    <p:sldId xmlns:r="http://schemas.openxmlformats.org/officeDocument/2006/relationships" id="269" r:id="Red9406ccb8164ae8"/>
    <p:sldId xmlns:r="http://schemas.openxmlformats.org/officeDocument/2006/relationships" id="270" r:id="Rdc473cf2349a436a"/>
    <p:sldId xmlns:r="http://schemas.openxmlformats.org/officeDocument/2006/relationships" id="271" r:id="R92a80840a2e94767"/>
    <p:sldId xmlns:r="http://schemas.openxmlformats.org/officeDocument/2006/relationships" id="272" r:id="R98ce78c9b42f4186"/>
    <p:sldId xmlns:r="http://schemas.openxmlformats.org/officeDocument/2006/relationships" id="273" r:id="Reaa10e639dfa4b6f"/>
    <p:sldId xmlns:r="http://schemas.openxmlformats.org/officeDocument/2006/relationships" id="274" r:id="R3060c776e1c74c02"/>
    <p:sldId xmlns:r="http://schemas.openxmlformats.org/officeDocument/2006/relationships" id="275" r:id="R6ae58fb2072d414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c575a92726564e48"/><Relationship Type="http://schemas.openxmlformats.org/officeDocument/2006/relationships/slideMaster" Target="/ppt/slideMasters/slideMaster1.xml" Id="Rd2249f5c8f5045fd"/><Relationship Type="http://schemas.openxmlformats.org/officeDocument/2006/relationships/presProps" Target="/ppt/presProps.xml" Id="Rbd9f3558451d4969"/><Relationship Type="http://schemas.openxmlformats.org/officeDocument/2006/relationships/tableStyles" Target="/ppt/tableStyles.xml" Id="Rb0ec42e24b0c4ceb"/><Relationship Type="http://schemas.openxmlformats.org/officeDocument/2006/relationships/slide" Target="/ppt/slides/slide1.xml" Id="Rb32bafd86f3b4d99"/><Relationship Type="http://schemas.openxmlformats.org/officeDocument/2006/relationships/slide" Target="/ppt/slides/slide2.xml" Id="Rc836b2b09e014b0e"/><Relationship Type="http://schemas.openxmlformats.org/officeDocument/2006/relationships/slide" Target="/ppt/slides/slide3.xml" Id="R45d3643ca76c4aff"/><Relationship Type="http://schemas.openxmlformats.org/officeDocument/2006/relationships/slide" Target="/ppt/slides/slide4.xml" Id="R15daa455807a450a"/><Relationship Type="http://schemas.openxmlformats.org/officeDocument/2006/relationships/slide" Target="/ppt/slides/slide5.xml" Id="Re067d31cf23e4203"/><Relationship Type="http://schemas.openxmlformats.org/officeDocument/2006/relationships/slide" Target="/ppt/slides/slide6.xml" Id="Ra153e502984345b0"/><Relationship Type="http://schemas.openxmlformats.org/officeDocument/2006/relationships/slide" Target="/ppt/slides/slide7.xml" Id="R7606ab05393b4653"/><Relationship Type="http://schemas.openxmlformats.org/officeDocument/2006/relationships/slide" Target="/ppt/slides/slide8.xml" Id="Rbc938c25c9ce4f2c"/><Relationship Type="http://schemas.openxmlformats.org/officeDocument/2006/relationships/slide" Target="/ppt/slides/slide9.xml" Id="R80bcb2a9d07b4701"/><Relationship Type="http://schemas.openxmlformats.org/officeDocument/2006/relationships/slide" Target="/ppt/slides/slide10.xml" Id="R0eaba9ec2de44eff"/><Relationship Type="http://schemas.openxmlformats.org/officeDocument/2006/relationships/slide" Target="/ppt/slides/slide11.xml" Id="R87ec5e3bab6c475b"/><Relationship Type="http://schemas.openxmlformats.org/officeDocument/2006/relationships/slide" Target="/ppt/slides/slide12.xml" Id="R3fab61f2869a452d"/><Relationship Type="http://schemas.openxmlformats.org/officeDocument/2006/relationships/slide" Target="/ppt/slides/slide13.xml" Id="R70ae99f373c1465f"/><Relationship Type="http://schemas.openxmlformats.org/officeDocument/2006/relationships/slide" Target="/ppt/slides/slide14.xml" Id="Red9406ccb8164ae8"/><Relationship Type="http://schemas.openxmlformats.org/officeDocument/2006/relationships/slide" Target="/ppt/slides/slide15.xml" Id="Rdc473cf2349a436a"/><Relationship Type="http://schemas.openxmlformats.org/officeDocument/2006/relationships/slide" Target="/ppt/slides/slide16.xml" Id="R92a80840a2e94767"/><Relationship Type="http://schemas.openxmlformats.org/officeDocument/2006/relationships/slide" Target="/ppt/slides/slide17.xml" Id="R98ce78c9b42f4186"/><Relationship Type="http://schemas.openxmlformats.org/officeDocument/2006/relationships/slide" Target="/ppt/slides/slide18.xml" Id="Reaa10e639dfa4b6f"/><Relationship Type="http://schemas.openxmlformats.org/officeDocument/2006/relationships/slide" Target="/ppt/slides/slide19.xml" Id="R3060c776e1c74c02"/><Relationship Type="http://schemas.openxmlformats.org/officeDocument/2006/relationships/slide" Target="/ppt/slides/slide20.xml" Id="R6ae58fb2072d4142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0c1039646ebe4ec2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9c7995ed0bb4990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4f95cd350694aee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a478fc5dc8d423d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bbfdcf257b4480b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39fe37bd95a4c3d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452BA2-1E5D-4CEB-ADBB-7E3FEBF162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A6D0F0-C4FE-42EA-9AC2-38BCF37728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9E1F7D3-5D0F-4915-9D40-FF40B2CA1D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531294-A85A-4D95-9ABA-0FF90424B8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A7AC7B1-DAD5-4882-8B17-7FBDB404AD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BDEAE51-7053-42C2-B937-DFC62DF934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3D5AE6-63D9-406F-8209-E8C0608DD7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52B1E9F-C45A-4CE8-8DFC-48A169655D6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E1A03F-6DF2-416E-9F1A-81655E69A1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E1A128D-382F-48BB-8170-4D23C8127B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acaa62b3b2be4548"/><Relationship Type="http://schemas.openxmlformats.org/officeDocument/2006/relationships/slideLayout" Target="/ppt/slideLayouts/slideLayout1.xml" Id="R9814ff39a8864072"/><Relationship Type="http://schemas.openxmlformats.org/officeDocument/2006/relationships/slideLayout" Target="/ppt/slideLayouts/slideLayout2.xml" Id="R55091ff2d72144aa"/><Relationship Type="http://schemas.openxmlformats.org/officeDocument/2006/relationships/slideLayout" Target="/ppt/slideLayouts/slideLayout3.xml" Id="R04c61c24105b44d1"/><Relationship Type="http://schemas.openxmlformats.org/officeDocument/2006/relationships/slideLayout" Target="/ppt/slideLayouts/slideLayout4.xml" Id="R9db5b7ae381e4ad5"/><Relationship Type="http://schemas.openxmlformats.org/officeDocument/2006/relationships/slideLayout" Target="/ppt/slideLayouts/slideLayout5.xml" Id="R89aa0603cf4a4433"/><Relationship Type="http://schemas.openxmlformats.org/officeDocument/2006/relationships/slideLayout" Target="/ppt/slideLayouts/slideLayout6.xml" Id="R94e6f2e34bfe494c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14ff39a8864072"/>
    <p:sldLayoutId xmlns:r="http://schemas.openxmlformats.org/officeDocument/2006/relationships" id="2147483650" r:id="R55091ff2d72144aa"/>
    <p:sldLayoutId xmlns:r="http://schemas.openxmlformats.org/officeDocument/2006/relationships" id="2147483651" r:id="R04c61c24105b44d1"/>
    <p:sldLayoutId xmlns:r="http://schemas.openxmlformats.org/officeDocument/2006/relationships" id="2147483652" r:id="R9db5b7ae381e4ad5"/>
    <p:sldLayoutId xmlns:r="http://schemas.openxmlformats.org/officeDocument/2006/relationships" id="2147483653" r:id="R89aa0603cf4a4433"/>
    <p:sldLayoutId xmlns:r="http://schemas.openxmlformats.org/officeDocument/2006/relationships" id="2147483654" r:id="R94e6f2e34bfe49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95831b232dc4bc4"/><Relationship Type="http://schemas.openxmlformats.org/officeDocument/2006/relationships/image" Target="/ppt/media/image.png" Id="Ra3c845112bde465b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eaae59432dd4569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e8805391c4248f2"/><Relationship Type="http://schemas.openxmlformats.org/officeDocument/2006/relationships/image" Target="/ppt/media/image2.png" Id="R7d8d6dea4398458f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d36e505b7d944a9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2fd4c86bbea4cff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d8c633ae40946f8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5d06b8e729d41f2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deec1dfdc3d4314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a01770ef3d94177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c263fa561694693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5462ecf1bc64070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b174862b44d4eb7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ee4011aca074d90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cb8c72466884dee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e2b1a38b8524c0f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3ab36df1aa6410e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9d3fd27ca0045be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8e7908894764cca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8f976b6324c4ffe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f431b77e89d4746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91AA9-8DED-4B3A-A35E-04F4AE2D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JAVA 5 · 15.10.2026 · 0–4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F6656-E6DD-4AE2-8DEF-CB535D4F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20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D46DE-821A-4F47-B0D4-8BCB1E8CCE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845112bde465b"/>
          <a:stretch xmlns:a="http://schemas.openxmlformats.org/drawingml/2006/main"/>
        </p:blipFill>
        <p:spPr>
          <a:xfrm xmlns:a="http://schemas.openxmlformats.org/drawingml/2006/main">
            <a:off x="10287000" y="935076"/>
            <a:ext cx="1333500" cy="26344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ECCF7-C118-4E97-BFC2-60DF5002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mund ta ndryshojë Arta orën e shoferit?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E297E-0287-462C-97CF-39D53BC3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Arta hyn në RideShare dhe sheh udhëtimin 2: nisja 08:15.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mjafton që ajo është brenda aplikacionit për ta ndryshuar në 08:25?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056B7-1184-4739-A10F-D8BCB7FE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mjafton hyrja me GitHub për ta ndryshuar orën?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B4300-8538-4C56-B650-05AFCB7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Po, sepse ka hyrë me GitHub.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Jo, duhet të jetë shoferi i këtij udhëtimi.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Po, nëse e gjen adresën e panelit.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6D15A-9380-47C9-850E-93909C38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Hyrja provon identitetin. Ndryshimi kërkon edhe rolin shofer dhe pronësinë e udhëtimit.</a:t>
            </a:r>
          </a:p>
        </p:txBody>
      </p:sp>
    </p:spTree>
    <p:extLst>
      <p:ext uri="{BB962C8B-B14F-4D97-AF65-F5344CB8AC3E}">
        <p14:creationId xmlns:p14="http://schemas.microsoft.com/office/powerpoint/2010/main" val="916182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3F1884-2CF1-439B-B17E-06151E4B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VAZHDIMI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9F7E25-9BA2-42AC-86B6-20F7768D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CFCB2-985F-42A8-A6CC-19DC6852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ADDED-581D-412F-A159-067D2C57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2: problemi dhe skica. Java 3: lista, detajet dhe adresat.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4: Neon ruan orën; lista dhe detajet e lexojnë.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5: identiteti dhe lejet për ndryshimin e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40B09-FF7C-4A9E-8C13-B34000F3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Skica · J2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7A870-291F-420A-BEB6-CDF667FE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30AED-0157-4918-BAA0-63254542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Ekranet · J3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396EF-3BBB-48C4-8845-1848B772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AF57EC-7108-436B-AFBE-7B076D39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Databaza · J4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1EBBC-8C8A-4A84-8703-54F92946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82330-0119-424D-B9A7-C2469631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J5</a:t>
            </a:r>
          </a:p>
        </p:txBody>
      </p:sp>
    </p:spTree>
    <p:extLst>
      <p:ext uri="{BB962C8B-B14F-4D97-AF65-F5344CB8AC3E}">
        <p14:creationId xmlns:p14="http://schemas.microsoft.com/office/powerpoint/2010/main" val="12815015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29453-9437-4802-8337-5A395D07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SYNIMI I JAVËS · RRJEDHA E RIDESHARE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1986B5-615D-4A7F-9060-14B5CA99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81A3E-C3EE-4D72-ADD8-F78050B0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Harta e Javës 5: ndryshojmë me leje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146DB-C7FF-4C27-A5A1-42146CD5D4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d6dea4398458f"/>
          <a:stretch xmlns:a="http://schemas.openxmlformats.org/drawingml/2006/main"/>
        </p:blipFill>
        <p:spPr>
          <a:xfrm xmlns:a="http://schemas.openxmlformats.org/drawingml/2006/main">
            <a:off x="695587" y="1762125"/>
            <a:ext cx="10800826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3B6CF-5179-4356-8DEA-55882BDF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4 lexuam orën. Sot shoferi e ndryshon nga aplikacioni, pasi serveri verifikon lejen.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në laborator është lokale: pronari ruan orën, përdoruesi pa leje refuzohet.</a:t>
            </a:r>
          </a:p>
        </p:txBody>
      </p:sp>
    </p:spTree>
    <p:extLst>
      <p:ext uri="{BB962C8B-B14F-4D97-AF65-F5344CB8AC3E}">
        <p14:creationId xmlns:p14="http://schemas.microsoft.com/office/powerpoint/2010/main" val="11806803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9552E-2517-43FC-B894-D8A8B719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KONCEPTET · 7–12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408D2-5794-449A-8EC9-FFE7318A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450FF-BE9E-4AAF-9AE8-7C0EFA96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Identiteti, roli dhe pronësia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3028E-AD87-4970-9DE7-1088E99F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Autentifikimi: kush je? GitHub verifikon llogarinë.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Autorizimi: çfarë lejohet të bësh? Serveri kontrollon rolin dhe pronarin.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0DAC0-6737-485F-A811-E1A79A85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536179-4268-45AB-A866-9A899EA1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766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Arta · ID 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366B6-4A8D-4C6B-80AA-61872FC9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Roli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EF74D-1A20-4C5B-AE6E-ED2E0B4C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0100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udhëtare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E0414-525E-4A27-A4B8-8C5D8790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407DE-021B-4825-ADE7-63FDDBEA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434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Udhëtimi 2 është i Dritonit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D38F3-2B5A-4F69-B3B4-ADADF656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mund ta ndryshojë Arta orën e udhëtimit të Dritonit?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8A5EA7-79D3-4552-90FA-5D9BD24C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Arta është identifikuar, por nuk ka leje të ndryshojë orën e Dritonit.</a:t>
            </a:r>
          </a:p>
        </p:txBody>
      </p:sp>
    </p:spTree>
    <p:extLst>
      <p:ext uri="{BB962C8B-B14F-4D97-AF65-F5344CB8AC3E}">
        <p14:creationId xmlns:p14="http://schemas.microsoft.com/office/powerpoint/2010/main" val="13184346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1A858-D4F8-417B-93D2-B46885BE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SHEMBULL NGA AAB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20DA0-7805-4557-AC22-B2183295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A4639-84A5-463C-8F1E-E836C4DC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Karta e studentit nuk të bën profesor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FE4618-9EFA-4F63-83C7-88381EDE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Karta tregon kush je dhe të lejon të hysh si student.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 të ndryshuar notat duhet rol i autorizuar dhe qasje në lëndën përkatëse.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 kështu, hyrja në RideShare nuk të bën pronar të çdo udhëtimi.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6328F-2850-4F29-A6D2-A49A983F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të jep karta e studentit leje për të ndryshuar notat?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E7E2E-B67B-4D70-8E8C-1415D26E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Jo. Karta identifikon studentin; ndryshimi i notave kërkon rol dhe qasje të autorizuar. Edhe klienti i lokalit mund të rezervojë, por nuk ndryshon orarin e punonjësit.</a:t>
            </a:r>
          </a:p>
        </p:txBody>
      </p:sp>
    </p:spTree>
    <p:extLst>
      <p:ext uri="{BB962C8B-B14F-4D97-AF65-F5344CB8AC3E}">
        <p14:creationId xmlns:p14="http://schemas.microsoft.com/office/powerpoint/2010/main" val="272195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B4E25-8509-4C8A-B67F-4BBB8A2E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 · 12–16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4CAB3-4FC8-4A02-9B34-83B1038E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7F78E-6459-409D-B353-06700158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me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FDA12-35EF-4885-8F9E-735B617F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Studenti përdor llogarinë GitHub që e ka tashmë.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Aplikacioni ynë nuk kërkon dhe nuk ruan fjalëkalimin e GitHub-it.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OAuth (Open Authorization – autorizim i hapur) lejon këtë rrjedhë; këtu përdorim profilin e verifikuar për hyrje.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34EDA-DADA-4C6F-AE6F-AFCE3A39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Hyr me GitHub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BBB377-DC1A-4275-A06B-C71A9F2A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D3869-A59E-49B0-BE60-9324DF28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3C688-DE7A-4172-8D45-28EE69D7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02E1A-C968-4612-BDFC-76B0235E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Kthim në RideShare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CF926-2EEC-42C8-B059-D60E9BA0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77C3BA-2DD1-42A7-85EC-5F2D844D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4B02D-AC3F-4A61-8660-73878780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https://next-auth.js.org/providers/github | https://docs.github.com/en/apps/oauth-apps/building-oauth-apps/creating-an-oauth-app</a:t>
            </a:r>
          </a:p>
        </p:txBody>
      </p:sp>
    </p:spTree>
    <p:extLst>
      <p:ext uri="{BB962C8B-B14F-4D97-AF65-F5344CB8AC3E}">
        <p14:creationId xmlns:p14="http://schemas.microsoft.com/office/powerpoint/2010/main" val="18843897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A73E6-144E-4F20-AF29-99742B15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C9F26-11AA-411E-AC36-06AEED48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34B1B-51AB-4950-94A6-63B20FDB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Sesioni: aplikacioni të njeh pas rifreskimit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BA976-1ED2-489D-BEB6-919FE45C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hyrjes, biblioteka ruan një cookie sesioni në shfletues.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Cookie (skedar i vogël i shfletuesit) dërgohet me kërkesën; serveri e verifikon.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shembull sesioni ka afat dy orë. Vetëm emri i shkruar në ekran nuk është provë identiteti.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E12BB-CD4B-41CC-8B43-84F9694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Shfletuesi + cookie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C77C49-DE46-4FE5-8D4A-F45F0E91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2100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6C2CB-E38C-4F60-93F9-583B01B0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225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2ED0B-610C-4FCE-B408-0CC0533C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725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68A65-CE0F-4FD6-96DA-C0C3B96E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Profili në Neon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BD2F6-10D2-458B-BD67-411C6560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14812130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30695-78C6-4E22-A738-E15DD3CB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16–20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A073E-4944-4C82-A4A0-BD1C5202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324A0-103B-4A30-B2DD-43D1CCF5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Roli ruhet në Neon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6F339-6DA5-4091-A668-4FFB388C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Çdo përdorues i ri fillon si udhëtar.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Administratori i laboratorit cakton rolin shofer nga SQL Editor. Nuk ka buton “Bëhu shofer” në aplikacion.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lexon rolin përsëri para çdo ndryshimi.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18E319-1667-4058-8B55-97CB19EF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Arta · ID 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B15D9-1C3B-4402-9566-16184D73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udhetar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EBEB7-5995-4D3E-9750-AC592CE6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Dritoni · ID 202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D5FDB-2C8D-4CEB-9FE6-B0661076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A55C15-02EE-4B40-93F9-3CF48C4A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ndodh nëse Arta dërgon role=shofer nga shfletuesi?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9E46DA-66DE-473F-A099-486F3391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Arta dërgon role=shofer nga shfletuesi, serveri e injoron. Roli merret nga databaza.</a:t>
            </a:r>
          </a:p>
        </p:txBody>
      </p:sp>
    </p:spTree>
    <p:extLst>
      <p:ext uri="{BB962C8B-B14F-4D97-AF65-F5344CB8AC3E}">
        <p14:creationId xmlns:p14="http://schemas.microsoft.com/office/powerpoint/2010/main" val="10920429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4EF40-323F-4F13-87B7-FF9C0CF5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E59BE-AC17-421F-9DFA-D9EBB98A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EEB264-84F3-48FA-B1C2-372DA88F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Shoferi ka leje vetëm për udhëtimin e vet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58342-6F7E-4717-9764-76073DE680D6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537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2190750"/>
                <a:gridCol w="2571750"/>
                <a:gridCol w="2857500"/>
              </a:tblGrid>
              <a:tr h="5834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Përdoruesi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ID udhëtimit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Pronari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Ndryshon orën?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Arta · udhëtare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Po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Shofer tjetër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32312-62BE-48C9-A05F-3C89D2E2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është shofer, por udhëtimi 1 i përket një shoferi tjetër.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993A9-5121-4A28-8C49-0DF3B438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mund ta ndryshojë Dritoni udhëtimin e një shoferi tjetër?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FAE51-3469-4D38-B444-029918A2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Roli shofer nuk mjafton. Duhet edhe shofer_id = ID e përdoruesit në sesion.</a:t>
            </a:r>
          </a:p>
        </p:txBody>
      </p:sp>
    </p:spTree>
    <p:extLst>
      <p:ext uri="{BB962C8B-B14F-4D97-AF65-F5344CB8AC3E}">
        <p14:creationId xmlns:p14="http://schemas.microsoft.com/office/powerpoint/2010/main" val="15721097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0E49B-ADA9-466E-9362-A402105A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· 20–24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C14A3-6396-4F20-8828-50D0337C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CBA24-787D-4A22-96FA-BC2D6AD0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para ruajtjes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BFAA3-AE43-4E9E-9BE6-30E48E7E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ndjek të njëjtat pyetje për çdo kërkesë, edhe kur butoni nuk shfaqet.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4F263-309D-4064-B330-B7FEC52C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Ka sesion?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E06EC-F8AB-4BB7-A438-EC6F9522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0B3E4-8D5F-4F9E-ADA1-0B21CDF5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shofer?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ACCEF-AEAF-4FDA-AA7F-04D8E0C8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FA6B0-BE3F-40DC-9300-0565CC1A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pronari?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9D2D1-26E1-46C4-B441-9D72AD18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2E9FF-58D3-4138-8179-9A7AA295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Ora është e vlefshme?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3B52A3-226B-46F6-8045-FA36D9BA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ndodh nëse një nga kontrollet dështon?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423A72-8427-4672-9125-597E0CF3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ndonjë kontroll dështon, databaza nuk ndryshon. Mesazhi tregon arsyen.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1C7BCD-89FE-434D-97ED-05ECFE91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modelin ilustrues të lejeve →</a:t>
            </a:r>
          </a:p>
        </p:txBody>
      </p:sp>
    </p:spTree>
    <p:extLst>
      <p:ext uri="{BB962C8B-B14F-4D97-AF65-F5344CB8AC3E}">
        <p14:creationId xmlns:p14="http://schemas.microsoft.com/office/powerpoint/2010/main" val="14386871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C2DB9-1476-4D98-BA03-845B62CD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SHEMBULL I SHPJEGUAR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FDDFE-B0FC-4077-84B6-3FD2350E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045EF-F368-4CB3-BE57-27ADFCA3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 e pronarit vjen nga sesioni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25481-E05F-4A99-8987-7BE4EF7A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id: udhëtimi që po ndryshojmë. ora: vlera që propozoi formulari.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p.id: identiteti i verifikuar; nuk e marrim nga një input i përdoruesit.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9E94B-90D6-4974-8B76-DC601DE3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UPDATE udhetimet SET ora = ${ora}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WHERE id = ${id} AND shofer_id = ${p.id}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RETURNING id;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A9422-FB9B-4147-B7E0-9C82DD5C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e ndalon ndryshimin e udhëtimit të një pronari tjetër?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18361-9226-4FC2-8B05-444B5DEF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Kushti shofer_id = p.id kërkon pronarin e saktë. Në kodin e plotë kontrollojmë edhe rolin. RETURNING tregon nëse u ndryshua një rresht.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42302-CCCF-4BD3-98BA-CD2F757F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https://www.postgresql.org/docs/current/sql-update.html</a:t>
            </a:r>
          </a:p>
        </p:txBody>
      </p:sp>
    </p:spTree>
    <p:extLst>
      <p:ext uri="{BB962C8B-B14F-4D97-AF65-F5344CB8AC3E}">
        <p14:creationId xmlns:p14="http://schemas.microsoft.com/office/powerpoint/2010/main" val="16919761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DCDE6-47A2-4B3A-AA36-6EADF69F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GABIM I ZAKONSHËM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9D861-6E08-4820-8C82-2979E238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1BFCA-F918-4C96-BACC-F9CBFBBE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Fshehja e butonit dhe mbrojtja e veprimit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C055B-FBE9-41D6-924C-1AAF016E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Ndërfaqja i fsheh formularin udhëtarit që të mos e hutojë.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Por shfletuesi mund të modifikohet. Dikush mund të provojë një kërkesë direkte.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kontrollon sesionin dhe lejen sërish para UPDATE.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7D049-821A-4D5E-9258-F7035472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8038C8-8820-4897-8B2F-33C7AF90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Tregon veprimet e dobishme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C7807-5B2D-4E88-A9B4-3C7C409B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6976B-BDAA-494C-A318-691C8D28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Vendos nëse veprimi lejohet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CF80F-F08E-4780-9EA1-8C0AB8E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mjafton ta fshehim butonin për ta mbrojtur veprimin?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A9A7F-0A1C-4C3E-A159-0DAF22C2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Një buton i fshehur nuk është masë e mjaftueshme sigurie.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DE86B-7B53-4641-ACF2-B8D61FD9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9365202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95D7C0-F91E-4F86-BA76-FD09CADE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MBYLLJA E HYRJES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02CCA-E782-4FAC-A299-E2DCA8EB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DBFA9-124E-4E3B-981B-5940A7AA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Dalja dhe skadimi i sesionit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7872D-89A0-4BD6-AF44-DF3D1AB4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Dil e heq sesionin nga ky shfletues. Kthimi te paneli kërkon hyrje përsëri.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skadimit duhet identifikim i ri; një skedë e vjetër nuk jep leje përgjithmonë.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modelin me JWT (JSON Web Token – token web në format JSON), dalja nuk revokon automatikisht kopje të vjedhura të tokenit.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40716-8BE0-4C20-AF85-034457EF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i revokon dalja edhe kopjet e vjedhura të tokenit?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6A028-8781-487E-8D22-84833827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Për prodhim duhen edhe politika revokimi dhe monitorimi. Në laborator provojmë daljen në shfletuesin tonë.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14199-702B-486D-B1AE-7C6FAA83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15761887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59AEC-27A3-4116-92C7-3AE7E261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KONFIGURIMI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5AB24-BC8C-4FF1-BB49-DB07F39F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9F9FC-6B61-4BFC-80E0-4D7FC813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Sekretet kanë punë të ndryshme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355EA-C209-4F81-A6F1-AB710E64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DATABASE_URL: lidh serverin me Neon. GITHUB_ID: identifikon OAuth App, jo studentin.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GITHUB_SECRET: sekreti i OAuth App. NEXTAUTH_SECRET: mbron sesionet.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Asnjë sekret nuk shkon në GitHub ose në NEXT_PUBLIC_.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A2D2A-7ACD-4383-A8A7-A3065FDF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ID e përdoruesit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BCE4C-8F30-4E31-8545-3086BF94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Artës ose Dritonit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53BBE-9A66-4427-A724-44683424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Client ID e OAuth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14B68F-C5F9-4761-B21C-DB88960B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aplikacionit RideShare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CE9D6-6AE2-4FC3-9388-0AF458CD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është Client ID e OAuth App e njëjtë me ID-në e studentit?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013D1-8777-48EE-93C6-B4FC8C1F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ID-ja e studentit dhe Client ID e aplikacionit janë gjëra të ndryshme.</a:t>
            </a:r>
          </a:p>
        </p:txBody>
      </p:sp>
    </p:spTree>
    <p:extLst>
      <p:ext uri="{BB962C8B-B14F-4D97-AF65-F5344CB8AC3E}">
        <p14:creationId xmlns:p14="http://schemas.microsoft.com/office/powerpoint/2010/main" val="18844065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F2B73-646F-4B7B-9A52-A25F871D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PROVOJMË SË BASHKU · 24–34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7AB6CE-CA49-43DE-AEF4-61EC93EF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7C2570-432B-4857-9D30-F91443F0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Demonstrim: një ruajtje dhe dy refuzime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DB80A-46EF-4FCB-9550-32D707EF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Parashiko rezultatin përpara çdo klikimi.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ndryshon ID 2 → lista dhe detajet tregojnë orën e 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Ndryshon ID në 1 → refuzohet. Pas daljes, formulari i vjetër nuk ka më leje.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AD11D-D42E-4617-B66C-045A610B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rrjedhën e demonstrimit →</a:t>
            </a:r>
          </a:p>
        </p:txBody>
      </p:sp>
    </p:spTree>
    <p:extLst>
      <p:ext uri="{BB962C8B-B14F-4D97-AF65-F5344CB8AC3E}">
        <p14:creationId xmlns:p14="http://schemas.microsoft.com/office/powerpoint/2010/main" val="12679131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EF884-8383-4304-92DC-F84A6A56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DISKUTIM · 34–38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D5954-EF23-419F-AD2F-137BB235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353F2-ED26-42A5-8A2F-18F9257A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ndodh nëse ndryshoj ID në formular?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19D06-B454-45C3-A917-202B1572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ka leje për ID 2. Në DevTools e ndryshon input-in e fshehur nga 2 në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148AE-7EA3-42A5-BF87-43EBD665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Cili kontroll e ndalon?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D47A59-5F4E-47F2-A856-AFA684FA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Butoni kishte ngjyrë tjetër.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Sesioni mban vetëm emrin.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Serveri kërkon që shofer_id të përputhet me identitetin e sesionit.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BCBE6-8FA8-4AF1-9039-715C9E4F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 1 ka pronar tjetër. UPDATE nuk gjen rresht me të dy kushtet dhe nuk ndryshon orën.</a:t>
            </a:r>
          </a:p>
        </p:txBody>
      </p:sp>
    </p:spTree>
    <p:extLst>
      <p:ext uri="{BB962C8B-B14F-4D97-AF65-F5344CB8AC3E}">
        <p14:creationId xmlns:p14="http://schemas.microsoft.com/office/powerpoint/2010/main" val="187326481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3717C1-E00F-4DCD-B23C-3CA7E605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REAGIMI NDAJ PËRDORUESIT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7678D-85A7-4985-A57D-645F13C3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8803A-EA3D-47C2-98B5-847CCFBF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Mesazhet duhet të shpjegojnë çfarë ndodhi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CC931-FDFD-468C-853D-A4C2F39D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 hyrje: “Hyr në llogari”. Pa leje: “Nuk ke leje për këtë udhëtim”.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Ora e gabuar: “Shkruaj një orë të vlefshme”. Neon nuk përgjigjet: “Provo përsëri”.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Vetëm pas ruajtjes së konfirmuar shfaqim sukses.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AE706-C0D2-459E-9100-388732A5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dallimi kanë mungesa e identifikimit dhe mungesa e lejes?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D8958-A825-41D9-BC02-1155DBA6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401 (Unauthorized) zakonisht tregon mungesë identifikimi; 403 (Forbidden) refuzim lejeje. Formulari ynë shfaq mesazhe të lexueshme përmes ridrejtimit.</a:t>
            </a:r>
          </a:p>
        </p:txBody>
      </p:sp>
    </p:spTree>
    <p:extLst>
      <p:ext uri="{BB962C8B-B14F-4D97-AF65-F5344CB8AC3E}">
        <p14:creationId xmlns:p14="http://schemas.microsoft.com/office/powerpoint/2010/main" val="20509698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FFB5C6-D2F5-46F0-B024-BFB6710B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PUNA PRAKTIKE · 38–41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E8FB4-546F-49BF-BBEE-46F06508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5E5E2-9935-464D-A55E-CB60A88B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Rezultati i ushtrimeve në 90 minuta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63F17-D41F-49D8-9857-986B37D5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Hyrje GitHub, panel me emrin dhe rolin, dalje.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ruan orën e udhëtimit të vet në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prova në java-05.md; nis dorëzimin në minutën 65 dhe lër 25 minuta për përgjigjen e korrigjimet.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0F279-CE68-45E5-B141-E3E0529D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prezantimin e ushtrimeve →</a:t>
            </a:r>
          </a:p>
        </p:txBody>
      </p:sp>
    </p:spTree>
    <p:extLst>
      <p:ext uri="{BB962C8B-B14F-4D97-AF65-F5344CB8AC3E}">
        <p14:creationId xmlns:p14="http://schemas.microsoft.com/office/powerpoint/2010/main" val="122619640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3376D-C192-4B73-87F4-FF17CEC2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LIDHJA ME PROJEKTIN INDIVIDUAL · 41–44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A98D0-A30D-4C98-A9C1-23E08B37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238266-E9B8-4EFC-A81F-72D7D985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parim për biznesin tënd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4C339-CF0E-4BBA-9A1B-173DF1C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një servis: klienti sheh terminin; tekniku ndryshon vetëm terminet e caktuara atij.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porosi ushqimi: klienti sheh porosinë e vet; kuzhina përditëson statusin e porosive të lokalit.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Emërto përdoruesin, veprimin dhe pronarin në biznesin që ke zgjedhur.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7CE977-E70F-487C-AB32-3B537CAC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RideShare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F3C19-F676-4AAD-8679-CE3C2F4F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→ udhëtimi i vet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B697E-24B3-4A4A-825E-EDFC26F9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0D99EB-F344-40A2-8680-B30A596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Punonjësi → puna që i përket</a:t>
            </a:r>
          </a:p>
        </p:txBody>
      </p:sp>
    </p:spTree>
    <p:extLst>
      <p:ext uri="{BB962C8B-B14F-4D97-AF65-F5344CB8AC3E}">
        <p14:creationId xmlns:p14="http://schemas.microsoft.com/office/powerpoint/2010/main" val="4302925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06447-3787-44CA-8F46-EA5A4B8C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EXIT TICKET · 44–45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9A628-B9DC-4AA1-A442-F725C951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5B341E-8603-4C47-8EE6-634487B6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mbyllim ligjëratën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27311-F904-4F63-BA1D-51751D08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1. Kush e verifikon identitetin? 2. Ku ruhet roli?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3. Pse duhen kontrolle në server edhe kur formulari fshihet?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Shpjego me një shembull tëndin pa lexuar kodin.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FE6FE-1D53-4324-8210-67DFB95F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Kush verifikon identitetin, ku ruhet roli dhe kush vendos për ndryshimin?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792D5-AECC-44C2-849F-A8413B81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GitHub verifikon llogarinë; Neon ruan rolin dhe pronarin; serveri vendos për çdo ndryshim.</a:t>
            </a:r>
          </a:p>
        </p:txBody>
      </p:sp>
    </p:spTree>
    <p:extLst>
      <p:ext uri="{BB962C8B-B14F-4D97-AF65-F5344CB8AC3E}">
        <p14:creationId xmlns:p14="http://schemas.microsoft.com/office/powerpoint/2010/main" val="1170949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2026-10-15T12:02:09.2110000Z</dcterms:created>
  <dcterms:modified xsi:type="dcterms:W3CDTF">2026-10-15T12:02:09.2110000Z</dcterms:modified>
</coreProperties>
</file>