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ee6de8c9460b4893"/><Relationship Type="http://schemas.openxmlformats.org/officeDocument/2006/relationships/extended-properties" Target="/docProps/app.xml" Id="R4fa7ac0eccb04b99"/><Relationship Type="http://schemas.openxmlformats.org/officeDocument/2006/relationships/officeDocument" Target="/ppt/presentation.xml" Id="R4b2f8dbe10af4860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24b92e73c74d38"/>
  </p:sldMasterIdLst>
  <p:sldIdLst>
    <p:sldId xmlns:r="http://schemas.openxmlformats.org/officeDocument/2006/relationships" id="256" r:id="R5aeb9361a7744bae"/>
    <p:sldId xmlns:r="http://schemas.openxmlformats.org/officeDocument/2006/relationships" id="257" r:id="R37856cd12ce84310"/>
    <p:sldId xmlns:r="http://schemas.openxmlformats.org/officeDocument/2006/relationships" id="258" r:id="Rdbe8b0c7b2cf4ce8"/>
    <p:sldId xmlns:r="http://schemas.openxmlformats.org/officeDocument/2006/relationships" id="259" r:id="R92370f7143204ac4"/>
    <p:sldId xmlns:r="http://schemas.openxmlformats.org/officeDocument/2006/relationships" id="260" r:id="Rcb8c9e9110f6473b"/>
    <p:sldId xmlns:r="http://schemas.openxmlformats.org/officeDocument/2006/relationships" id="261" r:id="R7c6766d6b8834c27"/>
    <p:sldId xmlns:r="http://schemas.openxmlformats.org/officeDocument/2006/relationships" id="262" r:id="Rd0de3b64c82343bf"/>
    <p:sldId xmlns:r="http://schemas.openxmlformats.org/officeDocument/2006/relationships" id="263" r:id="R2806beedc8814023"/>
    <p:sldId xmlns:r="http://schemas.openxmlformats.org/officeDocument/2006/relationships" id="264" r:id="R1edcd3bbaa014ead"/>
    <p:sldId xmlns:r="http://schemas.openxmlformats.org/officeDocument/2006/relationships" id="265" r:id="Rfdfe8ab1d65e4d2f"/>
    <p:sldId xmlns:r="http://schemas.openxmlformats.org/officeDocument/2006/relationships" id="266" r:id="R7c0e9807e5b94a0c"/>
    <p:sldId xmlns:r="http://schemas.openxmlformats.org/officeDocument/2006/relationships" id="267" r:id="R701df630cf7846b2"/>
    <p:sldId xmlns:r="http://schemas.openxmlformats.org/officeDocument/2006/relationships" id="268" r:id="Rdb3554a159834d64"/>
    <p:sldId xmlns:r="http://schemas.openxmlformats.org/officeDocument/2006/relationships" id="269" r:id="R9badbbc92e1f4910"/>
    <p:sldId xmlns:r="http://schemas.openxmlformats.org/officeDocument/2006/relationships" id="270" r:id="Rbddf241b16164ce9"/>
    <p:sldId xmlns:r="http://schemas.openxmlformats.org/officeDocument/2006/relationships" id="271" r:id="R924f6b720c5b460d"/>
    <p:sldId xmlns:r="http://schemas.openxmlformats.org/officeDocument/2006/relationships" id="272" r:id="Ra7f50215da1e41eb"/>
    <p:sldId xmlns:r="http://schemas.openxmlformats.org/officeDocument/2006/relationships" id="273" r:id="Raf8826742efb4821"/>
    <p:sldId xmlns:r="http://schemas.openxmlformats.org/officeDocument/2006/relationships" id="274" r:id="Rb0e0e80c3e494609"/>
    <p:sldId xmlns:r="http://schemas.openxmlformats.org/officeDocument/2006/relationships" id="275" r:id="R7f49de06340d45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2ecddeb37864573"/><Relationship Type="http://schemas.openxmlformats.org/officeDocument/2006/relationships/slideMaster" Target="/ppt/slideMasters/slideMaster1.xml" Id="R3824b92e73c74d38"/><Relationship Type="http://schemas.openxmlformats.org/officeDocument/2006/relationships/presProps" Target="/ppt/presProps.xml" Id="Re30404a2aefa4bc5"/><Relationship Type="http://schemas.openxmlformats.org/officeDocument/2006/relationships/tableStyles" Target="/ppt/tableStyles.xml" Id="Rcbc4e5cb55db44c0"/><Relationship Type="http://schemas.openxmlformats.org/officeDocument/2006/relationships/slide" Target="/ppt/slides/slide1.xml" Id="R5aeb9361a7744bae"/><Relationship Type="http://schemas.openxmlformats.org/officeDocument/2006/relationships/slide" Target="/ppt/slides/slide2.xml" Id="R37856cd12ce84310"/><Relationship Type="http://schemas.openxmlformats.org/officeDocument/2006/relationships/slide" Target="/ppt/slides/slide3.xml" Id="Rdbe8b0c7b2cf4ce8"/><Relationship Type="http://schemas.openxmlformats.org/officeDocument/2006/relationships/slide" Target="/ppt/slides/slide4.xml" Id="R92370f7143204ac4"/><Relationship Type="http://schemas.openxmlformats.org/officeDocument/2006/relationships/slide" Target="/ppt/slides/slide5.xml" Id="Rcb8c9e9110f6473b"/><Relationship Type="http://schemas.openxmlformats.org/officeDocument/2006/relationships/slide" Target="/ppt/slides/slide6.xml" Id="R7c6766d6b8834c27"/><Relationship Type="http://schemas.openxmlformats.org/officeDocument/2006/relationships/slide" Target="/ppt/slides/slide7.xml" Id="Rd0de3b64c82343bf"/><Relationship Type="http://schemas.openxmlformats.org/officeDocument/2006/relationships/slide" Target="/ppt/slides/slide8.xml" Id="R2806beedc8814023"/><Relationship Type="http://schemas.openxmlformats.org/officeDocument/2006/relationships/slide" Target="/ppt/slides/slide9.xml" Id="R1edcd3bbaa014ead"/><Relationship Type="http://schemas.openxmlformats.org/officeDocument/2006/relationships/slide" Target="/ppt/slides/slide10.xml" Id="Rfdfe8ab1d65e4d2f"/><Relationship Type="http://schemas.openxmlformats.org/officeDocument/2006/relationships/slide" Target="/ppt/slides/slide11.xml" Id="R7c0e9807e5b94a0c"/><Relationship Type="http://schemas.openxmlformats.org/officeDocument/2006/relationships/slide" Target="/ppt/slides/slide12.xml" Id="R701df630cf7846b2"/><Relationship Type="http://schemas.openxmlformats.org/officeDocument/2006/relationships/slide" Target="/ppt/slides/slide13.xml" Id="Rdb3554a159834d64"/><Relationship Type="http://schemas.openxmlformats.org/officeDocument/2006/relationships/slide" Target="/ppt/slides/slide14.xml" Id="R9badbbc92e1f4910"/><Relationship Type="http://schemas.openxmlformats.org/officeDocument/2006/relationships/slide" Target="/ppt/slides/slide15.xml" Id="Rbddf241b16164ce9"/><Relationship Type="http://schemas.openxmlformats.org/officeDocument/2006/relationships/slide" Target="/ppt/slides/slide16.xml" Id="R924f6b720c5b460d"/><Relationship Type="http://schemas.openxmlformats.org/officeDocument/2006/relationships/slide" Target="/ppt/slides/slide17.xml" Id="Ra7f50215da1e41eb"/><Relationship Type="http://schemas.openxmlformats.org/officeDocument/2006/relationships/slide" Target="/ppt/slides/slide18.xml" Id="Raf8826742efb4821"/><Relationship Type="http://schemas.openxmlformats.org/officeDocument/2006/relationships/slide" Target="/ppt/slides/slide19.xml" Id="Rb0e0e80c3e494609"/><Relationship Type="http://schemas.openxmlformats.org/officeDocument/2006/relationships/slide" Target="/ppt/slides/slide20.xml" Id="R7f49de06340d45c4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472838ff7ee4efe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d0c982e27c5421d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304898938cc47ba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b2c10c0836e4a8e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7f1879391784a6f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e38d0a05f9724e99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110574-50CA-4AFB-A783-FBB57A2608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3BAC9B-E722-45DA-9EB8-6F3F4C5ADC5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14AB8B-8564-44E7-8993-1B24894E71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16612E-F743-43EE-9597-1B3596E4F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5FA6B68-5181-4311-A1C7-897D602176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95182B6-0DAE-4208-9DBE-C7AF65DD73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CF9555-5051-4249-9E0F-6A550D8215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31124EA-B5EA-4CD8-B8E1-CE2D6FEDC1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DB61CF-28A8-4429-8935-26ABCD977A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AF6C09-DF4A-442C-BDAC-F9C35B8C1E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120c3236273448ff"/><Relationship Type="http://schemas.openxmlformats.org/officeDocument/2006/relationships/slideLayout" Target="/ppt/slideLayouts/slideLayout1.xml" Id="Rdd3280250b85454d"/><Relationship Type="http://schemas.openxmlformats.org/officeDocument/2006/relationships/slideLayout" Target="/ppt/slideLayouts/slideLayout2.xml" Id="R434c3da4c8234310"/><Relationship Type="http://schemas.openxmlformats.org/officeDocument/2006/relationships/slideLayout" Target="/ppt/slideLayouts/slideLayout3.xml" Id="R56f3d5167ccd47b4"/><Relationship Type="http://schemas.openxmlformats.org/officeDocument/2006/relationships/slideLayout" Target="/ppt/slideLayouts/slideLayout4.xml" Id="R4b3c14d6b62a4e78"/><Relationship Type="http://schemas.openxmlformats.org/officeDocument/2006/relationships/slideLayout" Target="/ppt/slideLayouts/slideLayout5.xml" Id="R4d1669741fc14f7c"/><Relationship Type="http://schemas.openxmlformats.org/officeDocument/2006/relationships/slideLayout" Target="/ppt/slideLayouts/slideLayout6.xml" Id="R8223010e007143f1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80250b85454d"/>
    <p:sldLayoutId xmlns:r="http://schemas.openxmlformats.org/officeDocument/2006/relationships" id="2147483650" r:id="R434c3da4c8234310"/>
    <p:sldLayoutId xmlns:r="http://schemas.openxmlformats.org/officeDocument/2006/relationships" id="2147483651" r:id="R56f3d5167ccd47b4"/>
    <p:sldLayoutId xmlns:r="http://schemas.openxmlformats.org/officeDocument/2006/relationships" id="2147483652" r:id="R4b3c14d6b62a4e78"/>
    <p:sldLayoutId xmlns:r="http://schemas.openxmlformats.org/officeDocument/2006/relationships" id="2147483653" r:id="R4d1669741fc14f7c"/>
    <p:sldLayoutId xmlns:r="http://schemas.openxmlformats.org/officeDocument/2006/relationships" id="2147483654" r:id="R8223010e007143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e6c8a4641144eea"/><Relationship Type="http://schemas.openxmlformats.org/officeDocument/2006/relationships/image" Target="/ppt/media/image.png" Id="R825d9c756e514b54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7b92b944be54f38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83b03f3f1f14434"/><Relationship Type="http://schemas.openxmlformats.org/officeDocument/2006/relationships/image" Target="/ppt/media/image2.png" Id="R007db8630c8c4614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883182037d04064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3231a6b20e64a7f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f567178938343b2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6b807bfb004436d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d9469d4b20540de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7c2fe8bb1fc4570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cb9066c38944905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e25a0e1b4274d23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f516ed4995c4f93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e61478d608648a0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ff77ce2a11b4576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12b472fd6a4596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36f799e6b484dc6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814e333ae104e4c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6393064c73640a5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ef8551f95a04835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889f6f67cd84bd8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71B9D-3E4B-4A1F-ADC1-4B4FDFAB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JAVA 5 · 15.10.2026 · 0–4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6D2-8B26-40BC-9707-FE7DB41F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20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E0458-317D-4DD9-A85B-E61E6DB0F4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d9c756e514b54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6993B-5605-48FF-A003-D6D71671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mund ta ndryshojë Arta orën e shoferit?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77D8F-048D-486D-9E27-B765069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hyn në RideShare dhe sheh udhëtimin 2: nisja 08:15.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mjafton që ajo është brenda aplikacionit për ta ndryshuar në 08:25?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1072E-1889-4B0A-9180-0446D621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Parashiko para demonstrimit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B5E82-9946-47F8-B707-EA3E6F9F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Po, sepse ka hyrë me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Jo, duhet të jetë shoferi i këtij udhëtimi.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Po, nëse e gjen adresën e panelit.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3FC96-39C8-4491-A5D1-0C472616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Hyrja provon identitetin. Ndryshimi kërkon edhe rolin shofer dhe pronësinë e udhëtimit.</a:t>
            </a:r>
          </a:p>
        </p:txBody>
      </p:sp>
    </p:spTree>
    <p:extLst>
      <p:ext uri="{BB962C8B-B14F-4D97-AF65-F5344CB8AC3E}">
        <p14:creationId xmlns:p14="http://schemas.microsoft.com/office/powerpoint/2010/main" val="559278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BD2B0-01D3-419F-9A47-5EAF3DDB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VAZHDIMI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9D11DD-A583-4278-888E-1AAD30D2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FD73B-E610-4EEA-9587-B931085E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EC5F6-7AB7-496F-B835-CD1FF43B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2: problemi dhe skica. Java 3: lista, detajet dhe adresat.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4: Neon ruan orën; lista dhe detajet e lexojnë.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5: identiteti dhe lejet për ndryshimin e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CEC2D-9E4B-4F69-94F0-3A648C18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Skica · J2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90123-1B44-482A-95ED-17692929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B67A4-A697-4DB3-8275-07C74CB7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Ekranet · J3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0B71AE-C597-46E8-9DD9-400CCEE0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9787E-5303-429F-A122-B39C3D64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Databaza · J4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82A24-5141-4777-898B-719FBEFE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7A255-4A5D-4652-94E5-78A27479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J5</a:t>
            </a:r>
          </a:p>
        </p:txBody>
      </p:sp>
    </p:spTree>
    <p:extLst>
      <p:ext uri="{BB962C8B-B14F-4D97-AF65-F5344CB8AC3E}">
        <p14:creationId xmlns:p14="http://schemas.microsoft.com/office/powerpoint/2010/main" val="1311633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F04AE-6075-4D98-93E1-AC7BF0A4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SYNIMI I JAVËS · RRJEDHA E RIDESHARE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F0D21-702F-4A22-A13B-C6755392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E5790-DF1E-4402-BD5B-1BE90D3B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Harta e Javës 5: ndryshojmë me leje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EC73C-EF6B-4FFD-8FF4-E7E64AE95B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db8630c8c4614"/>
          <a:stretch xmlns:a="http://schemas.openxmlformats.org/drawingml/2006/main"/>
        </p:blipFill>
        <p:spPr>
          <a:xfrm xmlns:a="http://schemas.openxmlformats.org/drawingml/2006/main">
            <a:off x="695587" y="1762125"/>
            <a:ext cx="10800826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45A09-ECCB-4971-B12A-C9A4B024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4 lexuam orën. Sot shoferi e ndryshon nga aplikacioni, pasi serveri verifikon lejen.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në laborator është lokale: pronari ruan orën, përdoruesi pa leje refuzohet.</a:t>
            </a:r>
          </a:p>
        </p:txBody>
      </p:sp>
    </p:spTree>
    <p:extLst>
      <p:ext uri="{BB962C8B-B14F-4D97-AF65-F5344CB8AC3E}">
        <p14:creationId xmlns:p14="http://schemas.microsoft.com/office/powerpoint/2010/main" val="1170991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59A1E-3660-4C45-9307-8D7E66F7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KONCEPTET · 7–12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0B8F1-FDC4-400B-B9F2-037EFC05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E0CFC-EDDB-4CA1-A024-CE1D204A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Identiteti, roli dhe pronësia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AE280-B5B1-4D80-B184-FFB5E2F7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Autentifikimi: kush je? GitHub verifikon llogarinë.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Autorizimi: çfarë lejohet të bësh? Serveri kontrollon rolin dhe pronarin.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E90CA-49CE-43F1-8F97-05BE4EFE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4419B-3F96-4A2C-9D08-46831CB0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766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Arta · ID 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784C1-CF23-4DCA-BAD4-5ABFF10D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Roli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57F7C-345B-4F5A-A29E-E3AAF593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0100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udhëtare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CEC10-6AAE-42AB-9B16-50EA5D0B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7BBE2-A0E1-430E-B961-7020F939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434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Udhëtimi 2 është i Dritonit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3ED67-2810-4600-92A8-8D492430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Arta orën e udhëtimit të Dritonit?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6A313-E6BA-48E4-AE53-3853D555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Arta është identifikuar, por nuk ka leje të ndryshojë orën e Dritonit.</a:t>
            </a:r>
          </a:p>
        </p:txBody>
      </p:sp>
    </p:spTree>
    <p:extLst>
      <p:ext uri="{BB962C8B-B14F-4D97-AF65-F5344CB8AC3E}">
        <p14:creationId xmlns:p14="http://schemas.microsoft.com/office/powerpoint/2010/main" val="6881316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3E4A4-7EC0-43E0-953F-707AEBB7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SHEMBULL NGA AAB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E725C-1E01-401F-AEF0-5AF640F5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8F908-2AF1-4122-AB0D-45E9D1BA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Karta e studentit nuk të bën profesor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77CF0-447C-4033-8192-5F0C712C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Karta tregon kush je dhe të lejon të hysh si student.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 të ndryshuar notat duhet rol i autorizuar dhe qasje në lëndën përkatëse.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 kështu, hyrja në RideShare nuk të bën pronar të çdo udhëtimi.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218F9-A7ED-4267-AC75-406229DD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të jep karta e studentit leje për të ndryshuar notat?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DB72A-12B4-487D-89E7-950ECCD2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Jo. Karta identifikon studentin; ndryshimi i notave kërkon rol dhe qasje të autorizuar. Edhe klienti i lokalit mund të rezervojë, por nuk ndryshon orarin e punonjësit.</a:t>
            </a:r>
          </a:p>
        </p:txBody>
      </p:sp>
    </p:spTree>
    <p:extLst>
      <p:ext uri="{BB962C8B-B14F-4D97-AF65-F5344CB8AC3E}">
        <p14:creationId xmlns:p14="http://schemas.microsoft.com/office/powerpoint/2010/main" val="16467374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63244-C9B9-4225-8D70-0B01EFB1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 · 12–16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77707-C9C6-4329-AD11-0BD63198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ED84D-2065-4185-91A3-E2A91C1F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me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A1240-E20A-47E0-BD88-0E5B6F09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Studenti përdor llogarinë GitHub që e ka tashmë.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Aplikacioni ynë nuk kërkon dhe nuk ruan fjalëkalimin e GitHub-it.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OAuth (Open Authorization – autorizim i hapur) lejon këtë rrjedhë; këtu përdorim profilin e verifikuar për hyrje.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CA3CE-B469-4247-8A86-0CB46CDB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Hyr me 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EA854-8D0F-4F41-8EB4-DCED228C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C94C40-8F2C-482B-BEFD-FA8B2966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3DCE0-9C0B-4868-A94F-56F7A173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632C9-A498-44D7-AC25-15F6A2D5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Kthim në RideShare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7AF99-BA2B-4D76-954B-91FA1217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8D410-71DA-41CD-9A28-6E5F415B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3CE15-F1C1-415B-ACF5-F2A478FE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https://next-auth.js.org/providers/github | https://docs.github.com/en/apps/oauth-apps/building-oauth-apps/creating-an-oauth-app</a:t>
            </a:r>
          </a:p>
        </p:txBody>
      </p:sp>
    </p:spTree>
    <p:extLst>
      <p:ext uri="{BB962C8B-B14F-4D97-AF65-F5344CB8AC3E}">
        <p14:creationId xmlns:p14="http://schemas.microsoft.com/office/powerpoint/2010/main" val="3817212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27308-4675-4649-9F8D-3C3C2CA0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1C341-23B2-49E4-B815-12DEA25C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17D09-2EE1-4000-B7B1-61007BAC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Sesioni: aplikacioni të njeh pas rifreskimit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6097-FDD6-4D5B-A9A8-1552A074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hyrjes, biblioteka ruan një cookie sesioni në shfletues.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Cookie (skedar i vogël i shfletuesit) dërgohet me kërkesën; serveri e verifikon.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shembull sesioni ka afat dy orë. Vetëm emri i shkruar në ekran nuk është provë identiteti.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EEF55-3057-44C3-ADB4-BA85513B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Shfletuesi + cookie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C58DA-7F25-449A-AA22-F392857F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100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0E8BE-5F92-47D9-8247-620DF1A8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225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644C7-7B6C-459C-9D07-38114F4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725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0D463-3554-4965-A4F5-51BE1D0D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Profili në Neon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AEF53-E467-4937-B425-FAF4692D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0608958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A18D0-D30E-469A-88BE-CFAF1671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16–20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5895A-7A5A-4C5D-B5FC-238240F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26C8D-61D1-44FE-BCAA-7BA548FA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Roli ruhet në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5F043-DFE6-40ED-BD72-9D43FBD3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Çdo përdorues i ri fillon si udhëtar.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Administratori i laboratorit cakton rolin shofer nga SQL Editor. Nuk ka buton “Bëhu shofer” në aplikacion.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lexon rolin përsëri para çdo ndryshimi.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F1830-C08D-404B-9B15-E6AFAFD2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Arta · ID 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245EF-9F87-4395-85C8-8980EDAC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udhetar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E1E76-B9A1-4745-AC43-06E7AAE1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Dritoni · ID 202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71718-CD35-4D1C-9C80-6E2C55B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D7E07-B3B1-4DE1-8833-FCA70D9C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Arta dërgon role=shofer nga shfletuesi?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388A4-3E87-4B8D-B700-6FF4EF54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Arta dërgon role=shofer nga shfletuesi, serveri e injoron. Roli merret nga databaza.</a:t>
            </a:r>
          </a:p>
        </p:txBody>
      </p:sp>
    </p:spTree>
    <p:extLst>
      <p:ext uri="{BB962C8B-B14F-4D97-AF65-F5344CB8AC3E}">
        <p14:creationId xmlns:p14="http://schemas.microsoft.com/office/powerpoint/2010/main" val="14773022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3C2A6-1A3F-4861-9089-F8DFFC72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C85F8-E16F-40E1-8A3C-D8BF5D6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55828A-01C3-4ADE-B7D5-601A6867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ka leje vetëm për udhëtimin e vet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DC7FA-3F2A-490C-8727-FDAE0B04CFC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537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2190750"/>
                <a:gridCol w="2571750"/>
                <a:gridCol w="2857500"/>
              </a:tblGrid>
              <a:tr h="5834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Përdoruesi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ID udhëtimit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Pronari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Ndryshon orën?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Arta · udhëtare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Shofer tjetër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C293D-C723-477E-A40C-26BFE2AC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është shofer, por udhëtimi 1 i përket një shoferi tjetër.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4452D-A602-40BA-BD43-C829B1E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mund ta ndryshojë Dritoni udhëtimin e një shoferi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7D265-14DA-4131-8F41-07BBDFDC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shofer nuk mjafton. Duhet edhe shofer_id = ID e përdoruesit në sesion.</a:t>
            </a:r>
          </a:p>
        </p:txBody>
      </p:sp>
    </p:spTree>
    <p:extLst>
      <p:ext uri="{BB962C8B-B14F-4D97-AF65-F5344CB8AC3E}">
        <p14:creationId xmlns:p14="http://schemas.microsoft.com/office/powerpoint/2010/main" val="19450667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B50364-9408-470E-B7C9-22E97FC4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· 20–24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3983E-61D0-404F-916D-9968F969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FD746-5240-4BC7-973B-56995632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para ruajtjes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6D15B-032B-47C8-A91E-BF6EB741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ndjek të njëjtat pyetje për çdo kërkesë, edhe kur butoni nuk shfaqet.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F5A87-0692-4D2B-8A61-769D0C61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Ka sesion?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872B2-AB07-4104-A6CD-700F4663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E3BBA-09B3-4572-ADFD-AF9FB45D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shofer?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41DA5-6F8E-421C-A085-72BE8708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3E620-554C-48F1-9D06-EB11F703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pronari?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47426-B1A5-43E6-AC08-6E828E26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EFDBAA-52F4-431D-ABB7-E7973F0C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Ora është e vlefshme?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0250D-14DE-48B6-85BF-8004946B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ndodh nëse një nga kontrollet dështon?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F4571-F7AC-439F-90FF-0706AF59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ndonjë kontroll dështon, databaza nuk ndryshon. Mesazhi tregon arsyen.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BB892-8F9F-422B-9387-EF57F493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modelin ilustrues të lejeve →</a:t>
            </a:r>
          </a:p>
        </p:txBody>
      </p:sp>
    </p:spTree>
    <p:extLst>
      <p:ext uri="{BB962C8B-B14F-4D97-AF65-F5344CB8AC3E}">
        <p14:creationId xmlns:p14="http://schemas.microsoft.com/office/powerpoint/2010/main" val="16354093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61126-899E-4FC0-A3DC-C3FF2F37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SHEMBULL I SHPJEGUAR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24E0B-29C9-47EC-A9AD-67238F26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8114D-3B12-416D-B563-40576070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 e pronarit vjen nga sesioni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CA8C1-AEEF-43C7-BC3F-53824E70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id: udhëtimi që po ndryshojmë. ora: vlera që propozoi formulari.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p.id: identiteti i verifikuar; nuk e marrim nga një input i përdoruesit.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2C2B9-FC0C-4DEB-BD3F-7D8A7F55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udhetimet SET ora = ${ora}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WHERE id = ${id} AND shofer_id = ${p.id}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RETURNING id;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0D398-BE07-4165-BFC0-CDB24015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e ndalon ndryshimin e udhëtimit të një pronari tjetër?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477C9-20C7-4470-A44C-CB4D7DBF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Kushti shofer_id = p.id kërkon pronarin e saktë. Në kodin e plotë kontrollojmë edhe rolin. RETURNING tregon nëse u ndryshua një rresht.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48FB6-95A3-4ECD-86C8-191CFE0A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https://www.postgresql.org/docs/current/sql-update.html</a:t>
            </a:r>
          </a:p>
        </p:txBody>
      </p:sp>
    </p:spTree>
    <p:extLst>
      <p:ext uri="{BB962C8B-B14F-4D97-AF65-F5344CB8AC3E}">
        <p14:creationId xmlns:p14="http://schemas.microsoft.com/office/powerpoint/2010/main" val="11889865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9246D-4CE8-4677-A522-68C2D18B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GABIM I ZAKONSHËM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C87B0-ECDB-4A24-B1AB-E69434F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E9E4B-BBE2-4C81-AF73-39FAD72D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Fshehja e butonit dhe mbrojtja e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0606B-2884-46B8-A08C-9CC501CE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Ndërfaqja i fsheh formularin udhëtarit që të mos e hutojë.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Por shfletuesi mund të modifikohet. Dikush mund të provojë një kërkesë direkte.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kontrollon sesionin dhe lejen sërish para UPDATE.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7F36B-2D76-44DD-AEA3-BA10C5DB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439B0-F674-4F1A-863E-9BEE24B6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Tregon veprimet e dobishme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3E7C0-B305-4823-B043-49A2F9BB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B6524-7A45-4780-BB59-F299089E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Vendos nëse veprimi lejohet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D4BB8-215B-4AFA-ABBC-019D4A5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mjafton ta fshehim butonin për ta mbrojtur veprimin?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458F21-4FA0-45B7-92B9-21A4D1D9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Një buton i fshehur nuk është masë e mjaftueshme sigurie.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4F594A-CD67-491D-8B19-6E244FA6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543181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C2514-8B28-4027-AB22-BB2B74CB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 E HYRJES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37119-8C0E-4148-B367-652DE06F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37C50-31BC-4D9B-AF63-D986344F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Dalja dhe skadimi i sesionit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43547-52A6-45D2-903B-5B66D270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Dil e heq sesionin nga ky shfletues. Kthimi te paneli kërkon hyrje përsëri.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skadimit duhet identifikim i ri; një skedë e vjetër nuk jep leje përgjithmonë.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modelin me JWT (JSON Web Token – token web në format JSON), dalja nuk revokon automatikisht kopje të vjedhura të tokenit.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35996-97B1-42A2-819D-E6EDCD4A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i revokon dalja edhe kopjet e vjedhura të tokenit?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01E96-3D81-4F65-B226-CC1613B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Për prodhim duhen edhe politika revokimi dhe monitorimi. Në laborator provojmë daljen në shfletuesin tonë.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83C01-1534-42FD-A09D-3C6E643E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14786580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B53A6-17C0-4412-848C-0AEB5BC7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3310C-543C-4337-B015-AC24D91C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1E726-86BF-45A8-8D57-91C0449C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Sekretet kanë punë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8CF3B-CBF2-4A51-8B7F-91CAF081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DATABASE_URL: lidh serverin me Neon. GITHUB_ID: identifikon OAuth App, jo studentin.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GITHUB_SECRET: sekreti i OAuth App. NEXTAUTH_SECRET: mbron sesionet.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Asnjë sekret nuk shkon në GitHub ose në NEXT_PUBLIC_.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42608-BEC1-48C9-AE76-B9F4436B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ID e përdoruesit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1C6668-E495-4826-96CF-9FEC93E8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Artës ose Dritonit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E148B-F04A-42B5-A578-46B94FD0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Client ID e OAuth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A76293-824C-4793-A2E0-66F38FE0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aplikacionit RideShare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161B3-75DB-46C5-9DAD-BC46F066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 është Client ID e OAuth App e njëjtë me ID-në e studentit?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C9EED-3D6B-4395-B384-A235A937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ID-ja e studentit dhe Client ID e aplikacionit janë gjëra të ndryshme.</a:t>
            </a:r>
          </a:p>
        </p:txBody>
      </p:sp>
    </p:spTree>
    <p:extLst>
      <p:ext uri="{BB962C8B-B14F-4D97-AF65-F5344CB8AC3E}">
        <p14:creationId xmlns:p14="http://schemas.microsoft.com/office/powerpoint/2010/main" val="19691597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E85A9-AB66-4B7B-A666-A3281191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PROVOJMË SË BASHKU · 24–34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0E1EA-A066-4C81-AF46-E97FFE59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F4E565-94A9-4B6A-8074-2465F617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Demonstrim: një ruajtje dhe dy refuzime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8F3C3-709C-4526-9545-724D3D16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 rezultatin përpara çdo klikimi.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ndryshon ID 2 → lista dhe detajet tregojnë orën e 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ID në 1 → refuzohet. Pas daljes, formulari i vjetër nuk ka më leje.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EF468-E6C6-45A6-92C1-1DC2C0FE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rrjedhën e demonstrimit →</a:t>
            </a:r>
          </a:p>
        </p:txBody>
      </p:sp>
    </p:spTree>
    <p:extLst>
      <p:ext uri="{BB962C8B-B14F-4D97-AF65-F5344CB8AC3E}">
        <p14:creationId xmlns:p14="http://schemas.microsoft.com/office/powerpoint/2010/main" val="16446509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22081-F95A-466B-85A8-78542B6F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DISKUTIM · 34–38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26D0C-D165-46EF-B665-5759ABC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8DABB8-B774-4571-B0A3-721AB2D8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ndodh nëse ndryshoj ID në formular?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2C0DE-AA10-4741-8AD8-A09FF7E9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ka leje për ID 2. Në DevTools e ndryshon input-in e fshehur nga 2 në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D0521-1183-4834-BAF0-7A8DFD8A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Cili kontroll e ndalon?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B029F-F246-4533-9916-D0DE7CF4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Butoni kishte ngjyrë tjetër.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Sesioni mban vetëm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Serveri kërkon që shofer_id të përputhet me identitetin e sesionit.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E442BC-DF9B-4DFB-AD5E-D54BC983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 1 ka pronar tjetër. UPDATE nuk gjen rresht me të dy kushtet dhe nuk ndryshon orën.</a:t>
            </a:r>
          </a:p>
        </p:txBody>
      </p:sp>
    </p:spTree>
    <p:extLst>
      <p:ext uri="{BB962C8B-B14F-4D97-AF65-F5344CB8AC3E}">
        <p14:creationId xmlns:p14="http://schemas.microsoft.com/office/powerpoint/2010/main" val="13610264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C5D9A-C607-4341-9258-656CEAE5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REAGIMI NDAJ PËRDORUESIT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D3662-B7E3-425C-A949-79B3DF62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07F14-512B-47BD-B75D-6A209365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Mesazhet duhet të shpjegojnë çfarë ndodhi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97BCD-95A7-4343-8D0C-529F28FD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 hyrje: “Hyr në llogari”. Pa leje: “Nuk ke leje për këtë udhëtim”.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Ora e gabuar: “Shkruaj një orë të vlefshme”. Neon nuk përgjigjet: “Provo përsëri”.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Vetëm pas ruajtjes së konfirmuar shfaqim sukses.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DE4C8-CBCB-4B4A-AB93-2653516E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Çfarë dallimi kanë mungesa e identifikimit dhe mungesa e lejes?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E9B229-F34C-4F40-B745-FA5836A4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401 (Unauthorized) zakonisht tregon mungesë identifikimi; 403 (Forbidden) refuzim lejeje. Formulari ynë shfaq mesazhe të lexueshme përmes ridrejtimit.</a:t>
            </a:r>
          </a:p>
        </p:txBody>
      </p:sp>
    </p:spTree>
    <p:extLst>
      <p:ext uri="{BB962C8B-B14F-4D97-AF65-F5344CB8AC3E}">
        <p14:creationId xmlns:p14="http://schemas.microsoft.com/office/powerpoint/2010/main" val="8693207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D0F9A-6BAF-4F19-847D-E8A337F7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PUNA PRAKTIKE · 38–41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EAAC2-BA96-4A06-B3BF-254D43F7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5F872-1E2B-4484-B286-C5C811D4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Rezultati i ushtrimeve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A417B-F18A-422B-8AFA-A851B16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Hyrje GitHub, panel me emrin dhe rolin, dalje.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ruan orën e udhëtimit të vet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java-05.md; dorëzim në minutën 70 dhe kohë për korrigjime.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26342-06D5-48CF-94F9-DB4E33B4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1306595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04528-0CCC-46E5-AE78-680ED11B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LIDHJA ME PROJEKTIN INDIVIDUAL · 41–44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D4B83-04AA-4963-BE41-B0059E44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DDF65-83B5-4C41-A222-166A03C9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parim për biznesin tënd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479F0-9EE1-4B4F-B44C-EEF85329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një servis: klienti sheh terminin; tekniku ndryshon vetëm terminet e caktuara atij.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porosi ushqimi: klienti sheh porosinë e vet; kuzhina përditëson statusin e porosive të lokalit.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Emërto përdoruesin, veprimin dhe pronarin në biznesin që ke zgjedhur.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C878B-9549-4613-B0E1-3E9680A0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RideShare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C634B-9940-44DB-A793-BADA46DB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→ udhëtimi i vet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1420D3-07FC-4C8D-86B8-A6F3B6F9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11365-F75C-4A17-B03B-8CC5F905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Punonjësi → puna që i përket</a:t>
            </a:r>
          </a:p>
        </p:txBody>
      </p:sp>
    </p:spTree>
    <p:extLst>
      <p:ext uri="{BB962C8B-B14F-4D97-AF65-F5344CB8AC3E}">
        <p14:creationId xmlns:p14="http://schemas.microsoft.com/office/powerpoint/2010/main" val="8235980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8C8A0C-715B-41F8-AF32-31225FE3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EXIT TICKET · 44–45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AD1A1-0CA2-4836-89D0-EFE5C49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6D181-D67A-40C7-B231-8F7E5DE3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mbyllim ligjëratën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E3831-22C7-4DAE-9A71-281A7DAB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1. Kush e verifikon identitetin? 2. Ku ruhet roli?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3. Pse duhen kontrolle në server edhe kur formulari fshihet?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Shpjego me një shembull tëndin pa lexuar kodin.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5B779-1A04-4480-9C8F-A5B4EFE6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Kush verifikon identitetin, ku ruhet roli dhe kush vendos për ndryshimin?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C166B-B1FF-4A8F-BED0-AB72D850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GitHub verifikon llogarinë; Neon ruan rolin dhe pronarin; serveri vendos për çdo ndryshim.</a:t>
            </a:r>
          </a:p>
        </p:txBody>
      </p:sp>
    </p:spTree>
    <p:extLst>
      <p:ext uri="{BB962C8B-B14F-4D97-AF65-F5344CB8AC3E}">
        <p14:creationId xmlns:p14="http://schemas.microsoft.com/office/powerpoint/2010/main" val="10435753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2026-10-14T21:00:00.1840000Z</dcterms:created>
  <dcterms:modified xsi:type="dcterms:W3CDTF">2026-10-14T21:00:00.1840000Z</dcterms:modified>
</coreProperties>
</file>