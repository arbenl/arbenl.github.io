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dce33b4ee5df4ba0"/><Relationship Type="http://schemas.openxmlformats.org/officeDocument/2006/relationships/extended-properties" Target="/docProps/app.xml" Id="R57858d1b4f1e49d1"/><Relationship Type="http://schemas.openxmlformats.org/officeDocument/2006/relationships/officeDocument" Target="/ppt/presentation.xml" Id="R95eb795de76a477b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6369c7da84d5a"/>
  </p:sldMasterIdLst>
  <p:sldIdLst>
    <p:sldId xmlns:r="http://schemas.openxmlformats.org/officeDocument/2006/relationships" id="256" r:id="R2a8e3bd143c446b2"/>
    <p:sldId xmlns:r="http://schemas.openxmlformats.org/officeDocument/2006/relationships" id="257" r:id="R02b91bbb06214b13"/>
    <p:sldId xmlns:r="http://schemas.openxmlformats.org/officeDocument/2006/relationships" id="258" r:id="Rc9e00d0e31744f44"/>
    <p:sldId xmlns:r="http://schemas.openxmlformats.org/officeDocument/2006/relationships" id="259" r:id="R6d23df6b3bc144c5"/>
    <p:sldId xmlns:r="http://schemas.openxmlformats.org/officeDocument/2006/relationships" id="260" r:id="R7a3b1c2f58a541a1"/>
    <p:sldId xmlns:r="http://schemas.openxmlformats.org/officeDocument/2006/relationships" id="261" r:id="Rb9c0228945054bb2"/>
    <p:sldId xmlns:r="http://schemas.openxmlformats.org/officeDocument/2006/relationships" id="262" r:id="Ra68adaa108544636"/>
    <p:sldId xmlns:r="http://schemas.openxmlformats.org/officeDocument/2006/relationships" id="263" r:id="Rc4973a53bcfe426a"/>
    <p:sldId xmlns:r="http://schemas.openxmlformats.org/officeDocument/2006/relationships" id="264" r:id="R26dd1264523e4185"/>
    <p:sldId xmlns:r="http://schemas.openxmlformats.org/officeDocument/2006/relationships" id="265" r:id="R27040c45003b44b6"/>
    <p:sldId xmlns:r="http://schemas.openxmlformats.org/officeDocument/2006/relationships" id="266" r:id="R6c54e096fd1f4b5d"/>
    <p:sldId xmlns:r="http://schemas.openxmlformats.org/officeDocument/2006/relationships" id="267" r:id="R0482c50e48064147"/>
    <p:sldId xmlns:r="http://schemas.openxmlformats.org/officeDocument/2006/relationships" id="268" r:id="R0dd6b6e5ed6a4b0b"/>
    <p:sldId xmlns:r="http://schemas.openxmlformats.org/officeDocument/2006/relationships" id="269" r:id="R2cd4dfef9da74b74"/>
    <p:sldId xmlns:r="http://schemas.openxmlformats.org/officeDocument/2006/relationships" id="270" r:id="R940d315431b5480c"/>
    <p:sldId xmlns:r="http://schemas.openxmlformats.org/officeDocument/2006/relationships" id="271" r:id="R3d5ffc5941854317"/>
    <p:sldId xmlns:r="http://schemas.openxmlformats.org/officeDocument/2006/relationships" id="272" r:id="R854f155fbc0246df"/>
    <p:sldId xmlns:r="http://schemas.openxmlformats.org/officeDocument/2006/relationships" id="273" r:id="R438f772d8c82435c"/>
    <p:sldId xmlns:r="http://schemas.openxmlformats.org/officeDocument/2006/relationships" id="274" r:id="Rd2474d301dc349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6439a13a16ea4816"/><Relationship Type="http://schemas.openxmlformats.org/officeDocument/2006/relationships/slideMaster" Target="/ppt/slideMasters/slideMaster1.xml" Id="Ra426369c7da84d5a"/><Relationship Type="http://schemas.openxmlformats.org/officeDocument/2006/relationships/presProps" Target="/ppt/presProps.xml" Id="R0dcc176c262b4b68"/><Relationship Type="http://schemas.openxmlformats.org/officeDocument/2006/relationships/tableStyles" Target="/ppt/tableStyles.xml" Id="R2ddda901ad7a4f67"/><Relationship Type="http://schemas.openxmlformats.org/officeDocument/2006/relationships/slide" Target="/ppt/slides/slide1.xml" Id="R2a8e3bd143c446b2"/><Relationship Type="http://schemas.openxmlformats.org/officeDocument/2006/relationships/slide" Target="/ppt/slides/slide2.xml" Id="R02b91bbb06214b13"/><Relationship Type="http://schemas.openxmlformats.org/officeDocument/2006/relationships/slide" Target="/ppt/slides/slide3.xml" Id="Rc9e00d0e31744f44"/><Relationship Type="http://schemas.openxmlformats.org/officeDocument/2006/relationships/slide" Target="/ppt/slides/slide4.xml" Id="R6d23df6b3bc144c5"/><Relationship Type="http://schemas.openxmlformats.org/officeDocument/2006/relationships/slide" Target="/ppt/slides/slide5.xml" Id="R7a3b1c2f58a541a1"/><Relationship Type="http://schemas.openxmlformats.org/officeDocument/2006/relationships/slide" Target="/ppt/slides/slide6.xml" Id="Rb9c0228945054bb2"/><Relationship Type="http://schemas.openxmlformats.org/officeDocument/2006/relationships/slide" Target="/ppt/slides/slide7.xml" Id="Ra68adaa108544636"/><Relationship Type="http://schemas.openxmlformats.org/officeDocument/2006/relationships/slide" Target="/ppt/slides/slide8.xml" Id="Rc4973a53bcfe426a"/><Relationship Type="http://schemas.openxmlformats.org/officeDocument/2006/relationships/slide" Target="/ppt/slides/slide9.xml" Id="R26dd1264523e4185"/><Relationship Type="http://schemas.openxmlformats.org/officeDocument/2006/relationships/slide" Target="/ppt/slides/slide10.xml" Id="R27040c45003b44b6"/><Relationship Type="http://schemas.openxmlformats.org/officeDocument/2006/relationships/slide" Target="/ppt/slides/slide11.xml" Id="R6c54e096fd1f4b5d"/><Relationship Type="http://schemas.openxmlformats.org/officeDocument/2006/relationships/slide" Target="/ppt/slides/slide12.xml" Id="R0482c50e48064147"/><Relationship Type="http://schemas.openxmlformats.org/officeDocument/2006/relationships/slide" Target="/ppt/slides/slide13.xml" Id="R0dd6b6e5ed6a4b0b"/><Relationship Type="http://schemas.openxmlformats.org/officeDocument/2006/relationships/slide" Target="/ppt/slides/slide14.xml" Id="R2cd4dfef9da74b74"/><Relationship Type="http://schemas.openxmlformats.org/officeDocument/2006/relationships/slide" Target="/ppt/slides/slide15.xml" Id="R940d315431b5480c"/><Relationship Type="http://schemas.openxmlformats.org/officeDocument/2006/relationships/slide" Target="/ppt/slides/slide16.xml" Id="R3d5ffc5941854317"/><Relationship Type="http://schemas.openxmlformats.org/officeDocument/2006/relationships/slide" Target="/ppt/slides/slide17.xml" Id="R854f155fbc0246df"/><Relationship Type="http://schemas.openxmlformats.org/officeDocument/2006/relationships/slide" Target="/ppt/slides/slide18.xml" Id="R438f772d8c82435c"/><Relationship Type="http://schemas.openxmlformats.org/officeDocument/2006/relationships/slide" Target="/ppt/slides/slide19.xml" Id="Rd2474d301dc3490f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6e67e841ebb4429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bc61ee536bc4dd8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24509e51066b4e9b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b3312a5650c4530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ff30061bcba4277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63a1692e8544a2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6B5520-02A7-4950-A1CD-C1B80A6BB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45324E-8910-428B-8CED-969AE48A5C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2F06C6-EAE1-4FC8-98D6-63694A339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26925C-3E2A-481D-850B-982356F7E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0C56BA-D168-4FA6-8C52-3D35686184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4A069E-1DB6-4228-888B-5E75C81C4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977A06-8A77-484C-9961-CFFBF20E0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D16D24-F0F9-4BBA-A451-641A540588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076A52-5DEA-4A1A-AC25-677FE7AFD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683960-5A3C-4CAD-A7C7-213205B39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a510207802594f7c"/><Relationship Type="http://schemas.openxmlformats.org/officeDocument/2006/relationships/slideLayout" Target="/ppt/slideLayouts/slideLayout1.xml" Id="R11bf33b4394b44bc"/><Relationship Type="http://schemas.openxmlformats.org/officeDocument/2006/relationships/slideLayout" Target="/ppt/slideLayouts/slideLayout2.xml" Id="Rfd3013f586694c60"/><Relationship Type="http://schemas.openxmlformats.org/officeDocument/2006/relationships/slideLayout" Target="/ppt/slideLayouts/slideLayout3.xml" Id="R0853952709834c74"/><Relationship Type="http://schemas.openxmlformats.org/officeDocument/2006/relationships/slideLayout" Target="/ppt/slideLayouts/slideLayout4.xml" Id="Rc025dde330f841fd"/><Relationship Type="http://schemas.openxmlformats.org/officeDocument/2006/relationships/slideLayout" Target="/ppt/slideLayouts/slideLayout5.xml" Id="Ra7113a6590e64e7c"/><Relationship Type="http://schemas.openxmlformats.org/officeDocument/2006/relationships/slideLayout" Target="/ppt/slideLayouts/slideLayout6.xml" Id="R1707eef291174c42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f33b4394b44bc"/>
    <p:sldLayoutId xmlns:r="http://schemas.openxmlformats.org/officeDocument/2006/relationships" id="2147483650" r:id="Rfd3013f586694c60"/>
    <p:sldLayoutId xmlns:r="http://schemas.openxmlformats.org/officeDocument/2006/relationships" id="2147483651" r:id="R0853952709834c74"/>
    <p:sldLayoutId xmlns:r="http://schemas.openxmlformats.org/officeDocument/2006/relationships" id="2147483652" r:id="Rc025dde330f841fd"/>
    <p:sldLayoutId xmlns:r="http://schemas.openxmlformats.org/officeDocument/2006/relationships" id="2147483653" r:id="Ra7113a6590e64e7c"/>
    <p:sldLayoutId xmlns:r="http://schemas.openxmlformats.org/officeDocument/2006/relationships" id="2147483654" r:id="R1707eef291174c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417cd1792ce40dd"/><Relationship Type="http://schemas.openxmlformats.org/officeDocument/2006/relationships/image" Target="/ppt/media/image.png" Id="R3273a7913923400f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59b29cfd2742ae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ca332269da4f8f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bee658648fc4fa5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a726f856eeb498a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65fb343b6e04727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2ebfe6bc9644f1c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cf483807efe4211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be776dc10844302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1ac38bd09bf4d21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30f1c207e8044f3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09eebcf72a84895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fde94094be4a7e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e6480bc7494940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8f02b50a434a2e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8d89e6fd5a24c79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e176346962c4ca5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b170cce4ea84a27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3dbe1454a754501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30C04-1BCC-4AFC-8E0C-51C7E2B8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JAVA 5 · 15.10.2026 · 0–4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9DBB3-2CDC-4B1D-8F2B-88D34CA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01 / 19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4BB72-7EEE-4C33-B7D2-D9B2A4A55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3a7913923400f"/>
          <a:stretch xmlns:a="http://schemas.openxmlformats.org/drawingml/2006/main"/>
        </p:blipFill>
        <p:spPr>
          <a:xfrm xmlns:a="http://schemas.openxmlformats.org/drawingml/2006/main">
            <a:off x="10287000" y="935076"/>
            <a:ext cx="1333500" cy="2634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0627D-CB69-4696-92E9-2C6278C2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mund ta ndryshojë Arta orën e shoferit?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73C39-B97A-4D97-B5D8-87E79F02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Arta hyn në RideShare dhe sheh udhëtimin 2: nisja 08:15.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mjafton që ajo është brenda aplikacionit për ta ndryshuar në 08:25?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9933B-ED28-44E7-9214-2BCE261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Parashiko para demonstrimit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13F2B-B057-4637-BB1D-6FBC2238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Po, sepse ka hyrë me GitHub.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Jo, duhet të jetë shoferi i këtij udhëtimi.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Po, nëse e gjen adresën e panelit.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58E0C-D15E-4291-9624-6CC01F4C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Hyrja provon identitetin. Ndryshimi kërkon edhe rolin shofer dhe pronësinë e udhëtimit.</a:t>
            </a:r>
          </a:p>
        </p:txBody>
      </p:sp>
    </p:spTree>
    <p:extLst>
      <p:ext uri="{BB962C8B-B14F-4D97-AF65-F5344CB8AC3E}">
        <p14:creationId xmlns:p14="http://schemas.microsoft.com/office/powerpoint/2010/main" val="967396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F4095-32FE-40A2-A09F-0E6F3A0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VAZHDIMI · 4–7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E8CDE-1014-4957-A26C-E4B2842F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2F32C-62FB-45E5-A09F-3614FF9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kemi ndërtuar deri tani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180DF-DF3E-45E4-83BC-C940C82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Java 2: problemi dhe skica. Java 3: lista, detajet dhe adresat.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Java 4: Neon ruan orën; lista dhe detajet e lexojnë.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Java 5: identiteti dhe lejet për ndryshimin e orës.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617C7-5AD3-4C80-9657-D851E3E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Skica · J2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7180-CD44-4980-A826-81E88EA1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7ACAB-9423-4527-A3AC-F21AB76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Ekranet · J3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2B18C-C4CC-4BD8-9B5D-9F7B7B41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341F5-B5C2-458A-8EB1-F3F596DF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Databaza · J4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5149-B869-4518-BAEC-AF65BB2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81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6A4F5-A680-440A-AF4E-6F5E4223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Lejet · J5</a:t>
            </a:r>
          </a:p>
        </p:txBody>
      </p:sp>
    </p:spTree>
    <p:extLst>
      <p:ext uri="{BB962C8B-B14F-4D97-AF65-F5344CB8AC3E}">
        <p14:creationId xmlns:p14="http://schemas.microsoft.com/office/powerpoint/2010/main" val="1667525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84552-F86A-4474-81AE-26B8C74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KONCEPTET · 7–12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78391-0B31-4B6B-BFAE-7409B4FD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03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AC943-FDF4-44D4-AA0E-9C3C8F1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Identiteti, roli dhe pronësia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8AC41-ACC0-489B-953B-86A219C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Autentifikimi: kush je? GitHub verifikon llogarinë.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Autorizimi: çfarë lejohet të bësh? Serveri kontrollon rolin dhe pronarin.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6EC68-FFA9-4B7D-8F57-29676229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Identiteti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2E9F9-45E4-4B15-B3F1-E79B617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Jam Arta · ID 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8BA8D-45F4-4A27-B5B8-DD4A206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Roli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289A0-9FCF-4AFC-B9E6-099282C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1002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Jam udhëtare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DCCE3-2DB2-44C7-BEF3-10D33041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Pronësia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69589-108E-412B-93E6-2D686A9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4342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Udhëtimi 2 është i Dritonit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9A8E9-612F-42F2-9F00-B8B0631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mund ta ndryshojë Arta orën e udhëtimit të Dritonit?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0ECF8-DFAC-4979-B133-03062FE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Arta është identifikuar, por nuk ka leje të ndryshojë orën e Dritonit.</a:t>
            </a:r>
          </a:p>
        </p:txBody>
      </p:sp>
    </p:spTree>
    <p:extLst>
      <p:ext uri="{BB962C8B-B14F-4D97-AF65-F5344CB8AC3E}">
        <p14:creationId xmlns:p14="http://schemas.microsoft.com/office/powerpoint/2010/main" val="190058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700B7-3C40-4A1E-8DDF-68668AC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NJË SHEMBULL NGA AAB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77374-81C6-477A-9DE7-935E3DA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BDABC-3103-4DF8-8674-11B5552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Karta e studentit nuk të bën profesor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5025-8B54-4C67-97B7-DF25C11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Karta tregon kush je dhe të lejon të hysh si student.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Për të ndryshuar notat duhet rol i autorizuar dhe qasje në lëndën përkatëse.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Po kështu, hyrja në RideShare nuk të bën pronar të çdo udhëtimi.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E4D69-126D-4328-8B26-73633A4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të jep karta e studentit leje për të ndryshuar notat?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1B9DB-D3C7-4A16-8AC7-CD811F88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Jo. Karta identifikon studentin; ndryshimi i notave kërkon rol dhe qasje të autorizuar. Edhe klienti i lokalit mund të rezervojë, por nuk ndryshon orarin e punonjësit.</a:t>
            </a:r>
          </a:p>
        </p:txBody>
      </p:sp>
    </p:spTree>
    <p:extLst>
      <p:ext uri="{BB962C8B-B14F-4D97-AF65-F5344CB8AC3E}">
        <p14:creationId xmlns:p14="http://schemas.microsoft.com/office/powerpoint/2010/main" val="451642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285B4-4F73-455C-8F35-0A96594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IDENTITETI · 12–16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AE2DA-0F9C-44DA-933B-FF25655B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7A0A-545B-4B2C-8065-36124E05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Hyrja me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961B-A8F4-4690-A256-66961FCF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Studenti përdor llogarinë GitHub që e ka tashmë.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Aplikacioni ynë nuk kërkon dhe nuk ruan fjalëkalimin e GitHub-it.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OAuth (Open Authorization – autorizim i hapur) lejon këtë rrjedhë; këtu përdorim profilin e verifikuar për hyrje.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E00DE-C6DB-4386-BC59-5C132E8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Hyr me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5820C-6C1D-430F-95AD-BB4B3375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9F4AC-50D9-49B5-BFDC-30103DBC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GitHub verifikon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769BF-FF0D-4D1A-8450-8B7408D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05F3D-432E-4FB9-A4BC-78B04C57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Kthim në RideShare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BCD16-3312-4298-9367-7BB28EF7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81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174DC-E1D5-4B00-AF1F-73A0B306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Sesion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C8431-D933-4786-881C-A814B08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https://next-auth.js.org/providers/github | https://docs.github.com/en/apps/oauth-apps/building-oauth-apps/creating-an-oauth-app</a:t>
            </a:r>
          </a:p>
        </p:txBody>
      </p:sp>
    </p:spTree>
    <p:extLst>
      <p:ext uri="{BB962C8B-B14F-4D97-AF65-F5344CB8AC3E}">
        <p14:creationId xmlns:p14="http://schemas.microsoft.com/office/powerpoint/2010/main" val="911851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4F63F-0A3D-4702-A6E4-1FF43D1B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SESIONI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5801E-3A95-48E0-B97E-522504D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0871-C08B-4DB8-8462-198B150B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Sesioni: aplikacioni të njeh pas rifreskimit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55597-5C60-4E4B-A942-702018F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Pas hyrjes, biblioteka ruan një cookie sesioni në shfletues.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Cookie (skedar i vogël i shfletuesit) dërgohet me kërkesën; serveri e verifikon.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shembull sesioni ka afat dy orë. Vetëm emri i shkruar në ekran nuk është provë identiteti.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41074-64DC-4900-82BF-645FA992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49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Shfletuesi + cookie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8193F-B8F1-4668-B71D-3803846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60067-5B32-4C1A-9A66-332AFD53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225" y="4333875"/>
            <a:ext cx="349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Serveri verifikon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8BBE5-8562-4906-99CF-3848EA29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25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87A86-94DD-44BD-A279-2A8528A3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333875"/>
            <a:ext cx="349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Profili në Neon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A6DB2-A57C-41E1-A6A6-E37DBFC0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https://next-auth.js.org/configuration/options</a:t>
            </a:r>
          </a:p>
        </p:txBody>
      </p:sp>
    </p:spTree>
    <p:extLst>
      <p:ext uri="{BB962C8B-B14F-4D97-AF65-F5344CB8AC3E}">
        <p14:creationId xmlns:p14="http://schemas.microsoft.com/office/powerpoint/2010/main" val="1946282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4B190-FB72-4E30-955B-A606B63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LEJET · 16–20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5B3EE-49B0-4C91-B649-66AAFF3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46D3F-310A-4CCC-A7F4-DCCBCD1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Roli ruhet në Neon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96E40-EC24-4EF8-9000-81EF647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Çdo përdorues i ri fillon si udhëtar.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Administratori i laboratorit cakton rolin shofer nga SQL Editor. Nuk ka buton “Bëhu shofer” në aplikacion.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Serveri e lexon rolin përsëri para çdo ndryshimi.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B0166-F25B-4833-BD6E-BDE6FC43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Arta · ID 101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183B8-4706-4FF6-92B3-553E4B0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862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udhetar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9924-659F-4338-BD85-6FEFD3D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Dritoni · ID 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91AEE-63BF-4E6E-9926-101ECA2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shofer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F7976-BD8B-4828-8CA7-F9680C9A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Çfarë ndodh nëse Arta dërgon role=shofer nga shfletuesi?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8B73A-EDAC-4623-AE6B-B0A1046A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Nëse Arta dërgon role=shofer nga shfletuesi, serveri e injoron. Roli merret nga databaza.</a:t>
            </a:r>
          </a:p>
        </p:txBody>
      </p:sp>
    </p:spTree>
    <p:extLst>
      <p:ext uri="{BB962C8B-B14F-4D97-AF65-F5344CB8AC3E}">
        <p14:creationId xmlns:p14="http://schemas.microsoft.com/office/powerpoint/2010/main" val="55828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01A86-99A0-4C34-B4D9-0FAF4919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PRONËSIA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AD482-3D80-4BD8-A9A0-D9C6478C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796AB-632B-450B-937B-DB1A867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Shoferi ka leje vetëm për udhëtimin e vet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7ACCC-7282-410A-9157-D758ACAA4F9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53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190750"/>
                <a:gridCol w="2571750"/>
                <a:gridCol w="2857500"/>
              </a:tblGrid>
              <a:tr h="5834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D34D"/>
                          </a:solidFill>
                          <a:latin typeface="Arial"/>
                          <a:ea typeface="Arial"/>
                          <a:cs typeface="Arial"/>
                        </a:rPr>
                        <a:t>Përdoruesi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D34D"/>
                          </a:solidFill>
                          <a:latin typeface="Arial"/>
                          <a:ea typeface="Arial"/>
                          <a:cs typeface="Arial"/>
                        </a:rPr>
                        <a:t>ID udhëtimit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D34D"/>
                          </a:solidFill>
                          <a:latin typeface="Arial"/>
                          <a:ea typeface="Arial"/>
                          <a:cs typeface="Arial"/>
                        </a:rPr>
                        <a:t>Pronari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D34D"/>
                          </a:solidFill>
                          <a:latin typeface="Arial"/>
                          <a:ea typeface="Arial"/>
                          <a:cs typeface="Arial"/>
                        </a:rPr>
                        <a:t>Ndryshon orën?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Arta · udhëtare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Dritoni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Jo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Dritoni · shofer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Dritoni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Po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Dritoni · shofer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Shofer tjetër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Jo</a:t>
                      </a:r>
                    </a:p>
                  </a:txBody>
                  <a:tcPr marL="133350" marR="133350" marT="95250" marB="95250">
                    <a:solidFill>
                      <a:srgbClr val="1E263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7B26-9541-4419-88B4-B500305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Dritoni është shofer, por udhëtimi 1 i përket një shoferi tjetër.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018F3-ECD5-48EC-8D58-D3B1346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mund ta ndryshojë Dritoni udhëtimin e një shoferi tjetër?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8553-E35D-4437-99D5-D63186CF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Roli shofer nuk mjafton. Duhet edhe shofer_id = ID e përdoruesit në sesion.</a:t>
            </a:r>
          </a:p>
        </p:txBody>
      </p:sp>
    </p:spTree>
    <p:extLst>
      <p:ext uri="{BB962C8B-B14F-4D97-AF65-F5344CB8AC3E}">
        <p14:creationId xmlns:p14="http://schemas.microsoft.com/office/powerpoint/2010/main" val="2105490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9DEC0-7937-407F-B911-B52CEF36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SERVERI · 20–24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5AD67-B220-414C-A83C-9642F53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D4D06-03D8-49B8-AFB8-5CB3A28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Kontrolli para ruajtjes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3B3D5-78A7-484F-B04C-865C19F4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Serveri ndjek të njëjtat pyetje për çdo kërkesë, edhe kur butoni nuk shfaqet.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89CBD-E63A-408F-8E4A-F9C96272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Ka sesion?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E651C-E1B8-4668-BEA7-5ED6A283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6713A-736E-4BD4-B53C-116A05DC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Është shofer?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56AA-52D8-4E67-8186-F25F1F8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B2B4C-11CE-4F02-AA71-F51791DB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Është pronari?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86874-9D6B-4EEB-AD22-6AEF110B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81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4EE5A-D003-4D5E-8BB0-92512D7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Ora është e vlefshme?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A0A20-C167-43F5-911E-E0FCEA8B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Çfarë ndodh nëse një nga kontrollet dështon?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08C03-EFA4-4840-AAB5-DC8D2DE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Nëse ndonjë kontroll dështon, databaza nuk ndryshon. Mesazhi tregon arsyen.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61121-4ADB-40AE-AE0E-9A59AF9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modelin ilustrues të lejeve →</a:t>
            </a:r>
          </a:p>
        </p:txBody>
      </p:sp>
    </p:spTree>
    <p:extLst>
      <p:ext uri="{BB962C8B-B14F-4D97-AF65-F5344CB8AC3E}">
        <p14:creationId xmlns:p14="http://schemas.microsoft.com/office/powerpoint/2010/main" val="617743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CC544-0DB2-4E0A-8FEF-CA82DB4A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SHEMBULL I SHPJEGUAR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FB0CE-DA19-43C2-87B6-7F1F7A93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FFD90-67BE-4107-87D5-B174133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ID-ja e pronarit vjen nga sesioni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4846A-0760-4635-9B15-F820A89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id: udhëtimi që po ndryshojmë. ora: vlera që propozoi formulari.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p.id: identiteti i verifikuar; nuk e marrim nga një input i përdoruesit.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3E558-EC30-4A18-8A73-CB3CCE18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UPDATE udhetimet SET ora = ${ora}</a:t>
            </a:r>
          </a:p>
          <a:p xmlns:a="http://schemas.openxmlformats.org/drawingml/2006/main">
            <a:pPr>
              <a:defRPr sz="202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WHERE id = ${id} AND shofer_id = ${p.id}</a:t>
            </a:r>
          </a:p>
          <a:p xmlns:a="http://schemas.openxmlformats.org/drawingml/2006/main">
            <a:pPr>
              <a:defRPr sz="202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RETURNING id;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0EB79-EFD8-477B-B03E-346D6D8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Çfarë e ndalon ndryshimin e udhëtimit të një pronari tjetër?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28CA3-66EC-45B6-9D14-19D8F62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Kushti shofer_id = p.id kërkon pronarin e saktë. Në kodin e plotë kontrollojmë edhe rolin. RETURNING tregon nëse u ndryshua një rresht.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AA58C-4B35-4575-A9CD-63BF5CF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https://www.postgresql.org/docs/current/sql-update.html</a:t>
            </a:r>
          </a:p>
        </p:txBody>
      </p:sp>
    </p:spTree>
    <p:extLst>
      <p:ext uri="{BB962C8B-B14F-4D97-AF65-F5344CB8AC3E}">
        <p14:creationId xmlns:p14="http://schemas.microsoft.com/office/powerpoint/2010/main" val="1020199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6923C-082B-4175-9AD6-D1E850A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NJË GABIM I ZAKONSHËM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B9A80-3BF3-42AD-A22C-3B04886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A05DE-3083-4184-A3CB-B4165DF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Fshehja e butonit dhe mbrojtja e veprimit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9263D-FF89-4943-8BFC-15916E2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Ndërfaqja i fsheh formularin udhëtarit që të mos e hutojë.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Por shfletuesi mund të modifikohet. Dikush mund të provojë një kërkesë direkte.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Serveri e kontrollon sesionin dhe lejen sërish para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53F34-FB81-462E-9993-7CFECBCB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Ndërfaqja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09A41-466C-478D-9820-2A88EBB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862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Tregon veprimet e dobishme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CEC9-F65A-45AF-8E66-9C6AD9A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Serveri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CBA78-F932-4163-B859-A89EF26F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Vendos nëse veprimi lejohet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66B05-9CFA-4090-B272-CE6593E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mjafton ta fshehim butonin për ta mbrojtur veprimin?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98FE8-01CE-46C7-9971-42392C24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Një buton i fshehur nuk është masë e mjaftueshme sigurie.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C5EFE-63BD-4033-B94C-9558FAF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https://nextjs.org/docs/app/guides/authentication</a:t>
            </a:r>
          </a:p>
        </p:txBody>
      </p:sp>
    </p:spTree>
    <p:extLst>
      <p:ext uri="{BB962C8B-B14F-4D97-AF65-F5344CB8AC3E}">
        <p14:creationId xmlns:p14="http://schemas.microsoft.com/office/powerpoint/2010/main" val="890542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E16A5-8D9A-44CE-A009-4A0E471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MBYLLJA E HYRJES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B8B0E-D32D-454E-B226-C2B57CD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2E4A1-BEF3-49C8-A700-0E320DCE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Dalja dhe skadimi i sesionit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E8B48-2430-4EF0-A85A-7C939826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Dil e heq sesionin nga ky shfletues. Kthimi te paneli kërkon hyrje përsëri.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Pas skadimit duhet identifikim i ri; një skedë e vjetër nuk jep leje përgjithmonë.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modelin me JWT (JSON Web Token – token web në format JSON), dalja nuk revokon automatikisht kopje të vjedhura të tokenit.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00D8-7A33-428F-B481-A91F10F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i revokon dalja edhe kopjet e vjedhura të tokenit?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CE351-997A-4711-8E6E-8A9AD0B0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Për prodhim duhen edhe politika revokimi dhe monitorimi. Në laborator provojmë daljen në shfletuesin tonë.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F0353-D2F9-4F81-926D-8BA135A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https://next-auth.js.org/configuration/options</a:t>
            </a:r>
          </a:p>
        </p:txBody>
      </p:sp>
    </p:spTree>
    <p:extLst>
      <p:ext uri="{BB962C8B-B14F-4D97-AF65-F5344CB8AC3E}">
        <p14:creationId xmlns:p14="http://schemas.microsoft.com/office/powerpoint/2010/main" val="1473664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6A1C8-4870-4ED0-A615-8C2D99C3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KONFIGURIMI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6BE1C-1BC6-4FFD-BADE-CF296D2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2D23E-BFB9-42D3-89D4-4E3CBC00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Sekretet kanë punë të ndryshme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7AED8-BBD7-44CD-AAE7-06C06E2F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DATABASE_URL: lidh serverin me Neon. GITHUB_ID: identifikon OAuth App, jo studentin.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GITHUB_SECRET: sekreti i OAuth App. NEXTAUTH_SECRET: mbron sesionet.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Asnjë sekret nuk shkon në GitHub ose në NEXT_PUBLIC_.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3381B-2074-4181-9B50-73CD564A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GitHub ID e përdoruesit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81631-26A0-4727-BEFD-10CA872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862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Identiteti i Artës ose Dritonit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EBAEF-9788-4C5A-B66F-C1A72D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Client ID e OAuth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B2742-C54A-44B8-A21F-3A3C073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Identiteti i aplikacionit RideShare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C9E8-7867-4F71-A1EF-AD402E9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A është Client ID e OAuth App e njëjtë me ID-në e studentit?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3DBBD-2FB0-4B9B-9920-BAF4A693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ID-ja e studentit dhe Client ID e aplikacionit janë gjëra të ndryshme.</a:t>
            </a:r>
          </a:p>
        </p:txBody>
      </p:sp>
    </p:spTree>
    <p:extLst>
      <p:ext uri="{BB962C8B-B14F-4D97-AF65-F5344CB8AC3E}">
        <p14:creationId xmlns:p14="http://schemas.microsoft.com/office/powerpoint/2010/main" val="14157356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8B1E1-E349-4457-AB8F-69E07D48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PROVOJMË SË BASHKU · 24–34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885F-49F4-46DD-BCE3-73273A6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0FD62-6DC0-4B91-8D1D-37DE593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Demonstrim: një ruajtje dhe dy refuzime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343A5-315F-4876-B75F-B8025EF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Parashiko rezultatin përpara çdo klikimi.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Shoferi ndryshon ID 2 → lista dhe detajet tregojnë orën e 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Ndryshon ID në 1 → refuzohet. Pas daljes, formulari i vjetër nuk ka më leje.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C3E87-766E-4FE7-93D3-61A3D94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rrjedhën e demonstrimit →</a:t>
            </a:r>
          </a:p>
        </p:txBody>
      </p:sp>
    </p:spTree>
    <p:extLst>
      <p:ext uri="{BB962C8B-B14F-4D97-AF65-F5344CB8AC3E}">
        <p14:creationId xmlns:p14="http://schemas.microsoft.com/office/powerpoint/2010/main" val="12096091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3994A-9A5C-48C1-9ECB-167E59C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DISKUTIM · 34–38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56729-9A15-4D94-ABCF-A258967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89279-1A01-4382-A984-8451742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ndodh nëse ndryshoj ID në formular?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1BF39-D128-43EB-B5DD-5A2121C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Dritoni ka leje për ID 2. Në DevTools e ndryshon input-in e fshehur nga 2 në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6FCE8-9BB2-41BF-86F1-DA12CAD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Cili kontroll e ndalon?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439CE-4055-428F-848A-82425F8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Butoni kishte ngjyrë tjetër.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Sesioni mban vetëm emrin.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Serveri kërkon që shofer_id të përputhet me identitetin e sesionit.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A6BE9-8A16-4ADC-B307-5EC773C1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ID 1 ka pronar tjetër. UPDATE nuk gjen rresht me të dy kushtet dhe nuk ndryshon orën.</a:t>
            </a:r>
          </a:p>
        </p:txBody>
      </p:sp>
    </p:spTree>
    <p:extLst>
      <p:ext uri="{BB962C8B-B14F-4D97-AF65-F5344CB8AC3E}">
        <p14:creationId xmlns:p14="http://schemas.microsoft.com/office/powerpoint/2010/main" val="11380894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4EF9C-F56D-44FD-ACBF-BE072F05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REAGIMI NDAJ PËRDORUESIT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F5D79-6828-4CD2-B715-9FC7E3F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67091-EF1C-40FC-9D6E-7D18B8C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Mesazhet duhet të shpjegojnë çfarë ndodhi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E7438-EA40-444A-840C-254B2E44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 hyrje: “Hyr në llogari”. Pa leje: “Nuk ke leje për këtë udhëtim”.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Ora e gabuar: “Shkruaj një orë të vlefshme”. Neon nuk përgjigjet: “Provo përsëri”.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Vetëm pas ruajtjes së konfirmuar shfaqim sukses.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21832-E5B1-4833-B2EB-47926534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Çfarë dallimi kanë mungesa e identifikimit dhe mungesa e lejes?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F6528-3D29-4381-A8FF-7EBDB757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401 (Unauthorized) zakonisht tregon mungesë identifikimi; 403 (Forbidden) refuzim lejeje. Formulari ynë shfaq mesazhe të lexueshme përmes ridrejtimit.</a:t>
            </a:r>
          </a:p>
        </p:txBody>
      </p:sp>
    </p:spTree>
    <p:extLst>
      <p:ext uri="{BB962C8B-B14F-4D97-AF65-F5344CB8AC3E}">
        <p14:creationId xmlns:p14="http://schemas.microsoft.com/office/powerpoint/2010/main" val="20788523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2D822-B3F5-45B7-B087-68ABF2BF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PUNA PRAKTIKE · 38–41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C10CC-4576-4C9F-B965-1C84129D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B2055-691C-433A-A79A-BB8706E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Rezultati i ushtrimeve në 90 minuta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B3108-F818-4DDC-B90D-1A27073C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Hyrje GitHub, panel me emrin dhe rolin, dalje.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Shoferi ruan orën e udhëtimit të vet në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Tri prova në java-05.md; dorëzim në minutën 70 dhe kohë për korrigjime.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9CCBD-C58F-4D9E-9A4F-8107419F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prezantimin e ushtrimeve →</a:t>
            </a:r>
          </a:p>
        </p:txBody>
      </p:sp>
    </p:spTree>
    <p:extLst>
      <p:ext uri="{BB962C8B-B14F-4D97-AF65-F5344CB8AC3E}">
        <p14:creationId xmlns:p14="http://schemas.microsoft.com/office/powerpoint/2010/main" val="1538173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3C018-006D-4769-8F7F-876BB96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LIDHJA ME PROJEKTIN INDIVIDUAL · 41–44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34608-FF87-48EA-AE94-3A8B052B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748FC-7390-43B7-9EEE-6AD2BD9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njëjti parim për biznesin tënd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AE35D-C20B-44B6-8669-FDDB7B15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një servis: klienti sheh terminin; tekniku ndryshon vetëm terminet e caktuara atij.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porosi ushqimi: klienti sheh porosinë e vet; kuzhina përditëson statusin e porosive të lokalit.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Emërto përdoruesin, veprimin dhe pronarin në biznesin që ke zgjedhur.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E1189-9862-41EA-BD36-CB8B486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RideShare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14F24-1819-44DC-9C53-539AC67E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862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Shoferi → udhëtimi i vet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560BA-4E22-414A-88CB-5CA30BB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Biznesi yt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DF138-B716-47E3-8450-E7C302A8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Punonjësi → puna që i përket</a:t>
            </a:r>
          </a:p>
        </p:txBody>
      </p:sp>
    </p:spTree>
    <p:extLst>
      <p:ext uri="{BB962C8B-B14F-4D97-AF65-F5344CB8AC3E}">
        <p14:creationId xmlns:p14="http://schemas.microsoft.com/office/powerpoint/2010/main" val="7658194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5D23-81F9-4D72-B4F8-E2C4C76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EXIT TICKET · 44–45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ED132-FAE0-4D9F-B598-F2A576F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47686-B2BB-4EA1-9E44-6D91657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se të mbyllim ligjëratën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18586-4014-4581-B23B-BE1228F8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1. Kush e verifikon identitetin? 2. Ku ruhet roli?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3. Pse duhen kontrolle në server edhe kur formulari fshihet?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Shpjego me një shembull tëndin pa lexuar kodin.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B426-DABE-4203-8498-1653859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Kush verifikon identitetin, ku ruhet roli dhe kush vendos për ndryshimin?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F49E4-C5CE-4CDF-82FC-85CB898E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GitHub verifikon llogarinë; Neon ruan rolin dhe pronarin; serveri vendos për çdo ndryshim.</a:t>
            </a:r>
          </a:p>
        </p:txBody>
      </p:sp>
    </p:spTree>
    <p:extLst>
      <p:ext uri="{BB962C8B-B14F-4D97-AF65-F5344CB8AC3E}">
        <p14:creationId xmlns:p14="http://schemas.microsoft.com/office/powerpoint/2010/main" val="689370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2026-10-14T11:40:24.8660000Z</dcterms:created>
  <dcterms:modified xsi:type="dcterms:W3CDTF">2026-10-14T11:40:24.8660000Z</dcterms:modified>
</coreProperties>
</file>