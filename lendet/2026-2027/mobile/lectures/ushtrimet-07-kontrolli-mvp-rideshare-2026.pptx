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'1.0' encoding='utf-8'?>
<Relationships xmlns="http://schemas.openxmlformats.org/package/2006/relationships"><Relationship Type="http://schemas.openxmlformats.org/package/2006/relationships/metadata/core-properties" Target="/docProps/core.xml" Id="R7285165c8943405d"/><Relationship Type="http://schemas.openxmlformats.org/officeDocument/2006/relationships/extended-properties" Target="/docProps/app.xml" Id="R92182beb0e2640a7"/><Relationship Type="http://schemas.openxmlformats.org/officeDocument/2006/relationships/officeDocument" Target="/ppt/presentation.xml" Id="Raac8ce83918342f7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8d698875d964675"/>
  </p:sldMasterIdLst>
  <p:sldIdLst>
    <p:sldId xmlns:r="http://schemas.openxmlformats.org/officeDocument/2006/relationships" id="256" r:id="R928483e99691433d"/>
    <p:sldId xmlns:r="http://schemas.openxmlformats.org/officeDocument/2006/relationships" id="257" r:id="R2339b79f5220479d"/>
    <p:sldId xmlns:r="http://schemas.openxmlformats.org/officeDocument/2006/relationships" id="258" r:id="Rf5565e641d1f452f"/>
    <p:sldId xmlns:r="http://schemas.openxmlformats.org/officeDocument/2006/relationships" id="259" r:id="Re0e62677834c4562"/>
    <p:sldId xmlns:r="http://schemas.openxmlformats.org/officeDocument/2006/relationships" id="260" r:id="Re325ca7dc0a54b2d"/>
    <p:sldId xmlns:r="http://schemas.openxmlformats.org/officeDocument/2006/relationships" id="261" r:id="Ra7c0499035f447e4"/>
    <p:sldId xmlns:r="http://schemas.openxmlformats.org/officeDocument/2006/relationships" id="262" r:id="R2ff56e4044664111"/>
    <p:sldId xmlns:r="http://schemas.openxmlformats.org/officeDocument/2006/relationships" id="263" r:id="R82df96b4872b4230"/>
    <p:sldId xmlns:r="http://schemas.openxmlformats.org/officeDocument/2006/relationships" id="264" r:id="R23f09d23a1b24b6c"/>
    <p:sldId xmlns:r="http://schemas.openxmlformats.org/officeDocument/2006/relationships" id="265" r:id="R978ba3bc3bdb4323"/>
    <p:sldId xmlns:r="http://schemas.openxmlformats.org/officeDocument/2006/relationships" id="266" r:id="Rd3d50c544a0b44b2"/>
    <p:sldId xmlns:r="http://schemas.openxmlformats.org/officeDocument/2006/relationships" id="267" r:id="Rbbb3ad8a264a461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Relationships xmlns="http://schemas.openxmlformats.org/package/2006/relationships"><Relationship Type="http://schemas.openxmlformats.org/officeDocument/2006/relationships/theme" Target="/ppt/theme/theme1.xml" Id="R01c6fd7dfdda47de"/><Relationship Type="http://schemas.openxmlformats.org/officeDocument/2006/relationships/slideMaster" Target="/ppt/slideMasters/slideMaster1.xml" Id="R98d698875d964675"/><Relationship Type="http://schemas.openxmlformats.org/officeDocument/2006/relationships/presProps" Target="/ppt/presProps.xml" Id="Rcea0dab60a604d4f"/><Relationship Type="http://schemas.openxmlformats.org/officeDocument/2006/relationships/tableStyles" Target="/ppt/tableStyles.xml" Id="Re2787ad5b85a41aa"/><Relationship Type="http://schemas.openxmlformats.org/officeDocument/2006/relationships/slide" Target="/ppt/slides/slide1.xml" Id="R928483e99691433d"/><Relationship Type="http://schemas.openxmlformats.org/officeDocument/2006/relationships/slide" Target="/ppt/slides/slide2.xml" Id="R2339b79f5220479d"/><Relationship Type="http://schemas.openxmlformats.org/officeDocument/2006/relationships/slide" Target="/ppt/slides/slide3.xml" Id="Rf5565e641d1f452f"/><Relationship Type="http://schemas.openxmlformats.org/officeDocument/2006/relationships/slide" Target="/ppt/slides/slide4.xml" Id="Re0e62677834c4562"/><Relationship Type="http://schemas.openxmlformats.org/officeDocument/2006/relationships/slide" Target="/ppt/slides/slide5.xml" Id="Re325ca7dc0a54b2d"/><Relationship Type="http://schemas.openxmlformats.org/officeDocument/2006/relationships/slide" Target="/ppt/slides/slide6.xml" Id="Ra7c0499035f447e4"/><Relationship Type="http://schemas.openxmlformats.org/officeDocument/2006/relationships/slide" Target="/ppt/slides/slide7.xml" Id="R2ff56e4044664111"/><Relationship Type="http://schemas.openxmlformats.org/officeDocument/2006/relationships/slide" Target="/ppt/slides/slide8.xml" Id="R82df96b4872b4230"/><Relationship Type="http://schemas.openxmlformats.org/officeDocument/2006/relationships/slide" Target="/ppt/slides/slide9.xml" Id="R23f09d23a1b24b6c"/><Relationship Type="http://schemas.openxmlformats.org/officeDocument/2006/relationships/slide" Target="/ppt/slides/slide10.xml" Id="R978ba3bc3bdb4323"/><Relationship Type="http://schemas.openxmlformats.org/officeDocument/2006/relationships/slide" Target="/ppt/slides/slide11.xml" Id="Rd3d50c544a0b44b2"/><Relationship Type="http://schemas.openxmlformats.org/officeDocument/2006/relationships/slide" Target="/ppt/slides/slide12.xml" Id="Rbbb3ad8a264a461a"/></Relationships>
</file>

<file path=ppt/slideLayouts/_rels/slideLayout1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c9406afcba6c48e8"/></Relationships>
</file>

<file path=ppt/slideLayouts/_rels/slideLayout2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bfb330218cc84a29"/></Relationships>
</file>

<file path=ppt/slideLayouts/_rels/slideLayout3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08ea163d74014bd7"/></Relationships>
</file>

<file path=ppt/slideLayouts/_rels/slideLayout4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5453dd002df94a5b"/></Relationships>
</file>

<file path=ppt/slideLayouts/_rels/slideLayout5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bc6186340b134acd"/></Relationships>
</file>

<file path=ppt/slideLayouts/_rels/slideLayout6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4a562b591d1944a1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8C68401-05B0-4175-95AF-4818362D63E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52E6A51-7D23-48A1-8222-DD67A09256D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3D42DE69-67C1-4A06-9E48-9453E4789B3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A7C4265-CD3F-47CB-BAB3-8002FC3341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72489AF-EDA3-4ACE-B129-AA1ED406FDF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0EF1F57-AFB7-4A1B-B16A-0C80F8A96C0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3204FB6-1C4D-4907-8D16-270703E735E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35C63A50-C324-46B1-8D0B-FFE119C71F5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25A1BA6-183E-42FC-A943-F18104E128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1328CF1-D475-4468-B11D-94B20729BE7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Relationships xmlns="http://schemas.openxmlformats.org/package/2006/relationships"><Relationship Type="http://schemas.openxmlformats.org/officeDocument/2006/relationships/theme" Target="/ppt/slideMasters/theme/theme2.xml" Id="R41782fcb86914f06"/><Relationship Type="http://schemas.openxmlformats.org/officeDocument/2006/relationships/slideLayout" Target="/ppt/slideLayouts/slideLayout1.xml" Id="Rd2eb846d4ff94472"/><Relationship Type="http://schemas.openxmlformats.org/officeDocument/2006/relationships/slideLayout" Target="/ppt/slideLayouts/slideLayout2.xml" Id="Rc32f5e5f27024f6a"/><Relationship Type="http://schemas.openxmlformats.org/officeDocument/2006/relationships/slideLayout" Target="/ppt/slideLayouts/slideLayout3.xml" Id="Red3a78f4f3ad457f"/><Relationship Type="http://schemas.openxmlformats.org/officeDocument/2006/relationships/slideLayout" Target="/ppt/slideLayouts/slideLayout4.xml" Id="R6dde5cb49ef442b7"/><Relationship Type="http://schemas.openxmlformats.org/officeDocument/2006/relationships/slideLayout" Target="/ppt/slideLayouts/slideLayout5.xml" Id="Ra7ff0a052e414a5f"/><Relationship Type="http://schemas.openxmlformats.org/officeDocument/2006/relationships/slideLayout" Target="/ppt/slideLayouts/slideLayout6.xml" Id="Re986cdbaacbc4643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2eb846d4ff94472"/>
    <p:sldLayoutId xmlns:r="http://schemas.openxmlformats.org/officeDocument/2006/relationships" id="2147483650" r:id="Rc32f5e5f27024f6a"/>
    <p:sldLayoutId xmlns:r="http://schemas.openxmlformats.org/officeDocument/2006/relationships" id="2147483651" r:id="Red3a78f4f3ad457f"/>
    <p:sldLayoutId xmlns:r="http://schemas.openxmlformats.org/officeDocument/2006/relationships" id="2147483652" r:id="R6dde5cb49ef442b7"/>
    <p:sldLayoutId xmlns:r="http://schemas.openxmlformats.org/officeDocument/2006/relationships" id="2147483653" r:id="Ra7ff0a052e414a5f"/>
    <p:sldLayoutId xmlns:r="http://schemas.openxmlformats.org/officeDocument/2006/relationships" id="2147483654" r:id="Re986cdbaacbc464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b36296e790c7433a"/><Relationship Type="http://schemas.openxmlformats.org/officeDocument/2006/relationships/image" Target="/ppt/media/image.png" Id="Ra2a72481cba54948"/><Relationship Type="http://schemas.openxmlformats.org/officeDocument/2006/relationships/image" Target="/ppt/media/image2.png" Id="R5b6721cfb7de46ef"/><Relationship Type="http://schemas.openxmlformats.org/officeDocument/2006/relationships/image" Target="/ppt/media/image3.png" Id="Rfe4e82ffd0434431"/></Relationships>
</file>

<file path=ppt/slides/_rels/slide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af28ba65f4724b52"/><Relationship Type="http://schemas.openxmlformats.org/officeDocument/2006/relationships/image" Target="/ppt/media/image4.png" Id="Rfebb381a35b6462f"/><Relationship Type="http://schemas.openxmlformats.org/officeDocument/2006/relationships/image" Target="/ppt/media/image5.png" Id="Rff68d04fdd0047e7"/><Relationship Id="rIdCourseUrl4" Type="http://schemas.openxmlformats.org/officeDocument/2006/relationships/hyperlink" Target="https://arbenl.github.io/lendet/2026-2027/mobile/java-07/ushtrimet.html" TargetMode="External"/></Relationships>
</file>

<file path=ppt/slides/_rels/slide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9a945855076a4a71"/><Relationship Type="http://schemas.openxmlformats.org/officeDocument/2006/relationships/image" Target="/ppt/media/image6.png" Id="R1811dd6d2d7a4a56"/><Relationship Type="http://schemas.openxmlformats.org/officeDocument/2006/relationships/image" Target="/ppt/media/image7.png" Id="R2e72bd508545420e"/><Relationship Id="rIdCourseUrl4" Type="http://schemas.openxmlformats.org/officeDocument/2006/relationships/hyperlink" Target="https://arbenl.github.io/lendet/2026-2027/mobile/java-07/ushtrimet.html" TargetMode="External"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686ad51e62e04900"/><Relationship Type="http://schemas.openxmlformats.org/officeDocument/2006/relationships/image" Target="/ppt/media/image8.png" Id="Rec00b4f407474ff5"/><Relationship Type="http://schemas.openxmlformats.org/officeDocument/2006/relationships/image" Target="/ppt/media/image9.png" Id="R20bda6b7d0124e03"/></Relationships>
</file>

<file path=ppt/slides/_rels/slide5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4e297c7d4efb41a3"/><Relationship Type="http://schemas.openxmlformats.org/officeDocument/2006/relationships/image" Target="/ppt/media/image10.png" Id="Rc2214affca744af9"/><Relationship Type="http://schemas.openxmlformats.org/officeDocument/2006/relationships/image" Target="/ppt/media/image11.png" Id="R183ffac459494051"/></Relationships>
</file>

<file path=ppt/slides/_rels/slide6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50132ffb554649a3"/><Relationship Type="http://schemas.openxmlformats.org/officeDocument/2006/relationships/image" Target="/ppt/media/image12.png" Id="R2e97292d573b4361"/><Relationship Type="http://schemas.openxmlformats.org/officeDocument/2006/relationships/image" Target="/ppt/media/image13.png" Id="Re5d2aaf498504bfe"/></Relationships>
</file>

<file path=ppt/slides/_rels/slide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3298bedb5ec84c76"/><Relationship Type="http://schemas.openxmlformats.org/officeDocument/2006/relationships/image" Target="/ppt/media/image14.png" Id="R9d5ef987d5c84a7c"/><Relationship Type="http://schemas.openxmlformats.org/officeDocument/2006/relationships/image" Target="/ppt/media/image15.png" Id="R84eacaac658b476c"/><Relationship Type="http://schemas.openxmlformats.org/officeDocument/2006/relationships/image" Target="/ppt/media/image16.png" Id="Re900b09f95134579"/><Relationship Id="rIdCourseUrl5" Type="http://schemas.openxmlformats.org/officeDocument/2006/relationships/hyperlink" Target="https://arbenl.github.io/lendet/2026-2027/mobile/java-07/ushtrimet.html" TargetMode="External"/></Relationships>
</file>

<file path=ppt/slides/_rels/slide8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63fefdaca00f444f"/><Relationship Type="http://schemas.openxmlformats.org/officeDocument/2006/relationships/image" Target="/ppt/media/image17.png" Id="Raa21e50e954e4cea"/><Relationship Type="http://schemas.openxmlformats.org/officeDocument/2006/relationships/image" Target="/ppt/media/image18.png" Id="R2c0cbea1ff9b401b"/></Relationships>
</file>

<file path=ppt/slides/_rels/slide9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0b8925c9d4ee4efb"/><Relationship Type="http://schemas.openxmlformats.org/officeDocument/2006/relationships/image" Target="/ppt/media/image19.png" Id="Rcd5ce340675e4024"/><Relationship Type="http://schemas.openxmlformats.org/officeDocument/2006/relationships/image" Target="/ppt/media/image20.png" Id="Rf9ee3f60df2f4f82"/></Relationships>
</file>

<file path=ppt/slides/_rels/slide10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3199e1f12619462a"/><Relationship Type="http://schemas.openxmlformats.org/officeDocument/2006/relationships/image" Target="/ppt/media/image21.png" Id="Ree9101cb8dc3427b"/><Relationship Type="http://schemas.openxmlformats.org/officeDocument/2006/relationships/image" Target="/ppt/media/image22.png" Id="R1d70850eb5d34152"/><Relationship Type="http://schemas.openxmlformats.org/officeDocument/2006/relationships/image" Target="/ppt/media/image23.png" Id="Ra1963380457846c2"/><Relationship Id="rIdCourseUrl5" Type="http://schemas.openxmlformats.org/officeDocument/2006/relationships/hyperlink" Target="https://arbenl.github.io/lendet/2026-2027/mobile/java-07/ushtrimet.html" TargetMode="External"/></Relationships>
</file>

<file path=ppt/slides/_rels/slide11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e239228e2704488e"/><Relationship Type="http://schemas.openxmlformats.org/officeDocument/2006/relationships/image" Target="/ppt/media/image24.png" Id="Rd1e9ebdc3d2e426f"/><Relationship Type="http://schemas.openxmlformats.org/officeDocument/2006/relationships/image" Target="/ppt/media/image25.png" Id="Rebac06f6746844af"/></Relationships>
</file>

<file path=ppt/slides/_rels/slide1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3c7d92b2fc884473"/><Relationship Type="http://schemas.openxmlformats.org/officeDocument/2006/relationships/image" Target="/ppt/media/image26.png" Id="R0c6e1131eb214502"/><Relationship Type="http://schemas.openxmlformats.org/officeDocument/2006/relationships/image" Target="/ppt/media/image27.png" Id="Re86e217d6ba34ef0"/><Relationship Id="rIdCourseUrl4" Type="http://schemas.openxmlformats.org/officeDocument/2006/relationships/hyperlink" Target="https://arbenl.github.io/lendet/2026-2027/mobile/java-07/ushtrimet.html" TargetMode="Externa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FBA1AA-DFF3-4065-8D20-4EAA02497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0–5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CA4982-DBB0-4031-A43A-8EBC7076C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 / 12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2528B5-B156-4DC7-AA3D-10B41C3EB52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a72481cba54948"/>
          <a:stretch xmlns:a="http://schemas.openxmlformats.org/drawingml/2006/main"/>
        </p:blipFill>
        <p:spPr>
          <a:xfrm xmlns:a="http://schemas.openxmlformats.org/drawingml/2006/main">
            <a:off x="10382250" y="906327"/>
            <a:ext cx="1190625" cy="235221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111835-0E2F-4002-9D75-AA1DF3D19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525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Sot provon RideShare-in tënd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1B3F46-968E-49A5-82A9-971A55856A3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6721cfb7de46ef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09962B-65A4-439D-8DA5-80F995357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Projekti yt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55D061-6FD1-4DFE-ACA4-3DE6C5207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Kodi i javëve 3–6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ADF53A-08BF-4BCA-9A3C-E017D4C5F55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4e82ffd0434431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C77B90-B2F8-4EAB-979C-850519E7B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Një korrigjim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754206-6DB1-4A44-9814-8435FEAF2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I vogël dhe i shpjegueshëm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AA51FF-0107-4283-B66F-64C55D27D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53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Qëllimi: dy probleme të vëzhguara, një korrigjim i vogël dhe prova që mund t’i përsëritësh.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Vazhdo të njëjtin projekt. Nuk krijon aplikacion të ri dhe nuk shkarkon zgjidhje.</a:t>
            </a:r>
          </a:p>
        </p:txBody>
      </p:sp>
    </p:spTree>
    <p:extLst>
      <p:ext uri="{BB962C8B-B14F-4D97-AF65-F5344CB8AC3E}">
        <p14:creationId xmlns:p14="http://schemas.microsoft.com/office/powerpoint/2010/main" val="26577108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1E991B-1EDD-460E-9B0F-EE018498F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5–10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10631D-FBA4-4AE4-8FC9-B2044277C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F1F1EE-696E-4BDD-9A51-0948C28E8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Hape mjedisin e punës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C9AB2C-70D9-4F35-BFD8-7B86C0A273F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bb381a35b6462f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B47718-0E20-4B3D-AB51-9EE6255A0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Kodi lokal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756BE8-3182-4647-9019-4A6027D09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Mos puno te repository i profesorit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2B3786-48DD-4063-A010-220F0D81CEC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68d04fdd0047e7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211053-2C7A-4798-AA6F-84E239CA3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Shfletuesi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85C111-C3F3-4D5F-AF50-D729FE6B5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Projekti që hape vetë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534463-898F-45B2-B2C4-AFFAE37DD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53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Hap repository-n në GitHub Desktop dhe dosjen në VS Code. Nise nga dosja që ka package.json.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Nëse përdor aplikacioni/, hape terminalin aty. Ekzekuto npm run dev dhe hap adresën që shfaq terminali.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1F278E-573F-4A68-812D-6C34E3AC1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5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Vazhdo në faqen e ushtrimeve: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FDAF15-5FE7-4536-A28D-B06EBFD00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055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DBA74"/>
                </a:solidFill>
                <a:latin typeface="Arial"/>
                <a:ea typeface="Arial"/>
                <a:cs typeface="Arial"/>
                <a:hlinkClick xmlns:ns0="http://schemas.openxmlformats.org/officeDocument/2006/relationships" ns0:id="rIdCourseUrl4"/>
              </a:rPr>
              <a:t>https://arbenl.github.io/lendet/2026-2027/mobile/java-07/ushtrimet.html</a:t>
            </a:r>
          </a:p>
        </p:txBody>
      </p:sp>
    </p:spTree>
    <p:extLst>
      <p:ext uri="{BB962C8B-B14F-4D97-AF65-F5344CB8AC3E}">
        <p14:creationId xmlns:p14="http://schemas.microsoft.com/office/powerpoint/2010/main" val="4541050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0F9190-2B04-413E-B927-328C5A4B3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10–15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D0E894-CA03-4ECA-A7BE-D5ABF3ADC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2F484F-2610-4E9B-9757-0BB6C00B3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Merr rastin personal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22BE76-B15A-4CFF-BFF5-2948A9AE850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11dd6d2d7a4a56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BC808E-2793-4CB6-9168-418CA5032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Rasti P7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E7B235-8A01-4F77-B925-6C5C6E498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Ora dhe vendet fiktive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CBB62F-74F8-41AB-BC07-6CB8E74D77D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72bd508545420e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E3510A-CD21-4E1B-B8EA-8ACEF8867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ID-ja jote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A15414-5417-45BB-962A-E36421102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Mos ndrysho të dhënat e kolegut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A3370E-9C4E-40FA-AB71-AB161F37B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53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Shkruaj vetëm emrin publik GitHub, pa email ose fjalëkalim. Gjenero rastin dhe shkarko raportin.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Përdor një ID ekzistues në të dhënat e tua të provës. Nëse databaza është e përbashkët, përdor rreshtin tënd të testimit ose kërko ndihmë.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20F1A3-07AE-43B5-9DCD-A8F88E975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5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Vazhdo në faqen e ushtrimeve: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E048BF-3089-4501-891D-82CE2338B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055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DBA74"/>
                </a:solidFill>
                <a:latin typeface="Arial"/>
                <a:ea typeface="Arial"/>
                <a:cs typeface="Arial"/>
                <a:hlinkClick xmlns:ns0="http://schemas.openxmlformats.org/officeDocument/2006/relationships" ns0:id="rIdCourseUrl4"/>
              </a:rPr>
              <a:t>https://arbenl.github.io/lendet/2026-2027/mobile/java-07/ushtrimet.html</a:t>
            </a:r>
          </a:p>
        </p:txBody>
      </p:sp>
    </p:spTree>
    <p:extLst>
      <p:ext uri="{BB962C8B-B14F-4D97-AF65-F5344CB8AC3E}">
        <p14:creationId xmlns:p14="http://schemas.microsoft.com/office/powerpoint/2010/main" val="161989781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0E3682-B446-49BC-B5E4-9087A3ED2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15–20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2C9F21-0656-4348-8C37-B12EA1976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85202B-C6AA-471B-BF41-B1080179C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Parashikimi para kodimit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723487-AF3D-43EA-8ECB-30A8AA50063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00b4f407474ff5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432D98-470C-490A-ADD5-5113C56A7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Parashiko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93D611-D480-4318-9FC7-622AF278A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Me fjalët e tua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0ADA77-8106-4F33-A87D-B1870E81E59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bda6b7d0124e03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86FB49-E463-4368-8228-2EB2BC56D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Ruaj bazën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FF6821-D041-429F-B06F-C97941265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Para korrigjimit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6C1D68-5CD2-429C-BB4E-21E3ACD51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53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Pa AI në këtë hap: shkruaj çfarë pret në listë, detaje dhe kur nuk ka vende. Nuk kërkohet fjali perfekte.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Ruaj java-07.md pranë README. Bëj Commit dhe Push. Kopjo linkun e këtij commit-i si Para.</a:t>
            </a:r>
          </a:p>
        </p:txBody>
      </p:sp>
    </p:spTree>
    <p:extLst>
      <p:ext uri="{BB962C8B-B14F-4D97-AF65-F5344CB8AC3E}">
        <p14:creationId xmlns:p14="http://schemas.microsoft.com/office/powerpoint/2010/main" val="183593500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079C8E-EBD0-4917-8D89-F27EA80F4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20–30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0C265B-8EFA-4390-9AC7-092CA29EB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B4BB86-2982-43B7-A1E8-AB0F22D61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Gjej dy probleme reale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D23DF1-781A-4D51-8AC9-44B3D6163E0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214affca744af9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55811E-D8BE-4CF9-A220-5651EEA5D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Problemi 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5C0B3B-C38A-4152-951F-5D56DCB25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Hapat që e përsërisin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66A205-8180-4C06-948A-D8B13AA7FD3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3ffac459494051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DF8B4E-93BC-4667-B0D9-4B3883DD0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Problemi 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1C6BE2-2F57-4C7C-8060-18DB7084C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Pasojë për përdoruesin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17A209-082D-428F-B6B1-F46B037FF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53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Ndiq rrugën: lista, detajet, kërkesa demonstrative. Provo edhe një ID që nuk ekziston.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Shëno çfarë pe dhe ku. Nëse nuk gjen gabim, zgjidh një përmirësim të vogël për një rast kufitar.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CD86E3-A151-43EC-A9CD-87B4A186D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A duhet ta prishësh aplikacionin për ta korrigjuar?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D8167C-D88F-4D8D-8DD5-4E4EC872F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0275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Jo. Puno me një problem ose paqartësi reale. Një mesazh bosh, buton pa sqarim apo kufi i patrajtuar mjafton.</a:t>
            </a:r>
          </a:p>
        </p:txBody>
      </p:sp>
    </p:spTree>
    <p:extLst>
      <p:ext uri="{BB962C8B-B14F-4D97-AF65-F5344CB8AC3E}">
        <p14:creationId xmlns:p14="http://schemas.microsoft.com/office/powerpoint/2010/main" val="116207912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B3F1CE-357B-4D23-80C8-97A9DFA03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30–45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444806-7A2C-40B7-A477-5393ED755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4FE932-02AC-4D9B-8B3C-8B94CFCA2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Korrigjo vetëm njërin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71DDCB-F12D-41F4-910B-AB368A63D0A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97292d573b4361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B41D9D-BF54-4B2C-915F-1A2A0A536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Ndryshimi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B2BB91-2830-4735-BEED-345755D6D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Një sjellje e provueshme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AF98A1-6141-4E2B-B0EB-0A2417C8F2B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d2aaf498504bfe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7621F1-EC6E-436B-B91D-6A3D99825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Kufijtë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29BBD7-9A6A-4C41-82BC-C763ED974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Ruaj lejet dhe sekretet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8DE91E-CA78-4379-83D6-5C3B47EE8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53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Zgjidh një skedar dhe trego çfarë bën përpara se ta ndryshosh. Shkruaj vetë ndryshimin në mjedisin tënd.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Ndihma pas parashikimit lejohet për një gabim ose shpjegim. Mos kërko një projekt të plotë. Shëno ndihmën që more.</a:t>
            </a:r>
          </a:p>
        </p:txBody>
      </p:sp>
    </p:spTree>
    <p:extLst>
      <p:ext uri="{BB962C8B-B14F-4D97-AF65-F5344CB8AC3E}">
        <p14:creationId xmlns:p14="http://schemas.microsoft.com/office/powerpoint/2010/main" val="6641698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97ACC9-81E2-4F34-BE81-EEF3C728A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45–55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DF40A7-1A7A-4953-99C0-8E5E6792B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55729C-302E-4FB4-8E35-B6AE6F801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Tri prova të shkurtra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676793-FB64-46E7-AFE2-761F9D09AD3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5ef987d5c84a7c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4420A1-C12C-4DAD-AC28-8557D661A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340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Rrjedha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B5755E-3F81-4F7C-93B4-A4891DB19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3409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I njëjti udhëtim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A21CBC-921E-446E-A1BB-CDB57980EC0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eacaac658b476c"/>
          <a:stretch xmlns:a="http://schemas.openxmlformats.org/drawingml/2006/main"/>
        </p:blipFill>
        <p:spPr>
          <a:xfrm xmlns:a="http://schemas.openxmlformats.org/drawingml/2006/main">
            <a:off x="43815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F96804-2CC7-4B3D-88E6-2F0F83BCB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667000"/>
            <a:ext cx="340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Korrigjimi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391197-33B8-4234-95CF-F04314A2C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219450"/>
            <a:ext cx="3409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Rezultati pas ndryshimit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A17C1A-B018-4E72-9F8C-4F9F832A332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00b09f95134579"/>
          <a:stretch xmlns:a="http://schemas.openxmlformats.org/drawingml/2006/main"/>
        </p:blipFill>
        <p:spPr>
          <a:xfrm xmlns:a="http://schemas.openxmlformats.org/drawingml/2006/main">
            <a:off x="81534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8EB36F-35F5-471D-ABA5-EF2397F6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667000"/>
            <a:ext cx="340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Hyrja e 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555AEF-FCFA-4B67-B410-55528E963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219450"/>
            <a:ext cx="3409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Rezultat i parashikuar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48B3DC-6595-402A-9469-854536733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53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Prova 1: ndiq ID-në e zgjedhur nga lista te detajet dhe kërkesa demonstrative.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Prova 2: përsërit problemin pas korrigjimit. Prova 3: ndrysho vetëm një hyrje dhe provo sërish.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F47B2C-0D0A-433B-B1A9-CF9B4ADE5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5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Vazhdo në faqen e ushtrimeve: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BAB943-6B33-4609-96E4-E615E50DB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055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DBA74"/>
                </a:solidFill>
                <a:latin typeface="Arial"/>
                <a:ea typeface="Arial"/>
                <a:cs typeface="Arial"/>
                <a:hlinkClick xmlns:ns0="http://schemas.openxmlformats.org/officeDocument/2006/relationships" ns0:id="rIdCourseUrl5"/>
              </a:rPr>
              <a:t>https://arbenl.github.io/lendet/2026-2027/mobile/java-07/ushtrimet.html</a:t>
            </a:r>
          </a:p>
        </p:txBody>
      </p:sp>
    </p:spTree>
    <p:extLst>
      <p:ext uri="{BB962C8B-B14F-4D97-AF65-F5344CB8AC3E}">
        <p14:creationId xmlns:p14="http://schemas.microsoft.com/office/powerpoint/2010/main" val="13017869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ECBEEB-3B98-49AF-A027-47B5DFE28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55–65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28A51D-9FE1-4EB3-B687-B39B47A9B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1CD4A7-C2D1-48C6-B3B3-6EBD7AFCA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Ndrysho hyrjen para kolegut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CDEAF4-B56B-48AB-B258-8DBB249225D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21e50e954e4cea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D96197-3070-468D-A270-E4574B07B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Kolegu pyet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D003E9-861C-4E70-A770-172874305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Po sikur kjo vlerë ndryshon?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EF2D9C-34F9-47F1-8902-C482C174746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0cbea1ff9b401b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1D1D7B-DAD1-4611-9838-21E53A371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Ti demonstron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3FC301-F600-4213-9487-204C74C90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Në aplikacionin tënd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86A3CF-39F0-4A6B-941E-02A4DDA4C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53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Shpjego në 60–90 sekonda skedarin dhe kushtin që ndryshove, pa AI gjatë shpjegimit.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Kolegu zgjedh një vlerë të re: 0 vende, një ID tjetër ose orë tjetër. Parashiko, provo dhe shpjego çfarë ndodhi.</a:t>
            </a:r>
          </a:p>
        </p:txBody>
      </p:sp>
    </p:spTree>
    <p:extLst>
      <p:ext uri="{BB962C8B-B14F-4D97-AF65-F5344CB8AC3E}">
        <p14:creationId xmlns:p14="http://schemas.microsoft.com/office/powerpoint/2010/main" val="20908264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5886E9-4847-40E4-99EB-FB1B492F7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65–70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946CA8-1C7F-4189-81C8-1E522ABCC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9536A4-C939-4DE5-A35B-88E949A79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Ruaj versionin pas korrigjimit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A64175-89EC-4C04-9A56-421FFD9D87F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5ce340675e4024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89850C-2208-470A-8CA2-F799A67E0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06AD6C-6FD1-4D7A-9442-12523767C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Commit-i fillestar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5F3E05-47C8-4B88-8228-99E25088D71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ee3f60df2f4f82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C0353E-908B-4B3F-8F00-BE1EC50D0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E13D3B-4AA4-4C08-933B-5BF4AB59B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Commit-i që ka korrigjimin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7B6702-7B0F-4B59-802A-2DC36C207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53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Bëj Commit dhe Push të kodit të korrigjuar. Në GitHub hap commit-in dhe kopjo adresën si Pas.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Plotëso raportin me Para dhe Pas. Pastaj ruaje raportin me një commit tjetër. Kështu shmang linkun që i referohet vetvetes.</a:t>
            </a:r>
          </a:p>
        </p:txBody>
      </p:sp>
    </p:spTree>
    <p:extLst>
      <p:ext uri="{BB962C8B-B14F-4D97-AF65-F5344CB8AC3E}">
        <p14:creationId xmlns:p14="http://schemas.microsoft.com/office/powerpoint/2010/main" val="83830590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576E08-E08C-4DD4-9C74-D2FB0CCE4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70–80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5EB7E6-5EBF-4A1E-BE7E-3E5E6447A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E83F72-B5CA-4057-90C3-2480D9960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Dorëzimi në tre veprime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E9E72A-364B-4F8E-B267-FF434EEB811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9101cb8dc3427b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91042D-ACA1-45E7-B606-A208AFDDD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340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Ruaj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6E6491-2632-4E7D-BB5E-EF37D84D1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3409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Kodi dhe raporti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8A5C14-8DD5-4D4D-8E27-DA9234A8C87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70850eb5d34152"/>
          <a:stretch xmlns:a="http://schemas.openxmlformats.org/drawingml/2006/main"/>
        </p:blipFill>
        <p:spPr>
          <a:xfrm xmlns:a="http://schemas.openxmlformats.org/drawingml/2006/main">
            <a:off x="43815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7CCE7D-A8F9-4158-B336-D22506167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667000"/>
            <a:ext cx="340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Dorëzo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3770CF-E1CE-4FDA-9243-367793639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219450"/>
            <a:ext cx="3409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Linku i repository-t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6DD25A-1D99-4934-95E0-3FAF4FB6233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963380457846c2"/>
          <a:stretch xmlns:a="http://schemas.openxmlformats.org/drawingml/2006/main"/>
        </p:blipFill>
        <p:spPr>
          <a:xfrm xmlns:a="http://schemas.openxmlformats.org/drawingml/2006/main">
            <a:off x="81534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1DC58F-CCBE-46CF-A7D1-FD8FB44B6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667000"/>
            <a:ext cx="340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Lexo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F5D369-762A-40C3-9FB3-E72551A44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219450"/>
            <a:ext cx="3409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Përgjigjja në të njëjtën faqe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7EA3EB-D220-49CD-A4E2-7DECA32F7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53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1. Push kodin dhe java-07.md në repository-n tënd. 2. Hap formularin e lëndës dhe zgjidh Java 7.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3. Ruaj Issue-n (faqen e dorëzimit). Lexo komentin e github-actions[bot]. Mos krijo repository ose Issue tjetër.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5E1C2D-0882-4667-ACA0-1980A3C94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5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Vazhdo në faqen e ushtrimeve: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8B9052-89F2-4C64-804A-55F5A1A5E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055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DBA74"/>
                </a:solidFill>
                <a:latin typeface="Arial"/>
                <a:ea typeface="Arial"/>
                <a:cs typeface="Arial"/>
                <a:hlinkClick xmlns:ns0="http://schemas.openxmlformats.org/officeDocument/2006/relationships" ns0:id="rIdCourseUrl5"/>
              </a:rPr>
              <a:t>https://arbenl.github.io/lendet/2026-2027/mobile/java-07/ushtrimet.html</a:t>
            </a:r>
          </a:p>
        </p:txBody>
      </p:sp>
    </p:spTree>
    <p:extLst>
      <p:ext uri="{BB962C8B-B14F-4D97-AF65-F5344CB8AC3E}">
        <p14:creationId xmlns:p14="http://schemas.microsoft.com/office/powerpoint/2010/main" val="22396374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5C424B-8427-4DFA-9B17-4E4308B13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80–87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BF44D5-BC26-44E6-B63F-0FB59B290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1E3001-9F1A-4F90-9837-FD26A61C4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Lexo kontrollin dhe korrigjo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614FB5-2861-43FA-8AC1-4E8BADC33CA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e9ebdc3d2e426f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36A7F5-3A59-423F-B487-00C337F63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Rikontrollo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B8B336-2E88-423F-B7EE-B10610924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Përditësohet i njëjti raport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AD4357-C5AF-461F-BC63-403E936519D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ac06f6746844af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6A8997-1B0B-42DF-BD61-B9C717D5E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 sekrete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D0DF7F-4052-4DD3-A7D5-2E665D485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Mos ngarko .env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A2BAFD-629A-48A3-816D-F4C29A212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53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Pesë kontrollet janë teknike: raporti, projekti, struktura e provave, referencat e kodit dhe emrat e skedarëve privatë.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Nëse mungon diçka: korrigjo, Commit, Push dhe komento rikontrollo te i njëjti Issue.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489225-0117-4458-B68A-65E803E95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A do të thotë 5/5 që ke marrë notën maksimale?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38F783-7A7E-4D97-8628-D821F8701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0275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Jo. Kontrolli nuk ekzekuton kodin dhe nuk vërteton kuptimin ose përdorimin e AI. Kjo javë nuk shton pikë laboratori.</a:t>
            </a:r>
          </a:p>
        </p:txBody>
      </p:sp>
    </p:spTree>
    <p:extLst>
      <p:ext uri="{BB962C8B-B14F-4D97-AF65-F5344CB8AC3E}">
        <p14:creationId xmlns:p14="http://schemas.microsoft.com/office/powerpoint/2010/main" val="165369004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0E272F-13D3-4A5D-B86F-745614632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87–90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84B59C-22B7-426C-A18D-3EC039CCE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E108FB-3CC6-42F2-B315-9EB9DD861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Përfundo me një shpjegim të qartë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AA1B80-EE8D-4B52-A96F-467CA95AEF0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6e1131eb214502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C2C0E7-DF29-4D1A-89AB-05358FFFE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Dorëzimi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9D288C-F908-4877-98FA-EFF4FC8CB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Një vend për përgjigjen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9EF8F0-2941-41BB-AA1F-B19B0857992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6e217d6ba34ef0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1463C3-FA68-48E3-B247-D7137E745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Produkti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C7C842-2C2E-443E-B9BA-6E183C566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Një hap më i përdorshëm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8295E7-44D2-4ECE-B731-915006948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53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Ke linkun e dorëzimit, dy versione dhe rezultatet e tri provave. Shpjego çfarë korrigjove dhe çfarë mbetet.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Nëse duhet më shumë kohë, vazhdo gjatë javës. Ruaj të njëjtin Issue dhe kërko ndihmë për pengesën konkrete.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D6BC70-F35F-4E0A-9ACD-D45954D59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5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Vazhdo në faqen e ushtrimeve: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F84822-FC5B-484E-9B3B-6E1D4709E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055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DBA74"/>
                </a:solidFill>
                <a:latin typeface="Arial"/>
                <a:ea typeface="Arial"/>
                <a:cs typeface="Arial"/>
                <a:hlinkClick xmlns:ns0="http://schemas.openxmlformats.org/officeDocument/2006/relationships" ns0:id="rIdCourseUrl4"/>
              </a:rPr>
              <a:t>https://arbenl.github.io/lendet/2026-2027/mobile/java-07/ushtrimet.html</a:t>
            </a:r>
          </a:p>
        </p:txBody>
      </p:sp>
    </p:spTree>
    <p:extLst>
      <p:ext uri="{BB962C8B-B14F-4D97-AF65-F5344CB8AC3E}">
        <p14:creationId xmlns:p14="http://schemas.microsoft.com/office/powerpoint/2010/main" val="58538537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2026-10-28T12:06:36.8180000Z</dcterms:created>
  <dcterms:modified xsi:type="dcterms:W3CDTF">2026-10-28T12:06:36.8180000Z</dcterms:modified>
</coreProperties>
</file>