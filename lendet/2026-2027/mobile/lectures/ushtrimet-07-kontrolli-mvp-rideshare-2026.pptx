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8b8463a948d94e5d"/><Relationship Type="http://schemas.openxmlformats.org/officeDocument/2006/relationships/extended-properties" Target="/docProps/app.xml" Id="Rca99869d1c0c417b"/><Relationship Type="http://schemas.openxmlformats.org/officeDocument/2006/relationships/officeDocument" Target="/ppt/presentation.xml" Id="Ref2eeb9a0f7848f6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c71840a83f48cc"/>
  </p:sldMasterIdLst>
  <p:sldIdLst>
    <p:sldId xmlns:r="http://schemas.openxmlformats.org/officeDocument/2006/relationships" id="256" r:id="R575c7f5ead0f4410"/>
    <p:sldId xmlns:r="http://schemas.openxmlformats.org/officeDocument/2006/relationships" id="257" r:id="R3403c31496ee4401"/>
    <p:sldId xmlns:r="http://schemas.openxmlformats.org/officeDocument/2006/relationships" id="258" r:id="R0367b6316b354519"/>
    <p:sldId xmlns:r="http://schemas.openxmlformats.org/officeDocument/2006/relationships" id="259" r:id="R56e7957571694366"/>
    <p:sldId xmlns:r="http://schemas.openxmlformats.org/officeDocument/2006/relationships" id="260" r:id="R636ec42b52ae4ab5"/>
    <p:sldId xmlns:r="http://schemas.openxmlformats.org/officeDocument/2006/relationships" id="261" r:id="Redf58f1b8b674338"/>
    <p:sldId xmlns:r="http://schemas.openxmlformats.org/officeDocument/2006/relationships" id="262" r:id="R133576a579914ad5"/>
    <p:sldId xmlns:r="http://schemas.openxmlformats.org/officeDocument/2006/relationships" id="263" r:id="R0dae60f0f6f2483f"/>
    <p:sldId xmlns:r="http://schemas.openxmlformats.org/officeDocument/2006/relationships" id="264" r:id="Rb2be950563d84509"/>
    <p:sldId xmlns:r="http://schemas.openxmlformats.org/officeDocument/2006/relationships" id="265" r:id="Rb425f28d7b54476c"/>
    <p:sldId xmlns:r="http://schemas.openxmlformats.org/officeDocument/2006/relationships" id="266" r:id="R1609109f3b3b4cba"/>
    <p:sldId xmlns:r="http://schemas.openxmlformats.org/officeDocument/2006/relationships" id="267" r:id="Rc22227e824264086"/>
    <p:sldId xmlns:r="http://schemas.openxmlformats.org/officeDocument/2006/relationships" id="268" r:id="R94fe4c19b44e41a6"/>
    <p:sldId xmlns:r="http://schemas.openxmlformats.org/officeDocument/2006/relationships" id="269" r:id="Rb6860b7dbc5c4e60"/>
    <p:sldId xmlns:r="http://schemas.openxmlformats.org/officeDocument/2006/relationships" id="270" r:id="R14dc1348476547da"/>
    <p:sldId xmlns:r="http://schemas.openxmlformats.org/officeDocument/2006/relationships" id="271" r:id="R94c4650e0f124cbd"/>
    <p:sldId xmlns:r="http://schemas.openxmlformats.org/officeDocument/2006/relationships" id="272" r:id="R2b6cf8a1f369494f"/>
    <p:sldId xmlns:r="http://schemas.openxmlformats.org/officeDocument/2006/relationships" id="273" r:id="R23b5da8159b5441a"/>
    <p:sldId xmlns:r="http://schemas.openxmlformats.org/officeDocument/2006/relationships" id="274" r:id="R28d40ef41cb74788"/>
    <p:sldId xmlns:r="http://schemas.openxmlformats.org/officeDocument/2006/relationships" id="275" r:id="R13e83de0940846ea"/>
    <p:sldId xmlns:r="http://schemas.openxmlformats.org/officeDocument/2006/relationships" id="276" r:id="R5180ac8532c34123"/>
    <p:sldId xmlns:r="http://schemas.openxmlformats.org/officeDocument/2006/relationships" id="277" r:id="Rb6d6c3b2a5de4c9c"/>
    <p:sldId xmlns:r="http://schemas.openxmlformats.org/officeDocument/2006/relationships" id="278" r:id="R44092640973c48a1"/>
    <p:sldId xmlns:r="http://schemas.openxmlformats.org/officeDocument/2006/relationships" id="279" r:id="R9a9db47bc4c644b4"/>
    <p:sldId xmlns:r="http://schemas.openxmlformats.org/officeDocument/2006/relationships" id="280" r:id="R62390c87379b46ad"/>
    <p:sldId xmlns:r="http://schemas.openxmlformats.org/officeDocument/2006/relationships" id="281" r:id="Ra347f1a9e84844b9"/>
    <p:sldId xmlns:r="http://schemas.openxmlformats.org/officeDocument/2006/relationships" id="282" r:id="R22d27359b0a64aaa"/>
    <p:sldId xmlns:r="http://schemas.openxmlformats.org/officeDocument/2006/relationships" id="283" r:id="Ra216c64f43764d62"/>
    <p:sldId xmlns:r="http://schemas.openxmlformats.org/officeDocument/2006/relationships" id="284" r:id="R10c60a648fbd4b43"/>
    <p:sldId xmlns:r="http://schemas.openxmlformats.org/officeDocument/2006/relationships" id="285" r:id="R1c32e9b18cf245d3"/>
    <p:sldId xmlns:r="http://schemas.openxmlformats.org/officeDocument/2006/relationships" id="286" r:id="R77e3e646d1f84e28"/>
    <p:sldId xmlns:r="http://schemas.openxmlformats.org/officeDocument/2006/relationships" id="287" r:id="R90c761394d6d45a1"/>
    <p:sldId xmlns:r="http://schemas.openxmlformats.org/officeDocument/2006/relationships" id="288" r:id="R63bbfac5ca5f46c0"/>
    <p:sldId xmlns:r="http://schemas.openxmlformats.org/officeDocument/2006/relationships" id="289" r:id="R5bf10ca822e54383"/>
    <p:sldId xmlns:r="http://schemas.openxmlformats.org/officeDocument/2006/relationships" id="290" r:id="R2d43afa06f2547fe"/>
    <p:sldId xmlns:r="http://schemas.openxmlformats.org/officeDocument/2006/relationships" id="291" r:id="Rb282b0ffec3447aa"/>
    <p:sldId xmlns:r="http://schemas.openxmlformats.org/officeDocument/2006/relationships" id="292" r:id="Rb5b3624d794642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4eace7f3406b4f79"/><Relationship Type="http://schemas.openxmlformats.org/officeDocument/2006/relationships/slideMaster" Target="/ppt/slideMasters/slideMaster1.xml" Id="R44c71840a83f48cc"/><Relationship Type="http://schemas.openxmlformats.org/officeDocument/2006/relationships/presProps" Target="/ppt/presProps.xml" Id="Rbc9d195fcbf44643"/><Relationship Type="http://schemas.openxmlformats.org/officeDocument/2006/relationships/tableStyles" Target="/ppt/tableStyles.xml" Id="R17d53d899a5f49eb"/><Relationship Type="http://schemas.openxmlformats.org/officeDocument/2006/relationships/slide" Target="/ppt/slides/slide1.xml" Id="R575c7f5ead0f4410"/><Relationship Type="http://schemas.openxmlformats.org/officeDocument/2006/relationships/slide" Target="/ppt/slides/slide2.xml" Id="R3403c31496ee4401"/><Relationship Type="http://schemas.openxmlformats.org/officeDocument/2006/relationships/slide" Target="/ppt/slides/slide3.xml" Id="R0367b6316b354519"/><Relationship Type="http://schemas.openxmlformats.org/officeDocument/2006/relationships/slide" Target="/ppt/slides/slide4.xml" Id="R56e7957571694366"/><Relationship Type="http://schemas.openxmlformats.org/officeDocument/2006/relationships/slide" Target="/ppt/slides/slide5.xml" Id="R636ec42b52ae4ab5"/><Relationship Type="http://schemas.openxmlformats.org/officeDocument/2006/relationships/slide" Target="/ppt/slides/slide6.xml" Id="Redf58f1b8b674338"/><Relationship Type="http://schemas.openxmlformats.org/officeDocument/2006/relationships/slide" Target="/ppt/slides/slide7.xml" Id="R133576a579914ad5"/><Relationship Type="http://schemas.openxmlformats.org/officeDocument/2006/relationships/slide" Target="/ppt/slides/slide8.xml" Id="R0dae60f0f6f2483f"/><Relationship Type="http://schemas.openxmlformats.org/officeDocument/2006/relationships/slide" Target="/ppt/slides/slide9.xml" Id="Rb2be950563d84509"/><Relationship Type="http://schemas.openxmlformats.org/officeDocument/2006/relationships/slide" Target="/ppt/slides/slide10.xml" Id="Rb425f28d7b54476c"/><Relationship Type="http://schemas.openxmlformats.org/officeDocument/2006/relationships/slide" Target="/ppt/slides/slide11.xml" Id="R1609109f3b3b4cba"/><Relationship Type="http://schemas.openxmlformats.org/officeDocument/2006/relationships/slide" Target="/ppt/slides/slide12.xml" Id="Rc22227e824264086"/><Relationship Type="http://schemas.openxmlformats.org/officeDocument/2006/relationships/slide" Target="/ppt/slides/slide13.xml" Id="R94fe4c19b44e41a6"/><Relationship Type="http://schemas.openxmlformats.org/officeDocument/2006/relationships/slide" Target="/ppt/slides/slide14.xml" Id="Rb6860b7dbc5c4e60"/><Relationship Type="http://schemas.openxmlformats.org/officeDocument/2006/relationships/slide" Target="/ppt/slides/slide15.xml" Id="R14dc1348476547da"/><Relationship Type="http://schemas.openxmlformats.org/officeDocument/2006/relationships/slide" Target="/ppt/slides/slide16.xml" Id="R94c4650e0f124cbd"/><Relationship Type="http://schemas.openxmlformats.org/officeDocument/2006/relationships/slide" Target="/ppt/slides/slide17.xml" Id="R2b6cf8a1f369494f"/><Relationship Type="http://schemas.openxmlformats.org/officeDocument/2006/relationships/slide" Target="/ppt/slides/slide18.xml" Id="R23b5da8159b5441a"/><Relationship Type="http://schemas.openxmlformats.org/officeDocument/2006/relationships/slide" Target="/ppt/slides/slide19.xml" Id="R28d40ef41cb74788"/><Relationship Type="http://schemas.openxmlformats.org/officeDocument/2006/relationships/slide" Target="/ppt/slides/slide20.xml" Id="R13e83de0940846ea"/><Relationship Type="http://schemas.openxmlformats.org/officeDocument/2006/relationships/slide" Target="/ppt/slides/slide21.xml" Id="R5180ac8532c34123"/><Relationship Type="http://schemas.openxmlformats.org/officeDocument/2006/relationships/slide" Target="/ppt/slides/slide22.xml" Id="Rb6d6c3b2a5de4c9c"/><Relationship Type="http://schemas.openxmlformats.org/officeDocument/2006/relationships/slide" Target="/ppt/slides/slide23.xml" Id="R44092640973c48a1"/><Relationship Type="http://schemas.openxmlformats.org/officeDocument/2006/relationships/slide" Target="/ppt/slides/slide24.xml" Id="R9a9db47bc4c644b4"/><Relationship Type="http://schemas.openxmlformats.org/officeDocument/2006/relationships/slide" Target="/ppt/slides/slide25.xml" Id="R62390c87379b46ad"/><Relationship Type="http://schemas.openxmlformats.org/officeDocument/2006/relationships/slide" Target="/ppt/slides/slide26.xml" Id="Ra347f1a9e84844b9"/><Relationship Type="http://schemas.openxmlformats.org/officeDocument/2006/relationships/slide" Target="/ppt/slides/slide27.xml" Id="R22d27359b0a64aaa"/><Relationship Type="http://schemas.openxmlformats.org/officeDocument/2006/relationships/slide" Target="/ppt/slides/slide28.xml" Id="Ra216c64f43764d62"/><Relationship Type="http://schemas.openxmlformats.org/officeDocument/2006/relationships/slide" Target="/ppt/slides/slide29.xml" Id="R10c60a648fbd4b43"/><Relationship Type="http://schemas.openxmlformats.org/officeDocument/2006/relationships/slide" Target="/ppt/slides/slide30.xml" Id="R1c32e9b18cf245d3"/><Relationship Type="http://schemas.openxmlformats.org/officeDocument/2006/relationships/slide" Target="/ppt/slides/slide31.xml" Id="R77e3e646d1f84e28"/><Relationship Type="http://schemas.openxmlformats.org/officeDocument/2006/relationships/slide" Target="/ppt/slides/slide32.xml" Id="R90c761394d6d45a1"/><Relationship Type="http://schemas.openxmlformats.org/officeDocument/2006/relationships/slide" Target="/ppt/slides/slide33.xml" Id="R63bbfac5ca5f46c0"/><Relationship Type="http://schemas.openxmlformats.org/officeDocument/2006/relationships/slide" Target="/ppt/slides/slide34.xml" Id="R5bf10ca822e54383"/><Relationship Type="http://schemas.openxmlformats.org/officeDocument/2006/relationships/slide" Target="/ppt/slides/slide35.xml" Id="R2d43afa06f2547fe"/><Relationship Type="http://schemas.openxmlformats.org/officeDocument/2006/relationships/slide" Target="/ppt/slides/slide36.xml" Id="Rb282b0ffec3447aa"/><Relationship Type="http://schemas.openxmlformats.org/officeDocument/2006/relationships/slide" Target="/ppt/slides/slide37.xml" Id="Rb5b3624d794642a0"/></Relationship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91d58fdd8440463d"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73b5f7baba8b4203"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1a4ec20bc284430"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9874e94dbe044db"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1d4e11c8b52480e"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1ae82fff4b1431c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5C14F3-9F50-44C8-B077-96FBBCD57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A8DC15-4B19-4662-B45A-BFA117E39B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6F93EB-547C-4B3F-A2E6-C8ED9D7D2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41FC8C-D7D7-4602-AA74-B780345C49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3D5FFF-E0FE-4FA3-873E-B1A1FE3FEF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67C3CD-D49F-477F-BDC1-FAC66169A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6EE12F-DECD-43CE-847F-D39FF8AC8B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7A1CBB-C1F8-41A5-A419-9F1DCC33AF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887E93-4C45-41D3-A2D0-B21C53B081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C26316-A5AC-463E-8FE1-1AAAA448A7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fcfd25d242624fce"/><Relationship Type="http://schemas.openxmlformats.org/officeDocument/2006/relationships/slideLayout" Target="/ppt/slideLayouts/slideLayout1.xml" Id="R9e8dc38765e84e20"/><Relationship Type="http://schemas.openxmlformats.org/officeDocument/2006/relationships/slideLayout" Target="/ppt/slideLayouts/slideLayout2.xml" Id="Rafbaf73088f64c59"/><Relationship Type="http://schemas.openxmlformats.org/officeDocument/2006/relationships/slideLayout" Target="/ppt/slideLayouts/slideLayout3.xml" Id="Rb8af39d5b5644580"/><Relationship Type="http://schemas.openxmlformats.org/officeDocument/2006/relationships/slideLayout" Target="/ppt/slideLayouts/slideLayout4.xml" Id="Rbe4aeac24fb3474f"/><Relationship Type="http://schemas.openxmlformats.org/officeDocument/2006/relationships/slideLayout" Target="/ppt/slideLayouts/slideLayout5.xml" Id="R070bd9ddf3a645af"/><Relationship Type="http://schemas.openxmlformats.org/officeDocument/2006/relationships/slideLayout" Target="/ppt/slideLayouts/slideLayout6.xml" Id="Rae7cc1340319400e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8dc38765e84e20"/>
    <p:sldLayoutId xmlns:r="http://schemas.openxmlformats.org/officeDocument/2006/relationships" id="2147483650" r:id="Rafbaf73088f64c59"/>
    <p:sldLayoutId xmlns:r="http://schemas.openxmlformats.org/officeDocument/2006/relationships" id="2147483651" r:id="Rb8af39d5b5644580"/>
    <p:sldLayoutId xmlns:r="http://schemas.openxmlformats.org/officeDocument/2006/relationships" id="2147483652" r:id="Rbe4aeac24fb3474f"/>
    <p:sldLayoutId xmlns:r="http://schemas.openxmlformats.org/officeDocument/2006/relationships" id="2147483653" r:id="R070bd9ddf3a645af"/>
    <p:sldLayoutId xmlns:r="http://schemas.openxmlformats.org/officeDocument/2006/relationships" id="2147483654" r:id="Rae7cc134031940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e6bf77445bd4ee8"/><Relationship Type="http://schemas.openxmlformats.org/officeDocument/2006/relationships/image" Target="/ppt/media/image.png" Id="R88ece202fbf3403f"/><Relationship Type="http://schemas.openxmlformats.org/officeDocument/2006/relationships/image" Target="/ppt/media/image2.png" Id="R0a2114c7c25446df"/><Relationship Type="http://schemas.openxmlformats.org/officeDocument/2006/relationships/image" Target="/ppt/media/image3.png" Id="Rcfeaa05413fc4e39"/><Relationship Type="http://schemas.openxmlformats.org/officeDocument/2006/relationships/image" Target="/ppt/media/image4.png" Id="R9e5af5e2a5f84573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1b2fa23fb914200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fa0bddf29b41e2"/><Relationship Type="http://schemas.openxmlformats.org/officeDocument/2006/relationships/image" Target="/ppt/media/image5.png" Id="Ra17a0ce79277404f"/><Relationship Type="http://schemas.openxmlformats.org/officeDocument/2006/relationships/image" Target="/ppt/media/image6.png" Id="Rbc6a397a9f984135"/><Relationship Type="http://schemas.openxmlformats.org/officeDocument/2006/relationships/image" Target="/ppt/media/image7.png" Id="R98792797da1d4071"/><Relationship Id="rIdCourseUrl5" Type="http://schemas.openxmlformats.org/officeDocument/2006/relationships/hyperlink" Target="https://arbenl.github.io/lendet/2026-2027/mobile/java-07/ushtrimet.html" TargetMode="Externa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4ed95b7a5714e95"/><Relationship Type="http://schemas.openxmlformats.org/officeDocument/2006/relationships/image" Target="/ppt/media/image8.png" Id="R547e1bd4681e4cec"/><Relationship Type="http://schemas.openxmlformats.org/officeDocument/2006/relationships/image" Target="/ppt/media/image9.png" Id="R0fe2a0dfccf54ada"/><Relationship Id="rIdCourseUrl4" Type="http://schemas.openxmlformats.org/officeDocument/2006/relationships/hyperlink" Target="https://arbenl.github.io/lendet/2026-2027/mobile/java-07/ushtrimet.html" TargetMode="External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950a94c9c0447e6"/><Relationship Type="http://schemas.openxmlformats.org/officeDocument/2006/relationships/image" Target="/ppt/media/image10.png" Id="R449f9eccdb734195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b3f386290e34c18"/><Relationship Type="http://schemas.openxmlformats.org/officeDocument/2006/relationships/image" Target="/ppt/media/image11.png" Id="R7d7c107705ec43d9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342555be3ee4c8e"/><Relationship Type="http://schemas.openxmlformats.org/officeDocument/2006/relationships/image" Target="/ppt/media/image12.png" Id="Re4c58d4fb1574399"/><Relationship Type="http://schemas.openxmlformats.org/officeDocument/2006/relationships/image" Target="/ppt/media/image13.png" Id="Rcccbc14544fe411c"/><Relationship Id="rIdCourseUrl4" Type="http://schemas.openxmlformats.org/officeDocument/2006/relationships/hyperlink" Target="https://arbenl.github.io/lendet/2026-2027/mobile/java-07/ushtrimet.html" TargetMode="External"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1cc533f27224918"/><Relationship Type="http://schemas.openxmlformats.org/officeDocument/2006/relationships/image" Target="/ppt/media/image14.png" Id="R37c59f40e18e4f65"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3e54c65e84646fd"/><Relationship Type="http://schemas.openxmlformats.org/officeDocument/2006/relationships/image" Target="/ppt/media/image15.png" Id="R1ed2db71c7184eb6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31e73d9c1d7460b"/><Relationship Type="http://schemas.openxmlformats.org/officeDocument/2006/relationships/image" Target="/ppt/media/image16.png" Id="R4b1b5c83a4d24675"/><Relationship Type="http://schemas.openxmlformats.org/officeDocument/2006/relationships/image" Target="/ppt/media/image17.png" Id="R2f0b7a7d2cc3447f"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c127e87c1a74f26"/><Relationship Type="http://schemas.openxmlformats.org/officeDocument/2006/relationships/image" Target="/ppt/media/image18.png" Id="R250c775b7a924884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31b169a2926426a"/><Relationship Type="http://schemas.openxmlformats.org/officeDocument/2006/relationships/image" Target="/ppt/media/image19.png" Id="R5584acf8e4dd4103"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16e614ba18b45d9"/><Relationship Type="http://schemas.openxmlformats.org/officeDocument/2006/relationships/image" Target="/ppt/media/image20.png" Id="R366c7b8599024523"/><Relationship Type="http://schemas.openxmlformats.org/officeDocument/2006/relationships/image" Target="/ppt/media/image21.png" Id="R3641e367df3d4140"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6bb9cff5ce8488f"/><Relationship Type="http://schemas.openxmlformats.org/officeDocument/2006/relationships/image" Target="/ppt/media/image22.png" Id="R75657dc0dcdb49c4"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39160fb4a2d4a8a"/><Relationship Type="http://schemas.openxmlformats.org/officeDocument/2006/relationships/image" Target="/ppt/media/image23.png" Id="R9a71db0f487e4d9c"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df3f8bf0de64912"/><Relationship Type="http://schemas.openxmlformats.org/officeDocument/2006/relationships/image" Target="/ppt/media/image24.png" Id="Rf4a3a401f7dc44e3"/><Relationship Type="http://schemas.openxmlformats.org/officeDocument/2006/relationships/image" Target="/ppt/media/image25.png" Id="R8aea6c6c018243ab"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5f77a3cfd3d44d4"/><Relationship Type="http://schemas.openxmlformats.org/officeDocument/2006/relationships/image" Target="/ppt/media/image26.png" Id="R15d80828d3cb4e4d"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f164241c1f74741"/><Relationship Type="http://schemas.openxmlformats.org/officeDocument/2006/relationships/image" Target="/ppt/media/image27.png" Id="Ra832bc07cc9f424c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511edf5f6414d9e"/><Relationship Type="http://schemas.openxmlformats.org/officeDocument/2006/relationships/image" Target="/ppt/media/image28.png" Id="R8f9d4c1f45984737"/><Relationship Type="http://schemas.openxmlformats.org/officeDocument/2006/relationships/image" Target="/ppt/media/image29.png" Id="Rd86b5365e6c9464c"/><Relationship Type="http://schemas.openxmlformats.org/officeDocument/2006/relationships/image" Target="/ppt/media/image30.png" Id="R1601292b2d0e4d1e"/><Relationship Id="rIdCourseUrl5" Type="http://schemas.openxmlformats.org/officeDocument/2006/relationships/hyperlink" Target="https://arbenl.github.io/lendet/2026-2027/mobile/java-07/ushtrimet.html" TargetMode="External"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d8fc6c9177e4d3f"/><Relationship Type="http://schemas.openxmlformats.org/officeDocument/2006/relationships/image" Target="/ppt/media/image31.png" Id="R8b91c38c2a724cab"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c46280a9f0541a1"/><Relationship Type="http://schemas.openxmlformats.org/officeDocument/2006/relationships/image" Target="/ppt/media/image32.png" Id="Rb9df5fbfd9a54f60"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ed4d66221194b59"/><Relationship Type="http://schemas.openxmlformats.org/officeDocument/2006/relationships/image" Target="/ppt/media/image33.png" Id="Re8d24b5c2e5c43eb"/><Relationship Type="http://schemas.openxmlformats.org/officeDocument/2006/relationships/image" Target="/ppt/media/image34.png" Id="Rcd7839a229e141ee"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495a3b6a0cf4502"/><Relationship Type="http://schemas.openxmlformats.org/officeDocument/2006/relationships/image" Target="/ppt/media/image35.png" Id="Ra4b48bef07d04e8e"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491347ac45d4b22"/><Relationship Type="http://schemas.openxmlformats.org/officeDocument/2006/relationships/image" Target="/ppt/media/image36.png" Id="Rf9526a37986e445e"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d939ab04e9f4242"/><Relationship Type="http://schemas.openxmlformats.org/officeDocument/2006/relationships/image" Target="/ppt/media/image37.png" Id="R93e40ae6efc648e7"/><Relationship Type="http://schemas.openxmlformats.org/officeDocument/2006/relationships/image" Target="/ppt/media/image38.png" Id="R317ff5ba8524448a"/></Relationships>
</file>

<file path=ppt/slides/_rels/slide2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0969aec29654479"/><Relationship Type="http://schemas.openxmlformats.org/officeDocument/2006/relationships/image" Target="/ppt/media/image39.png" Id="R6f86489127b24123"/></Relationships>
</file>

<file path=ppt/slides/_rels/slide2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4d6bc27cd044dbc"/><Relationship Type="http://schemas.openxmlformats.org/officeDocument/2006/relationships/image" Target="/ppt/media/image40.png" Id="R96a03ffde5db4afb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fb1a76c64ae4614"/><Relationship Type="http://schemas.openxmlformats.org/officeDocument/2006/relationships/image" Target="/ppt/media/image41.png" Id="Rbe2b85f63ce643a6"/><Relationship Type="http://schemas.openxmlformats.org/officeDocument/2006/relationships/image" Target="/ppt/media/image42.png" Id="R868a814b82d44e12"/><Relationship Type="http://schemas.openxmlformats.org/officeDocument/2006/relationships/image" Target="/ppt/media/image43.png" Id="R45be22e9c2e14e5e"/><Relationship Id="rIdCourseUrl5" Type="http://schemas.openxmlformats.org/officeDocument/2006/relationships/hyperlink" Target="https://arbenl.github.io/lendet/2026-2027/mobile/java-07/ushtrimet.html" TargetMode="External"/></Relationships>
</file>

<file path=ppt/slides/_rels/slide2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60392163a874b54"/><Relationship Type="http://schemas.openxmlformats.org/officeDocument/2006/relationships/image" Target="/ppt/media/image44.png" Id="Rc2b7e2227b76433d"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62a2e7995264529"/><Relationship Type="http://schemas.openxmlformats.org/officeDocument/2006/relationships/image" Target="/ppt/media/image45.png" Id="Rea02f5d7fcb542aa"/></Relationships>
</file>

<file path=ppt/slides/_rels/slide3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771c0da7f1b4760"/></Relationships>
</file>

<file path=ppt/slides/_rels/slide3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0e0a7d03710434c"/><Relationship Type="http://schemas.openxmlformats.org/officeDocument/2006/relationships/image" Target="/ppt/media/image46.png" Id="R29b0482a0a16424f"/><Relationship Type="http://schemas.openxmlformats.org/officeDocument/2006/relationships/image" Target="/ppt/media/image47.png" Id="R745426f57815488d"/></Relationships>
</file>

<file path=ppt/slides/_rels/slide3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947821883194339"/><Relationship Type="http://schemas.openxmlformats.org/officeDocument/2006/relationships/image" Target="/ppt/media/image48.png" Id="R390bcb97291c4322"/></Relationships>
</file>

<file path=ppt/slides/_rels/slide3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ccf8d662dd741d3"/><Relationship Type="http://schemas.openxmlformats.org/officeDocument/2006/relationships/image" Target="/ppt/media/image49.png" Id="Re32d3c0498874094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44812566b844d9d"/><Relationship Type="http://schemas.openxmlformats.org/officeDocument/2006/relationships/image" Target="/ppt/media/image50.png" Id="Radcbcfb8a82e454e"/><Relationship Type="http://schemas.openxmlformats.org/officeDocument/2006/relationships/image" Target="/ppt/media/image51.png" Id="Rca52ff24964f4da5"/><Relationship Id="rIdCourseUrl4" Type="http://schemas.openxmlformats.org/officeDocument/2006/relationships/hyperlink" Target="https://arbenl.github.io/lendet/2026-2027/mobile/java-07/ushtrimet.html" TargetMode="External"/></Relationships>
</file>

<file path=ppt/slides/_rels/slide3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b838f1b07be4fd3"/><Relationship Type="http://schemas.openxmlformats.org/officeDocument/2006/relationships/image" Target="/ppt/media/image52.png" Id="R28d7963f513f4937"/></Relationships>
</file>

<file path=ppt/slides/_rels/slide3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38a5a483b9048ab"/><Relationship Type="http://schemas.openxmlformats.org/officeDocument/2006/relationships/image" Target="/ppt/media/image53.png" Id="Rcc7980bc79c246be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D9F25-4B7E-4138-9069-9EEE2529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0–5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4404B-FB33-422C-9F12-682B80B3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 / 37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918FD-3CCB-495E-8BD6-B7301DB09A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ce202fbf3403f"/>
          <a:stretch xmlns:a="http://schemas.openxmlformats.org/drawingml/2006/main"/>
        </p:blipFill>
        <p:spPr>
          <a:xfrm xmlns:a="http://schemas.openxmlformats.org/drawingml/2006/main">
            <a:off x="10382250" y="906327"/>
            <a:ext cx="1190625" cy="23522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CD915-98AF-4088-91A9-58ABD14B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Nga ligjërata te projekti yt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9D8BA-AECA-48D1-9188-A88FA26875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114c7c25446df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E6CBB-7A1E-4732-8FB5-D8BC65F7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Kupto rrjedhën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59122-CAC9-4682-8288-60736C39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I njëjti udhëtim në çdo ekran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98904-B18D-4164-ACED-4840A42360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aa05413fc4e39"/>
          <a:stretch xmlns:a="http://schemas.openxmlformats.org/drawingml/2006/main"/>
        </p:blipFill>
        <p:spPr>
          <a:xfrm xmlns:a="http://schemas.openxmlformats.org/drawingml/2006/main">
            <a:off x="43815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37C2B-F8AA-4046-BF1E-3C49ABA2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Provo korrigjimin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D543A-2C14-4DE1-A0A7-96966FD5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Hapat, pritshmëria, vëzhgimi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21CDD-4BE5-4B86-AA07-2DC4BB48AD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af5e2a5f84573"/>
          <a:stretch xmlns:a="http://schemas.openxmlformats.org/drawingml/2006/main"/>
        </p:blipFill>
        <p:spPr>
          <a:xfrm xmlns:a="http://schemas.openxmlformats.org/drawingml/2006/main">
            <a:off x="81534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0DD13-427E-48E5-96C5-8546763C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Mbyll dorëzimin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82B37-1195-47CE-BD4C-385ADDEB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Raporti teknik në 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21D89-509F-402C-B1BB-F0D5B066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Zgjidh një nga Rastet 1–5 të ligjëratës që mund ta provosh në projektin tënd. Rasti 6 mbetet vetëm diskutim.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Shëno dy probleme, korrigjo njërin dhe bëj tri prova. Pastaj dorëzo dhe lexo raportin në GitHub.</a:t>
            </a:r>
          </a:p>
        </p:txBody>
      </p:sp>
    </p:spTree>
    <p:extLst>
      <p:ext uri="{BB962C8B-B14F-4D97-AF65-F5344CB8AC3E}">
        <p14:creationId xmlns:p14="http://schemas.microsoft.com/office/powerpoint/2010/main" val="567572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E2A49-C910-4535-9309-1BE8BDAC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0–5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50A3D-2F4D-4F55-8685-DA0BF844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1B8A2-BCC5-4EE5-B875-72B5375F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Rastet e ligjëratës → zgjedhja jote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9C8B1-6238-4445-A686-551BDA61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1 · Lista dhe detajet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CB5A0-33AE-4803-9652-794F6CD8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I njëjti ID dhe të dhëna të kuptueshme.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7C68A-4840-4575-A520-DAE5C812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2 · Pa vende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98C79-FE10-4BDE-A821-5A219829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0 vende nuk duhet të premtojë rezervim.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5ED7F-0E00-4C38-BC19-EE62EDB6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3 · Klikim apo rezervim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AC987-84B3-49CE-B315-C395C986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Reagimi në ekran nuk provon ruajtjen.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18D36-CAD2-42BD-B96B-FDCBDA67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4 · Kopja pa internet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36D30-2670-4BD9-AA98-4865C62D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E dhëna e ruajtur mund të jetë e vjetër.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5A304-51DC-41FD-88A2-99A7B9D1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5 · Lejet e ndryshimit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77365-18F2-4641-8376-59EA897C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Serveri verifikon sesionin dhe pronarin.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44C2C-A0CF-44C6-988C-2134F159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338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Rasti 6 · Një vend, dy udhëtarë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847D0-8624-44E1-9B4E-DDD18B2D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DBA74"/>
                </a:solidFill>
                <a:latin typeface="Arial"/>
                <a:ea typeface="Arial"/>
                <a:cs typeface="Arial"/>
              </a:rPr>
              <a:t>Vetëm diskutim për një version të ardhshëm.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A4BC2-C311-4589-B261-C01D4A88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Zgjidh një nga Rastet 1–5 që mund ta provosh. Nëse hyrja ose offline s’janë gati, zgjidh Rastin 1, 2 ose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Nuk i realizon të gjitha rastet. Shënon dy probleme, korrigjon njërin dhe dokumenton tri prova.</a:t>
            </a:r>
          </a:p>
        </p:txBody>
      </p:sp>
    </p:spTree>
    <p:extLst>
      <p:ext uri="{BB962C8B-B14F-4D97-AF65-F5344CB8AC3E}">
        <p14:creationId xmlns:p14="http://schemas.microsoft.com/office/powerpoint/2010/main" val="2024093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E66E1-AA47-43F9-A7D0-A7C46001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0–5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1788B-E2C9-4D4A-9129-807C4507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3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A2017-5F20-44D1-9B70-87F847B0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dorëzon në javën 7?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5618E-184C-48C4-8C54-4BD766EFA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a0ce79277404f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2AD47-4DD2-4588-82F4-886149C4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java-07.md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33B77-B44C-4DB9-BE39-0CA8DE20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Raporti në rrënjën e repository-t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24569-0744-471A-AA0E-C358DE2C4E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a397a9f984135"/>
          <a:stretch xmlns:a="http://schemas.openxmlformats.org/drawingml/2006/main"/>
        </p:blipFill>
        <p:spPr>
          <a:xfrm xmlns:a="http://schemas.openxmlformats.org/drawingml/2006/main">
            <a:off x="43815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8750C-0991-4B58-BBC0-82957398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Kodi yt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FF28E-E5CC-42B2-84D9-A5FD6D96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Një korrigjim dhe dy versione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F1C28-40B8-4CC5-A915-44AFADE31D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92797da1d4071"/>
          <a:stretch xmlns:a="http://schemas.openxmlformats.org/drawingml/2006/main"/>
        </p:blipFill>
        <p:spPr>
          <a:xfrm xmlns:a="http://schemas.openxmlformats.org/drawingml/2006/main">
            <a:off x="81534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88C50-D942-4799-AD73-CCA63BCA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Një Issue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A295E-3177-49CD-970C-2AED7038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Java 7 dhe linku i repository-t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58813-C6E1-40C6-9CDB-87F57E51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repository-n tënd publik: java-07.md pranë README dhe kodi Next.js me një korrigjim.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raport: rasti, dy probleme, tri prova, skedari dhe dy linket Para/Pas. Dorëzo linkun e repository-t te Issue i Javës 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A2D5C-8D9C-44C0-89FC-148190A1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Vazhdo në faqen e ushtrimeve: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A290B-D28D-4812-96A1-85E6894A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DBA74"/>
                </a:solidFill>
                <a:latin typeface="Arial"/>
                <a:ea typeface="Arial"/>
                <a:cs typeface="Arial"/>
                <a:hlinkClick xmlns:ns0="http://schemas.openxmlformats.org/officeDocument/2006/relationships" ns0:id="rIdCourseUrl5"/>
              </a:rPr>
              <a:t>https://arbenl.github.io/lendet/2026-2027/mobile/java-07/ushtrimet.html</a:t>
            </a:r>
          </a:p>
        </p:txBody>
      </p:sp>
    </p:spTree>
    <p:extLst>
      <p:ext uri="{BB962C8B-B14F-4D97-AF65-F5344CB8AC3E}">
        <p14:creationId xmlns:p14="http://schemas.microsoft.com/office/powerpoint/2010/main" val="202647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5B950-0C0D-4D7C-8E57-DFBDB134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5–10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A6E58-401B-4D7C-9621-B5E64653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4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7DD56-1E77-4C2E-81C1-40AF812B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Hape mjedisin e punës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D286F-E8D6-4CF7-8B88-0115A86737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e1bd4681e4cec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9271A-6CB6-47A6-93BD-A79FB77F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Kodi lokal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D235C-E7BE-48A2-8C21-AA9ADC5D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Mos puno te repository i profesorit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9FB86-9724-4A68-959D-1CA23B93CB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2a0dfccf54ada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27BE9-EDA7-4854-B912-8345B06C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Shfletuesi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6027A-E976-4747-A253-00C9BEC3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Projekti që hape vetë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0BEAD-36E5-43B2-A584-DB15C52F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Hap projektin që ke në GitHub Desktop dhe VS Code. Për të zgjedhur rastin, shiko hartën te udhëzimi i ushtrimeve.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Nëse përdor aplikacioni/, hape terminalin aty. Ekzekuto npm run dev dhe hap adresën që shfaq terminali.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01422-B3B9-4F60-A17C-6847964B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Vazhdo në faqen e ushtrimeve: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1E75F-E947-43AA-A592-EA1B5D30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DBA74"/>
                </a:solidFill>
                <a:latin typeface="Arial"/>
                <a:ea typeface="Arial"/>
                <a:cs typeface="Arial"/>
                <a:hlinkClick xmlns:ns0="http://schemas.openxmlformats.org/officeDocument/2006/relationships" ns0:id="rIdCourseUrl4"/>
              </a:rPr>
              <a:t>https://arbenl.github.io/lendet/2026-2027/mobile/java-07/ushtrimet.html</a:t>
            </a:r>
          </a:p>
        </p:txBody>
      </p:sp>
    </p:spTree>
    <p:extLst>
      <p:ext uri="{BB962C8B-B14F-4D97-AF65-F5344CB8AC3E}">
        <p14:creationId xmlns:p14="http://schemas.microsoft.com/office/powerpoint/2010/main" val="1507496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C068A-B06F-4B3C-A570-D96FA177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5–10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EAEC9-8369-44D6-BF36-7F7A648F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5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AE93A-3DF0-409B-88D5-A652FADB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Hape mjedisin e punës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251AD-C80B-4A60-8340-E1A199F848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f9eccdb734195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01008-475F-4C07-831C-075A3210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B8BBD-B8E9-45C1-A21C-426E8ADE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11268-2E9A-4F83-B2CD-CC909FF5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640EC-8204-4870-AA7D-FADBF53F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A148D-42FD-4200-8D5F-071A28FB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76BAC-F031-4D46-B5D9-E4433A34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A61E6-8C2C-49DC-8A33-BB6C5FBC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642B1-E31F-4D78-8BA9-B1D4860D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7A0EF-0FCD-4D46-93AF-96F36398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Ndiq të njëjtin ID nga lista te detajet.</a:t>
            </a:r>
          </a:p>
        </p:txBody>
      </p:sp>
    </p:spTree>
    <p:extLst>
      <p:ext uri="{BB962C8B-B14F-4D97-AF65-F5344CB8AC3E}">
        <p14:creationId xmlns:p14="http://schemas.microsoft.com/office/powerpoint/2010/main" val="688334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A74B1-3849-4E17-976E-75EFEF7B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5–10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27D09-1143-4873-AA64-3FB959DD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6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68C8D-29E6-40F6-9EF0-F54CE0DA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Hape mjedisin e punës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CB999-76C8-494C-86CC-819DB84D8B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c107705ec43d9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AFAE6-A0F3-42FD-AF93-F3198C8D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B15FF-F004-42F0-99F5-BFC56944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613EA-D79D-4874-8A62-C55C7399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E81CB-D57C-4A74-9667-A390E23D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CAA3B-9FD9-487C-A194-2664116E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7A3B2-7C4A-490F-965F-7B70EAA0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59B35-9AFA-4EAB-A353-3C977B3F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C8A8D-791A-4816-815C-49676C57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Provo kërkesën · simulim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CA234-74C3-4BCA-A3D2-92351865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Ndiq të njëjtin ID nga lista te detajet.</a:t>
            </a:r>
          </a:p>
        </p:txBody>
      </p:sp>
    </p:spTree>
    <p:extLst>
      <p:ext uri="{BB962C8B-B14F-4D97-AF65-F5344CB8AC3E}">
        <p14:creationId xmlns:p14="http://schemas.microsoft.com/office/powerpoint/2010/main" val="134911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6BFAE-B4C0-48C8-94EE-8EFA3849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10–15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F01F2-CE3D-4A29-997B-6A0B49F1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7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6AF68-C7CB-4C34-B712-4DFA2A6D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Zgjidh rastin dhe merr kodin personal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02DFB-0B12-44D6-9B3A-DE64DD39C7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58d4fb1574399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91E5F-B924-4300-B1D5-EC45BF05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Kodi personal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23FEE-0FAE-43A6-AF86-9EA6A0EA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Ora dhe vendet fiktive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3DF6C-2026-443F-9CC2-F4A3D90322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bc14544fe411c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B8AE4-7042-40A2-BB22-47B73818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ID-ja jote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82398-C8F1-4629-840E-4B6FC801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Mos ndrysho të dhënat e kolegut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95332-9CC8-4F82-A958-D5632BFC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Rasti 1–5 është skenari i ligjëratës. P7-… është kodi i të dhënave të tua të provës; nuk është numri i rastit.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Gjenero kodin nga emri publik GitHub dhe shkarko raportin. Te Skenari shkruaj numrin dhe titullin e rastit që zgjodhe.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52400-45E3-4C4A-B782-96CB3479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Vazhdo në faqen e ushtrimeve: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A77B2-C6FA-43D5-BA7F-0033CB19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DBA74"/>
                </a:solidFill>
                <a:latin typeface="Arial"/>
                <a:ea typeface="Arial"/>
                <a:cs typeface="Arial"/>
                <a:hlinkClick xmlns:ns0="http://schemas.openxmlformats.org/officeDocument/2006/relationships" ns0:id="rIdCourseUrl4"/>
              </a:rPr>
              <a:t>https://arbenl.github.io/lendet/2026-2027/mobile/java-07/ushtrimet.html</a:t>
            </a:r>
          </a:p>
        </p:txBody>
      </p:sp>
    </p:spTree>
    <p:extLst>
      <p:ext uri="{BB962C8B-B14F-4D97-AF65-F5344CB8AC3E}">
        <p14:creationId xmlns:p14="http://schemas.microsoft.com/office/powerpoint/2010/main" val="887375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E63C0-C877-4558-ACC4-AEDA4C20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10–15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3DD4E-8EF7-4E85-BAB0-38F3AA92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8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8A4A1-E123-4BA2-AF9E-83EFAEA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Zgjidh rastin dhe merr kodin personal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30752-C82F-4C25-A561-31A68F2253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59f40e18e4f65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2A2CB-BE07-47DE-A6A0-595C38F5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64740-B5E0-4F48-A8C5-6DAC1A9F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8BDD9-F410-4397-A6DC-3592EC6F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1FBE0-CED5-4ED2-9B4A-BAEF7AF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03E1E-6D4B-40C9-8B88-71EBB572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AECC1-72F9-42C8-B51E-1D1FAD23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C08BD-0872-405A-8CB9-A93922A7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F7F2E-6BB4-43B6-BC42-3CF60038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40489-F2DC-4D59-B9CC-9ECD4535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Ndiq të njëjtin ID nga lista te detajet.</a:t>
            </a:r>
          </a:p>
        </p:txBody>
      </p:sp>
    </p:spTree>
    <p:extLst>
      <p:ext uri="{BB962C8B-B14F-4D97-AF65-F5344CB8AC3E}">
        <p14:creationId xmlns:p14="http://schemas.microsoft.com/office/powerpoint/2010/main" val="18717541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7F34B-7520-4A05-9CBB-B7E6B1E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10–15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C257C-250D-4123-822E-96B0D9D1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9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98115-4E6E-48ED-A03B-940763C4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Zgjidh rastin dhe merr kodin personal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63A13-2B85-4FC3-B9D1-6D061A38F6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2db71c7184eb6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F8341-0335-41EC-A81D-06678DA3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5C8EB-C025-4692-A864-F26A4842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7BFBF-BD2C-4386-9294-AFD52407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84FCB-7F08-4F79-AFCB-E181A613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1C7BF-2D29-4E8F-A543-28E65CD0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0AD71-1E35-4F8E-8197-DD2AFCA9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C0F45-541C-476D-9CCB-41FFD07E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79287-D601-4ED0-907D-B6AB116F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Provo kërkesën · simulim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C67AA-FBE3-47C7-A5F1-0E55C685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Ndiq të njëjtin ID nga lista te detajet.</a:t>
            </a:r>
          </a:p>
        </p:txBody>
      </p:sp>
    </p:spTree>
    <p:extLst>
      <p:ext uri="{BB962C8B-B14F-4D97-AF65-F5344CB8AC3E}">
        <p14:creationId xmlns:p14="http://schemas.microsoft.com/office/powerpoint/2010/main" val="8617351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E24F2-79D4-410A-8A33-17EF5846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15–20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AA959-9703-43D0-9B78-2DAEC80F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10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C3184-350C-42A6-8CD5-F1A64629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Parashikimi para kodimit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FD4B4-B1EF-4B7C-81EF-0061660760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b5c83a4d24675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1E388-D5B3-4BF6-83C0-002DB758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Parashiko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B27E8-5C02-4127-A2E5-BE51F8A9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Me fjalët e tua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7C18B-D02C-4B1B-9749-93E73D4716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b7a7d2cc3447f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4B8F0-7BE5-4514-952A-3259AA4C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Ruaj bazën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7C02C-CFA0-418A-85F1-40E2A8BD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Para korrigjimit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25DF0-4BCF-4901-BCFE-E125D320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Pa AI në këtë hap: shkruaj çfarë pret në listë, detaje dhe kur nuk ka vende. Nuk kërkohet fjali perfekte.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Ruaj java-07.md pranë README. Bëj Commit dhe Push. Kopjo linkun e këtij commit-i si Para.</a:t>
            </a:r>
          </a:p>
        </p:txBody>
      </p:sp>
    </p:spTree>
    <p:extLst>
      <p:ext uri="{BB962C8B-B14F-4D97-AF65-F5344CB8AC3E}">
        <p14:creationId xmlns:p14="http://schemas.microsoft.com/office/powerpoint/2010/main" val="4327750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7E658-52E2-4391-9BA2-A2C368D6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15–20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A8EE9-EC49-450C-946C-EC54211B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11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0819A-05AC-4941-9169-1D9A313E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Parashikimi para kodimit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6C696-02BF-43E4-BB1D-16E73295B0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c775b7a924884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242ED-324E-4158-8091-84048148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7E6E0-93EA-41F0-8FBD-607F3D23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EA723-CD24-4D47-BE02-F56A97FF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963F2-FFFD-42D5-8A6E-86606C14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105E7-8426-48F2-AEDD-193BE504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ACEBC-DA2F-4FAD-B5E5-031645E2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5DAF8-13E6-4E9A-ACC6-605FDB52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0086E-8995-4237-B925-613E3BF2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1429D-607C-4173-BDD7-E4EC4504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Me 0 vende nuk premtojmë rezervim.</a:t>
            </a:r>
          </a:p>
        </p:txBody>
      </p:sp>
    </p:spTree>
    <p:extLst>
      <p:ext uri="{BB962C8B-B14F-4D97-AF65-F5344CB8AC3E}">
        <p14:creationId xmlns:p14="http://schemas.microsoft.com/office/powerpoint/2010/main" val="7415434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5CD99-3F62-4077-BF03-2B3219FB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15–20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56CB9-4E4E-4809-880A-1C37E881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12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40D89-A28C-4F5E-A47E-6F3ABBDD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Parashikimi para kodimit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8D13C-9E27-457C-B6CD-5B41A7CB74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4acf8e4dd4103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319A4-667F-44E5-A74D-C25320DA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8587E-C6F4-4487-B5EC-E742E080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8038C-E2BA-40BA-93BA-1F1BFA58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87410-AB55-401C-BDDE-1EEC41E9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0D857-0FFE-4040-A12F-0D21C01B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54FCE-0AE6-416F-9E6E-15BA9805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BC2ED-802E-4325-9B07-675402CB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4606D-2028-40A9-AB4D-62137EDF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Kërkesa është joaktive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29504-30FF-4FEE-80B8-9FEAC9FB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Me 0 vende nuk premtojmë rezervim.</a:t>
            </a:r>
          </a:p>
        </p:txBody>
      </p:sp>
    </p:spTree>
    <p:extLst>
      <p:ext uri="{BB962C8B-B14F-4D97-AF65-F5344CB8AC3E}">
        <p14:creationId xmlns:p14="http://schemas.microsoft.com/office/powerpoint/2010/main" val="7157310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07AF1-3F5C-4BD0-A4E9-B1553602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20–30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B3D48-6597-41CD-8CEE-03191260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13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4110D-B1C8-4803-82A7-2E6E06FF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Gjej dy probleme reale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CAC83-2AF0-47BD-8E58-04DD8BB617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c7b8599024523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30E5E-6051-4B06-9A5F-110E5D16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Problemi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28BBC-A57C-4A71-AF0C-76842323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Hapat që e përsërisin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7CFC2-93C5-42DD-A53D-B809D0B96C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1e367df3d4140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1A0A4-F2D1-41C6-A915-56EB2556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Problemi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3B58D-A696-4967-A857-40468CBF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Pasojë për përdoruesin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5DD5A-F2E2-4F93-B995-54F0160D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Te rasti që zgjodhe shëno dy probleme ose paqartësi reale. Mund të jenë në të njëjtin rast ose në një tjetër.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Korrigjo vetëm njërin. Nëse s’ke ende hyrjen ose offline, zgjidh Rastin 1, 2 ose 3 që mund ta provosh.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D4715-E65F-4529-8EE9-3B5EE1EE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A duhet ta prishësh aplikacionin për ta korrigjuar?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16109-F07B-4A61-9049-31FC8C5E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Jo. Puno me një problem ose paqartësi reale. Një mesazh bosh, buton pa sqarim apo kufi i patrajtuar mjafton.</a:t>
            </a:r>
          </a:p>
        </p:txBody>
      </p:sp>
    </p:spTree>
    <p:extLst>
      <p:ext uri="{BB962C8B-B14F-4D97-AF65-F5344CB8AC3E}">
        <p14:creationId xmlns:p14="http://schemas.microsoft.com/office/powerpoint/2010/main" val="5122583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D1C66-B6D9-497D-B1E5-38F51532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20–30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C9671-9A9F-42E7-935F-28D4EF2F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14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9CF97-996E-46D9-A9AD-072DF686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Gjej dy probleme reale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63F44-9562-4455-8FD1-D048925541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57dc0dcdb49c4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7DAC8-AB33-46AE-B0AE-4AD66E10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9C9B2-B18F-4872-95CA-C0E32368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7D79B-B1F3-4F53-82D2-E5089D90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67E6E-3D86-44FC-909C-1B5DDCC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0F7CA-A72C-4E58-9224-F7CAFFB3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F05CF-9234-4EDF-808E-7D9DCAB9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6F050-865C-4FFB-84FE-295AAA4D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9CFC4-EFB2-485E-92FC-58A1E133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47EE7-844C-4558-8C9B-CD735452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Ndiq të njëjtin ID nga lista te detajet.</a:t>
            </a:r>
          </a:p>
        </p:txBody>
      </p:sp>
    </p:spTree>
    <p:extLst>
      <p:ext uri="{BB962C8B-B14F-4D97-AF65-F5344CB8AC3E}">
        <p14:creationId xmlns:p14="http://schemas.microsoft.com/office/powerpoint/2010/main" val="5286390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4CB4B-F8F7-4C9F-8D1B-51B44082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20–30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075A5-D4FD-4D29-9DEE-4AEE1E63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15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2E2A8-9F20-4F98-8E76-B3447F00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Gjej dy probleme reale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94B41-7840-4770-A8A9-5679F5BE57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1db0f487e4d9c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769D3-17AF-4169-BC67-84013DC0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16462-FC2B-45CA-85EC-416B4C6E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B8834-D97B-4066-98A2-8D4028ED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999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60328-3655-42C8-88D4-DFEEE7D8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Rezultati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CE211-4C77-4683-88D6-ED07C904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Udhëtimi nuk u gjet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0670F-12E9-40A4-A6DF-80C98AE0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Kthehu te lista.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DA09C-A078-4656-A33B-EA4E2259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Ndiq të njëjtin ID nga lista te detajet.</a:t>
            </a:r>
          </a:p>
        </p:txBody>
      </p:sp>
    </p:spTree>
    <p:extLst>
      <p:ext uri="{BB962C8B-B14F-4D97-AF65-F5344CB8AC3E}">
        <p14:creationId xmlns:p14="http://schemas.microsoft.com/office/powerpoint/2010/main" val="493207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EB2B5-4756-4C38-B317-67E686B4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30–45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DA866-D4A2-4AF0-AA07-8177BBD3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16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32C16-6356-40E9-A96A-1F3D58F1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Korrigjo vetëm njërin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53534-2239-4114-996D-6508712CD3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3a401f7dc44e3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3166B-E6EF-4D68-B248-04E36278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Ndryshimi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76CDE-069C-4202-BC0B-99C1C7A1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Një sjellje e provueshme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8DC35-B676-4472-BD9C-5F430D512A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a6c6c018243ab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ABA75-E6FF-4856-9FE9-FED47B78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Kufijtë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7F99D-D76A-4FD8-BA25-4B8E6074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Ruaj lejet dhe sekretet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53E8A-82DF-4567-97A6-B9E6DAF8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Zgjidh një skedar dhe trego çfarë bën përpara se ta ndryshosh. Shkruaj vetë ndryshimin në mjedisin tënd.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Ndihma pas parashikimit lejohet për një gabim ose shpjegim. Mos kërko një projekt të plotë. Shëno ndihmën që more.</a:t>
            </a:r>
          </a:p>
        </p:txBody>
      </p:sp>
    </p:spTree>
    <p:extLst>
      <p:ext uri="{BB962C8B-B14F-4D97-AF65-F5344CB8AC3E}">
        <p14:creationId xmlns:p14="http://schemas.microsoft.com/office/powerpoint/2010/main" val="5637264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82EB3-E227-4E96-98F2-7667FD11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30–45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22EF6-0830-465B-B48E-294DE7B8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17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CA495-F030-426F-A974-DD64DCC3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Korrigjo vetëm njërin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717BA-85CC-47AF-B8AF-D4FD7A6AA4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80828d3cb4e4d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9C3AB-9497-4D93-93F3-0DD737FD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200EB-598A-4F21-9677-CF9BE9D8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D8571-494F-40C9-A8B5-478C52DD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1EE41-4A86-4EB0-9C10-AF2E2590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8E309-7B02-4E45-A037-6BF9D6F8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53FE4-C819-4061-A223-6C49FF5A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014C7-CA8E-42E8-827D-6815FD19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B0BC9-35BC-432F-B264-BABC6E23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92454-7DF5-457D-81B7-1CCEAB7C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Me 0 vende nuk premtojmë rezervim.</a:t>
            </a:r>
          </a:p>
        </p:txBody>
      </p:sp>
    </p:spTree>
    <p:extLst>
      <p:ext uri="{BB962C8B-B14F-4D97-AF65-F5344CB8AC3E}">
        <p14:creationId xmlns:p14="http://schemas.microsoft.com/office/powerpoint/2010/main" val="5520476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B13F2-8AE6-4B66-A997-B227E973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30–45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C1002-DA25-4579-AC25-EF016136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18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12053-723F-4DDE-9798-FE3A7128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Korrigjo vetëm njërin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4C032-83D1-4364-8E0E-7F7D0E4AF8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2bc07cc9f424c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D5500-C913-4076-878B-2FDD1881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C2603-474D-4F6F-BE56-97C97D26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3ED53-7A0D-4C13-9093-C982C0FE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BDDD4-77A2-4AE8-A314-930C9F6D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686BA-846B-44DA-B079-29CA804A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C5E15-6076-4CF4-9B4D-EA14AE9F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A669E-0E0B-4B19-9365-F27540CD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DF572-0590-452B-8A70-E318F42F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Kërkesa është joaktive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D820F-F04F-444E-8CC7-43AC3B20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Me 0 vende nuk premtojmë rezervim.</a:t>
            </a:r>
          </a:p>
        </p:txBody>
      </p:sp>
    </p:spTree>
    <p:extLst>
      <p:ext uri="{BB962C8B-B14F-4D97-AF65-F5344CB8AC3E}">
        <p14:creationId xmlns:p14="http://schemas.microsoft.com/office/powerpoint/2010/main" val="8854127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87F29-DEB2-4687-9156-6229C501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45–55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807FB-AC42-4313-947F-1746A9F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19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C2129-7AAC-4F49-9378-2E31DB87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 prova të shkurtra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B03C6-82F9-4AA4-8452-ED3BCDDC37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d4c1f45984737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E57DB-36FC-49AA-AD00-9DC0D15E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Rrjedha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F7244-9D30-4912-A402-C5702BC1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I njëjti udhëtim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1E7BE-01F6-4825-942B-CCC07A0D34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b5365e6c9464c"/>
          <a:stretch xmlns:a="http://schemas.openxmlformats.org/drawingml/2006/main"/>
        </p:blipFill>
        <p:spPr>
          <a:xfrm xmlns:a="http://schemas.openxmlformats.org/drawingml/2006/main">
            <a:off x="43815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C8F6E-B757-45B7-9269-9CEA25C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Korrigjimi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4CF78-1F1B-49E5-B762-427173A7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Rezultati pas ndryshimit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B9A61-1E46-4602-A34B-E7A9724229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1292b2d0e4d1e"/>
          <a:stretch xmlns:a="http://schemas.openxmlformats.org/drawingml/2006/main"/>
        </p:blipFill>
        <p:spPr>
          <a:xfrm xmlns:a="http://schemas.openxmlformats.org/drawingml/2006/main">
            <a:off x="81534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E253B-CB50-4EC3-85F0-805EF14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Hyrja e 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423BA-60BB-4446-A40B-657EF2FB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Rezultat i parashikuar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34C4D-BC74-4ACE-8825-BB23EF43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Prova 1: ndiq ID-në nga lista te detajet. Prova 2: përsërit problemin e rastit që korrigjove.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Prova 3: ndrysho një hyrje dhe provo sërish. Për secilën shkruaj Hapat, Pritshmëria dhe Vëzhgimi.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9CA5B-A9C9-4C7A-8682-7C9435A5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Vazhdo në faqen e ushtrimeve: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4D9E6-9A3C-48C5-B658-70D32D0A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DBA74"/>
                </a:solidFill>
                <a:latin typeface="Arial"/>
                <a:ea typeface="Arial"/>
                <a:cs typeface="Arial"/>
                <a:hlinkClick xmlns:ns0="http://schemas.openxmlformats.org/officeDocument/2006/relationships" ns0:id="rIdCourseUrl5"/>
              </a:rPr>
              <a:t>https://arbenl.github.io/lendet/2026-2027/mobile/java-07/ushtrimet.html</a:t>
            </a:r>
          </a:p>
        </p:txBody>
      </p:sp>
    </p:spTree>
    <p:extLst>
      <p:ext uri="{BB962C8B-B14F-4D97-AF65-F5344CB8AC3E}">
        <p14:creationId xmlns:p14="http://schemas.microsoft.com/office/powerpoint/2010/main" val="5150172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AD598-B9FD-492D-8316-370E86E7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45–55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1E319-EC93-407A-8882-C42805FE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20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A153D-0753-460E-83A4-AC563B69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 prova të shkurtra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6A4CE-A507-4507-9B6E-19C25533D9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1c38c2a724cab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084DD-2C68-4905-962C-B5D2F35C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E559-B8E1-4AFB-BF68-F444C060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7747F-DB41-49AD-82E9-193FBA59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A2401-4AC5-4603-B1AB-9B74611E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F3FC9-1183-400C-BDD5-21D5C212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96E0E-A4B9-45FF-877C-E7BC9B47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3C473-A8FB-4807-AEAD-5DA0F1A7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98013-8B42-4539-B8E0-B9AC0A83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6E02B-0FB3-4CCC-93AF-784D0F76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Ndiq të njëjtin ID nga lista te detajet.</a:t>
            </a:r>
          </a:p>
        </p:txBody>
      </p:sp>
    </p:spTree>
    <p:extLst>
      <p:ext uri="{BB962C8B-B14F-4D97-AF65-F5344CB8AC3E}">
        <p14:creationId xmlns:p14="http://schemas.microsoft.com/office/powerpoint/2010/main" val="9806000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6CD4D-EA5F-4817-AA21-93590064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45–55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D1134-E8EA-4AB2-82E8-C8B2FE9A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21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9C294-B80A-43EF-98AC-F6D44086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 prova të shkurtra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E896A-3F55-464B-B2D3-D7C8F961D8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f5fbfd9a54f60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E3D97-491A-4787-885A-9787E9AC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FB744-85A9-4965-9C32-794C33AA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1A781-3DA0-477D-8B9C-73FFA3CB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DA187-7AB1-4D55-962B-EA921910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5C23D-B9F4-43C2-B8FF-B4A88BD5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FF40E-6A47-44B1-9F68-2EEE8011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EF637-CB13-4E19-8979-A5117C1B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E2E86-1A1E-4FB1-967D-54AFE798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Provo kërkesën · simulim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C2AD6-6680-480F-9790-74BCA67B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Ndiq të njëjtin ID nga lista te detajet.</a:t>
            </a:r>
          </a:p>
        </p:txBody>
      </p:sp>
    </p:spTree>
    <p:extLst>
      <p:ext uri="{BB962C8B-B14F-4D97-AF65-F5344CB8AC3E}">
        <p14:creationId xmlns:p14="http://schemas.microsoft.com/office/powerpoint/2010/main" val="7315694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A7C1B-852C-4D9D-BE21-CF68BAC0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55–65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96A35-8853-4C9D-AB2C-8549F7E7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22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13F29-B143-499C-AEEE-532D0FD7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Ndrysho hyrjen para kolegut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62AFD-5D10-41F0-98DF-C36029B479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24b5c2e5c43eb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B7B2F-7A75-42A8-A966-2BB549A3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Kolegu pyet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F1499-BDD0-4967-BFF2-447A98FE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Po sikur kjo vlerë ndryshon?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D3E49-1609-46FD-88B8-B56D66CEAE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839a229e141ee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56E5D-B63C-4A89-990D-4606DED5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 demonstron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20784-D4C8-4CB3-86EE-0262F075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Në aplikacionin tënd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5CF33-DD2F-4FF4-91AA-F6EB0CEF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Shpjego në 60–90 sekonda skedarin dhe kushtin që ndryshove, pa AI gjatë shpjegimit.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Kolegu zgjedh një vlerë të re: 0 vende, një ID tjetër ose orë tjetër. Parashiko, provo dhe shpjego çfarë ndodhi.</a:t>
            </a:r>
          </a:p>
        </p:txBody>
      </p:sp>
    </p:spTree>
    <p:extLst>
      <p:ext uri="{BB962C8B-B14F-4D97-AF65-F5344CB8AC3E}">
        <p14:creationId xmlns:p14="http://schemas.microsoft.com/office/powerpoint/2010/main" val="9656612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469CB-4846-4A09-B2AF-C78ECDE5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55–65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018E6-88C7-4D1E-9E26-887FA26A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23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D36AA-CC5E-4566-A82E-B17CDDF7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Ndrysho hyrjen para kolegut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683EC-0E9B-47FE-AC25-8B1C966ECF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48bef07d04e8e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A3EC6-D754-4EDC-AD13-2FBD7332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582F2-489A-4C7B-83EC-1F37C633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82226-5EC5-445C-A34A-96424083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3BAEA-45EB-48B4-B2E2-5DD77DCF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D745B-3FF0-42CD-A27D-4983175C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10096-020B-41C7-BC40-8C32E10D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5DC22-EB9F-4A72-91E8-44852702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F4681-6552-4791-9C28-71DB7574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E0187-A46F-40C1-99A1-06098A31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Përgjigjja e re e serverit: 08:25 dhe 0 vende.</a:t>
            </a:r>
          </a:p>
        </p:txBody>
      </p:sp>
    </p:spTree>
    <p:extLst>
      <p:ext uri="{BB962C8B-B14F-4D97-AF65-F5344CB8AC3E}">
        <p14:creationId xmlns:p14="http://schemas.microsoft.com/office/powerpoint/2010/main" val="10033347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C28D7-896E-40D7-80F8-2D6E2641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55–65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A7E50-AADB-4D3B-A4A2-64FA7FEE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24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762D4-91AF-4FED-9516-997629A7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Ndrysho hyrjen para kolegut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2E8DC-6A81-47FC-BCF5-F908CFB633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26a37986e445e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065E3-2FF9-46A6-BDB3-39C7EAA4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96F0C-8DDD-41DF-B886-1ED0DE87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D07CD-3C61-4864-A056-3199C42F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E23A4-FBE3-4929-B43B-5B5ED122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07F5B-DFAF-4255-B473-4F8DEA88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9B279-CA15-44FE-BF87-33D50548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1CA7B-DC99-439A-BF9D-7DBEA1A2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72A8A-B781-4159-A32A-00E7FBB3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Kërkesa është joaktive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93756-6928-4598-844B-80B9F34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Përgjigjja e re e serverit: 08:25 dhe 0 vende.</a:t>
            </a:r>
          </a:p>
        </p:txBody>
      </p:sp>
    </p:spTree>
    <p:extLst>
      <p:ext uri="{BB962C8B-B14F-4D97-AF65-F5344CB8AC3E}">
        <p14:creationId xmlns:p14="http://schemas.microsoft.com/office/powerpoint/2010/main" val="3311065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D6A5F-7C7B-43A0-8152-C2A78B61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65–70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37CED-637A-4F6A-B4F7-834FA3BC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25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5BBA2-A255-41B1-9BD4-EFD6DF5B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Ruaj versionin pas korrigjimit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C7D70-C067-45F0-9285-D354FBFA07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40ae6efc648e7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1BBC2-BAAE-474B-9C26-B5ECDBD5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0E951-0952-4E57-9CCA-B8C956AB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Commit-i fillestar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3CA17-EE32-45D0-A5CD-C2F1CB9FDE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ff5ba8524448a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8BBFF-6C1F-43E5-A845-72AEF387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B0C56-4D78-487F-9DD0-D83C9604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Commit-i që ka korrigjimin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704D5-867A-4AEE-83B3-DD018DE2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Commit dhe Push i korrigjimit. Hap Commits në GitHub dhe kopjo adresën si 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Plotëso raportin me Para dhe Pas. Ruaje raportin me një commit tjetër dhe bëj Push.</a:t>
            </a:r>
          </a:p>
        </p:txBody>
      </p:sp>
    </p:spTree>
    <p:extLst>
      <p:ext uri="{BB962C8B-B14F-4D97-AF65-F5344CB8AC3E}">
        <p14:creationId xmlns:p14="http://schemas.microsoft.com/office/powerpoint/2010/main" val="4698499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9ACA5-EA52-4696-B690-328F7B17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65–70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BBB99-94D9-45B4-9E58-5CA2B66C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26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CCEBF-B3E0-4616-AD78-CB291D1C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Ruaj versionin pas korrigjimit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730CC-8456-466E-BBFE-21A4813B4D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6489127b24123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CD1A6-C096-4791-9775-E897794A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FE0B6-E187-46ED-856F-DA4F73CC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0CD39-3307-4A04-BC9F-B150A567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ADF07-24DC-4710-94F9-00C6A57E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3B608-39D1-4BBB-9BC8-2BBDAA29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484DD-6C6A-4C64-B17E-EDEADED2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B995F-1308-48BB-A40E-38EA8BDD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4A0A3-1912-4E30-BFA8-45429B46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08001-109D-495E-B8F6-4583C90C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Përgjigjja e re e serverit: 08:25 dhe 0 vende.</a:t>
            </a:r>
          </a:p>
        </p:txBody>
      </p:sp>
    </p:spTree>
    <p:extLst>
      <p:ext uri="{BB962C8B-B14F-4D97-AF65-F5344CB8AC3E}">
        <p14:creationId xmlns:p14="http://schemas.microsoft.com/office/powerpoint/2010/main" val="20084510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D77A3-0071-49F4-98B2-163CADA8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65–70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E10DE-EBA2-4D8A-9A54-95B73A0D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27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6791B-5528-4C00-B113-B826CCB7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Ruaj versionin pas korrigjimit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B6F4A-1FF9-4FE5-9407-CC59EDAEF7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03ffde5db4afb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6296A-524A-42CD-A58D-23D1D903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D8FD3-DDA6-4AAD-9393-FD7D292B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DC20B-7C64-4856-8165-58D0E78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99E61-9B00-4C3F-BB50-F78A4A2C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76E4B-6A47-462E-827B-A5AF52CE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E71FE-F713-4ECA-8BD9-BE601B14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6A8CC-62F5-45DC-B4D0-00BFB35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763BC-0BE3-4AA0-972F-D7E06B76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Kërkesa është joaktive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E2D5F-DD82-4BC2-8086-00081259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Përgjigjja e re e serverit: 08:25 dhe 0 vende.</a:t>
            </a:r>
          </a:p>
        </p:txBody>
      </p:sp>
    </p:spTree>
    <p:extLst>
      <p:ext uri="{BB962C8B-B14F-4D97-AF65-F5344CB8AC3E}">
        <p14:creationId xmlns:p14="http://schemas.microsoft.com/office/powerpoint/2010/main" val="11735107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0F748-E140-4277-BB88-88D72E96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70–80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30521-0BB7-4F07-AC58-A857D85B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28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2C465-8B20-4919-ADEF-2C0DD080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Dorëzimi në tre veprime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A033C-6AC9-4CFF-AE10-249D1AEE84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b85f63ce643a6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FB415-797D-4F3A-B3C8-5285ECD1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Ruaj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CFFF0-F799-4BE7-91A6-426B4461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Kodi dhe raporti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9A86A-B0FD-441A-BEA6-675BBDCD7A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a814b82d44e12"/>
          <a:stretch xmlns:a="http://schemas.openxmlformats.org/drawingml/2006/main"/>
        </p:blipFill>
        <p:spPr>
          <a:xfrm xmlns:a="http://schemas.openxmlformats.org/drawingml/2006/main">
            <a:off x="43815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FD83A-DC9D-4D36-8349-F3184E33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Dorëzo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DC916-D5A1-4ADC-9ADA-75454863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Linku i repository-t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0084A-45E3-4678-A39F-45FF0CF494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e22e9c2e14e5e"/>
          <a:stretch xmlns:a="http://schemas.openxmlformats.org/drawingml/2006/main"/>
        </p:blipFill>
        <p:spPr>
          <a:xfrm xmlns:a="http://schemas.openxmlformats.org/drawingml/2006/main">
            <a:off x="81534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F554F-1F1B-49CD-ADBE-56575BDD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Lexo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C5958-3608-44D3-8E94-2BF3E361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Përgjigjja në të njëjtën faqe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E28B1-E908-4275-99F5-80231004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1. Bëj Push në repository-n tënd. 2. Hap formularin e lëndës, zgjidh Java 7 dhe vendos linkun kryesor të repository-t.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3. Kliko Create / Submit new issue. Ruaj këtë faqe: këtu do ta lexosh komentin e github-actions[bot].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CDB02-E803-48D1-813F-F05AD93A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Vazhdo në faqen e ushtrimeve: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F4795-5FD5-41B9-B11A-4DD1D989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DBA74"/>
                </a:solidFill>
                <a:latin typeface="Arial"/>
                <a:ea typeface="Arial"/>
                <a:cs typeface="Arial"/>
                <a:hlinkClick xmlns:ns0="http://schemas.openxmlformats.org/officeDocument/2006/relationships" ns0:id="rIdCourseUrl5"/>
              </a:rPr>
              <a:t>https://arbenl.github.io/lendet/2026-2027/mobile/java-07/ushtrimet.html</a:t>
            </a:r>
          </a:p>
        </p:txBody>
      </p:sp>
    </p:spTree>
    <p:extLst>
      <p:ext uri="{BB962C8B-B14F-4D97-AF65-F5344CB8AC3E}">
        <p14:creationId xmlns:p14="http://schemas.microsoft.com/office/powerpoint/2010/main" val="40979899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265CA-D917-4C25-8021-6ECCB68C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70–80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CA9E7-0974-484C-9720-E6AB32AC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29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DF376-B5F9-4947-90C3-E5B4C7B0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Dorëzimi në tre veprime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26412-E0AC-46D8-844C-0E4F97C502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7e2227b76433d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8A50A-7B0B-46E5-8741-9633AC3D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660B8-7737-4C24-BFC0-00FE913D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0F579-FA3C-46BE-B920-A4D56FF3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541BB-D0DC-4D4B-9396-AB40FB7C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901DB-8873-48C7-B032-CFDDDBCE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C5948-EFC6-4AB9-93AB-729DE64E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344ED-EE72-4909-B1BC-F0A71F32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DB462-C317-4FE0-81B4-D916331D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90E8A-3E9B-44D8-866F-136A84A5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Përgjigjja e re e serverit: 08:25 dhe 0 vende.</a:t>
            </a:r>
          </a:p>
        </p:txBody>
      </p:sp>
    </p:spTree>
    <p:extLst>
      <p:ext uri="{BB962C8B-B14F-4D97-AF65-F5344CB8AC3E}">
        <p14:creationId xmlns:p14="http://schemas.microsoft.com/office/powerpoint/2010/main" val="16623612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330FD-1494-4BC1-A50C-D181ED2E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70–80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C5692-89AB-4337-A441-AC316E59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30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EF945-AAC3-454B-8B32-A88AC13C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Dorëzimi në tre veprime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34582-13F8-4D94-B8B0-0D9DDEB57E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2f5d7fcb542aa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62C02-3318-44CC-8B34-DD3261CF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975E0-B67F-4372-94D3-6EF97013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7B2D0-6590-4FDF-83EB-119803BF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CC9D4-4E1C-4354-8857-8BFB4FAE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4A392-34EC-41AF-8228-AD9B4F04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B871A-3400-4606-AAEC-3B563D5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FE7F4-C0F2-4776-8332-01C7D980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03346-8925-4AE2-8E3E-ED6470B1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Kërkesa është joaktive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7A59A-46BF-4C67-97EF-BF0D29F2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Përgjigjja e re e serverit: 08:25 dhe 0 vende.</a:t>
            </a:r>
          </a:p>
        </p:txBody>
      </p:sp>
    </p:spTree>
    <p:extLst>
      <p:ext uri="{BB962C8B-B14F-4D97-AF65-F5344CB8AC3E}">
        <p14:creationId xmlns:p14="http://schemas.microsoft.com/office/powerpoint/2010/main" val="15320812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0F2D1-9D79-45F4-8B7C-B1481883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80–85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B6868-4D26-405E-AFDD-1D186DDB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31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C7DC6-995F-4C7A-9E55-879D184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 e shoh GREEN apo RED?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C1959-7600-4FBF-BE4F-33116C74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Te Issue yt, gjej komentin: Kontrolli automatik i dorëzimit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3D69B-24D1-4A82-A5E1-7EE7874F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2197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62E"/>
          </a:solidFill>
          <a:ln xmlns:a="http://schemas.openxmlformats.org/drawingml/2006/main" w="9525">
            <a:solidFill>
              <a:srgbClr val="B8ED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FECEC-D976-494B-B206-131078C9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GREEN · të gjitha kontrollet kaluan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91A0F-C038-4EE0-9063-956640FD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838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5/5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F5639-40EA-4493-B618-6ECC001B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483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Lexo edhe të pesë rreshtat e raportit.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C9AAE-D707-46C3-B33F-EE8966F6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52197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1E28"/>
          </a:solidFill>
          <a:ln xmlns:a="http://schemas.openxmlformats.org/drawingml/2006/main" w="9525">
            <a:solidFill>
              <a:srgbClr val="FFB2B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1B314-51A7-46BF-8D77-5B7614C9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0512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2B2"/>
                </a:solidFill>
                <a:latin typeface="Arial"/>
                <a:ea typeface="Arial"/>
                <a:cs typeface="Arial"/>
              </a:rPr>
              <a:t>RED · ka një kontroll që mungon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5C852-3556-446D-8FB7-D973EA71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4838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FB2B2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B2B2"/>
                </a:solidFill>
                <a:latin typeface="Arial"/>
                <a:ea typeface="Arial"/>
                <a:cs typeface="Arial"/>
              </a:rPr>
              <a:t>p.sh. 4/5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E2B8F-4362-4993-8A50-74E22514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483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Lexo rreshtin me kontrollin e kuq.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EA329-EDEE-40B5-9929-C4AA3028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DBA74"/>
                </a:solidFill>
                <a:latin typeface="Arial"/>
                <a:ea typeface="Arial"/>
                <a:cs typeface="Arial"/>
              </a:rPr>
              <a:t>Korrigjo në projekt, Commit, Push dhe komento rikontrollo te i njëjti Issue.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3B677-E74D-4FD9-98D9-4FF8C390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Actions mund të jetë i gjelbër ndërsa raporti ka ende një kontroll të kuq. 5/5 është kontroll teknik, jo notë.</a:t>
            </a:r>
          </a:p>
        </p:txBody>
      </p:sp>
    </p:spTree>
    <p:extLst>
      <p:ext uri="{BB962C8B-B14F-4D97-AF65-F5344CB8AC3E}">
        <p14:creationId xmlns:p14="http://schemas.microsoft.com/office/powerpoint/2010/main" val="19022068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D17F5-9B0C-4E72-BBA7-33B9FBE3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80–87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D9427-3C7A-4B5A-AC6B-8C7537A7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32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EC2BA-8633-4930-9D94-9952FF3D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Nëse kam një kontroll të kuq, çfarë bëj?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1BA4D-611B-47A9-8E87-04B16847F3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0482a0a16424f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30CBD-BF37-4E84-B6F2-071D8ED5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Rikontrollo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1EE52-87B6-46BC-B5C4-DABE75E0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Përditësohet i njëjti raport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4C9CC-B1D8-4CA5-99DE-52692900E1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426f57815488d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223D6-3C5D-4C5A-B209-04DE95DB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 sekrete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0A65B-9258-4098-9C93-6E80365A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Mos ngarko .env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E5B36-4E7E-434D-B2C8-9A2D2E22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Lexo rreshtin me ❌ në raportin e botit. Korrigjo atë që kërkon, pastaj Commit dhe Push.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Te i njëjti Issue shkruaj rikontrollo. Rifresko dhe lexo raportin e përditësuar më sipër.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8AC5D-6BA7-4F2F-BF5F-6A13B58E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A do të thotë 5/5 që ke marrë notën maksimale?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6B520-5CD4-4985-9B0C-E78534D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Jo. Kontrolli nuk ekzekuton kodin dhe nuk vërteton kuptimin ose përdorimin e AI. Kjo javë nuk shton pikë laboratori.</a:t>
            </a:r>
          </a:p>
        </p:txBody>
      </p:sp>
    </p:spTree>
    <p:extLst>
      <p:ext uri="{BB962C8B-B14F-4D97-AF65-F5344CB8AC3E}">
        <p14:creationId xmlns:p14="http://schemas.microsoft.com/office/powerpoint/2010/main" val="14231121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454E2-710E-44EA-A59F-4F52100B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80–87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12505-65E7-40E5-B925-5AB27C35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33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0751A-21C9-43BF-BE45-35C348AC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Nëse kam një kontroll të kuq, çfarë bëj?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4E6C1-D0F2-4410-AD99-C3A58ACD87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bcb97291c4322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AF431-93C0-42C4-AA22-05A7F1B1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2DA85-B8EE-4CE8-B963-1C6ADE10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4656F-D1A9-4916-8E2F-9031AAAF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B5B51-F97C-4298-9742-8D754F72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2079C-07EC-4B13-B950-8F0C94CD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A10B9-D464-4B68-842F-B609CE5F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AE8D4-61B3-4520-874E-615BD13A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8D4B7-B811-467C-9E01-6AFE4FF4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0CA3A-49D7-4D90-A027-46DAB8EA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Përgjigjja e re e serverit: 08:25 dhe 0 vende.</a:t>
            </a:r>
          </a:p>
        </p:txBody>
      </p:sp>
    </p:spTree>
    <p:extLst>
      <p:ext uri="{BB962C8B-B14F-4D97-AF65-F5344CB8AC3E}">
        <p14:creationId xmlns:p14="http://schemas.microsoft.com/office/powerpoint/2010/main" val="10593925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7F9B2-82D6-48FA-BEA9-2D2FEEFF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80–87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93274-E0A4-4C42-833C-59B03A4E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34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43F35-B68E-48C4-9D2B-9126AF3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Nëse kam një kontroll të kuq, çfarë bëj?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82187-B0CA-42C1-82D4-15704BADE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d3c0498874094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6FA3E-0EE8-4894-A2C1-38933A50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5196C-BC9E-45D6-9F1C-A9F50597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37282-6139-4C1A-BB3F-2DEFD869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BD5CF-0141-45EB-AF85-750F400B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209B7-2783-42B2-A19B-E117B7DC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008B2-45D4-485F-B6E4-D32A49BA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B3CEA-137C-4A23-831D-94B387A4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036ED-033D-4E02-8382-D891A25E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Kërkesa është joaktive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96B3B-C63C-45EE-B9F7-2160AFFA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Përgjigjja e re e serverit: 08:25 dhe 0 vende.</a:t>
            </a:r>
          </a:p>
        </p:txBody>
      </p:sp>
    </p:spTree>
    <p:extLst>
      <p:ext uri="{BB962C8B-B14F-4D97-AF65-F5344CB8AC3E}">
        <p14:creationId xmlns:p14="http://schemas.microsoft.com/office/powerpoint/2010/main" val="189544018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B09CE-8642-4505-88F3-2FCEB4EA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87–90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50838-35E0-4B00-A908-D4E42C1C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35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20C13-C6BB-420F-8F3D-52C5BA4D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Kur e di që e kam përfunduar?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E7AE4-4F42-40C0-9ABB-CB0E8BE16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bcfb8a82e454e"/>
          <a:stretch xmlns:a="http://schemas.openxmlformats.org/drawingml/2006/main"/>
        </p:blipFill>
        <p:spPr>
          <a:xfrm xmlns:a="http://schemas.openxmlformats.org/drawingml/2006/main">
            <a:off x="60960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8D550-A3F7-41A3-BD4A-4AE0CD7F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Dorëzimi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36288-7CAD-4FF2-9FBE-408F708E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Një vend për përgjigjen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543BB-DD5E-48D1-AE9C-E07B611082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2ff24964f4da5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2AA00-520D-4838-8E98-81BB2509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529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Produkti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13A77-D947-45A8-A46C-C990AB96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529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Një hap më i përdorshëm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BA128-2F5E-476C-995B-16290788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Kodi dhe java-07.md janë online; Para/Pas dhe tri provat janë në raport.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Issue-n e ke ruajtur. Lexo raportin e botit dhe shpjego korrigjimin. Mund të vazhdosh gjatë javës.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722CD-23D5-41AF-A59B-29305A6B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Vazhdo në faqen e ushtrimeve: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70DC3-A9D2-4800-84B0-70ACB8F0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DBA74"/>
                </a:solidFill>
                <a:latin typeface="Arial"/>
                <a:ea typeface="Arial"/>
                <a:cs typeface="Arial"/>
                <a:hlinkClick xmlns:ns0="http://schemas.openxmlformats.org/officeDocument/2006/relationships" ns0:id="rIdCourseUrl4"/>
              </a:rPr>
              <a:t>https://arbenl.github.io/lendet/2026-2027/mobile/java-07/ushtrimet.html</a:t>
            </a:r>
          </a:p>
        </p:txBody>
      </p:sp>
    </p:spTree>
    <p:extLst>
      <p:ext uri="{BB962C8B-B14F-4D97-AF65-F5344CB8AC3E}">
        <p14:creationId xmlns:p14="http://schemas.microsoft.com/office/powerpoint/2010/main" val="4190977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29277-2E5F-4FA7-8FC0-4F9AA353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87–90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FBDBA-C43B-4A73-9039-D11F249F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36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4B991-8E1F-4E47-A791-FA2CEEF9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Kur e di që e kam përfunduar?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6297A-9C35-4678-8F80-408281147C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7963f513f4937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EBDE9-1BD8-4C2E-929A-3FB86B97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SHOFERI · DRITONI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BEA3C-D4A4-4619-A4B2-0F18E420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D69C1-807F-4BA6-A78D-6DE37A24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7883F-DF01-4537-9E1E-D2662E0E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371B4-E0BD-42B9-8352-2A2BCC18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03A5B-A141-443B-A38B-9647168E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8044C-B8D7-4135-A48F-2B982C51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88F98-D5BA-45FE-97A8-CF9CFC1D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Të dhënat e udhëtimit të provës.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68C5F-F09B-41AC-B2F4-1A7E09C8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Ndiq të njëjtin ID nga lista te detajet.</a:t>
            </a:r>
          </a:p>
        </p:txBody>
      </p:sp>
    </p:spTree>
    <p:extLst>
      <p:ext uri="{BB962C8B-B14F-4D97-AF65-F5344CB8AC3E}">
        <p14:creationId xmlns:p14="http://schemas.microsoft.com/office/powerpoint/2010/main" val="1056821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35C89-47DA-4A39-A0A9-044F5C5E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JAVA 7 · 87–90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BEFD1-536D-4F65-9321-84E5FF82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37 / 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AC9F5-9A26-4B5A-B8AB-11F32DFA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Kur e di që e kam përfunduar?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EFB7E-5CFA-4715-982F-DAF1146AEB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980bc79c246be"/>
          <a:stretch xmlns:a="http://schemas.openxmlformats.org/drawingml/2006/main"/>
        </p:blipFill>
        <p:spPr>
          <a:xfrm xmlns:a="http://schemas.openxmlformats.org/drawingml/2006/main">
            <a:off x="857250" y="1238250"/>
            <a:ext cx="3429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83C23-08B1-4F33-A10A-B409009B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DBA7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DBA74"/>
                </a:solidFill>
                <a:latin typeface="Arial"/>
                <a:ea typeface="Arial"/>
                <a:cs typeface="Arial"/>
              </a:rPr>
              <a:t>UDHËTARI · ARTA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54D9D-4961-4068-9757-F0A1EC46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Udhëtimi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4F2F8-3FE5-43F0-ADCE-FB549A4B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622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 2 · Ferizaj → AAB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AE6AB-12AB-4BB9-A2B7-491C1B41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385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Nisja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5D898-87DC-4FE4-9758-90691098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909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8B5F5-03D4-4B63-9C21-3AAB45D3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6720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Vende të lira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DA30A-8B3E-43F8-9C23-D4350EF0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19625"/>
            <a:ext cx="633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AE6E0-44A3-4CB2-93A8-B80D2E3E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76875"/>
            <a:ext cx="633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EDDB"/>
                </a:solidFill>
                <a:latin typeface="Arial"/>
                <a:ea typeface="Arial"/>
                <a:cs typeface="Arial"/>
              </a:rPr>
              <a:t>Provo kërkesën · simulim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1479B-FE03-4F2B-A725-FF14851F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115050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8D3E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D3E6"/>
                </a:solidFill>
                <a:latin typeface="Arial"/>
                <a:ea typeface="Arial"/>
                <a:cs typeface="Arial"/>
              </a:rPr>
              <a:t>Ndiq të njëjtin ID nga lista te detajet.</a:t>
            </a:r>
          </a:p>
        </p:txBody>
      </p:sp>
    </p:spTree>
    <p:extLst>
      <p:ext uri="{BB962C8B-B14F-4D97-AF65-F5344CB8AC3E}">
        <p14:creationId xmlns:p14="http://schemas.microsoft.com/office/powerpoint/2010/main" val="1175512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2026-10-29T11:28:36.9340000Z</dcterms:created>
  <dcterms:modified xsi:type="dcterms:W3CDTF">2026-10-29T11:28:36.9340000Z</dcterms:modified>
</coreProperties>
</file>