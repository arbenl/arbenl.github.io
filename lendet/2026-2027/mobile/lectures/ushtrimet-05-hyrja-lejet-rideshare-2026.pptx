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</Types>
</file>

<file path=_rels/.rels><?xml version='1.0' encoding='utf-8'?>
<Relationships xmlns="http://schemas.openxmlformats.org/package/2006/relationships"><Relationship Type="http://schemas.openxmlformats.org/package/2006/relationships/metadata/core-properties" Target="/docProps/core.xml" Id="R2317a2c59f054834"/><Relationship Type="http://schemas.openxmlformats.org/officeDocument/2006/relationships/extended-properties" Target="/docProps/app.xml" Id="Rc0d0aa65a0eb4f81"/><Relationship Type="http://schemas.openxmlformats.org/officeDocument/2006/relationships/officeDocument" Target="/ppt/presentation.xml" Id="R2d8faaac7bb54555"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ed7867abea7a4f98"/>
  </p:sldMasterIdLst>
  <p:sldIdLst>
    <p:sldId xmlns:r="http://schemas.openxmlformats.org/officeDocument/2006/relationships" id="256" r:id="R4293f53bdb6447aa"/>
    <p:sldId xmlns:r="http://schemas.openxmlformats.org/officeDocument/2006/relationships" id="257" r:id="R5cd12bb736fd4047"/>
    <p:sldId xmlns:r="http://schemas.openxmlformats.org/officeDocument/2006/relationships" id="258" r:id="Ra6f4419e78e542c4"/>
    <p:sldId xmlns:r="http://schemas.openxmlformats.org/officeDocument/2006/relationships" id="259" r:id="Rabda7ad0400e406f"/>
    <p:sldId xmlns:r="http://schemas.openxmlformats.org/officeDocument/2006/relationships" id="260" r:id="R6dcd18c1422b4f19"/>
    <p:sldId xmlns:r="http://schemas.openxmlformats.org/officeDocument/2006/relationships" id="261" r:id="R6e7d700748da430b"/>
    <p:sldId xmlns:r="http://schemas.openxmlformats.org/officeDocument/2006/relationships" id="262" r:id="R2f2e465519754186"/>
    <p:sldId xmlns:r="http://schemas.openxmlformats.org/officeDocument/2006/relationships" id="263" r:id="Rf19d4347e2364e24"/>
    <p:sldId xmlns:r="http://schemas.openxmlformats.org/officeDocument/2006/relationships" id="264" r:id="R3c701d0f98084ea7"/>
    <p:sldId xmlns:r="http://schemas.openxmlformats.org/officeDocument/2006/relationships" id="265" r:id="Rd6b1c34967b846ae"/>
    <p:sldId xmlns:r="http://schemas.openxmlformats.org/officeDocument/2006/relationships" id="266" r:id="R540b434b1131462c"/>
    <p:sldId xmlns:r="http://schemas.openxmlformats.org/officeDocument/2006/relationships" id="267" r:id="Rcfa27e2fb450401b"/>
    <p:sldId xmlns:r="http://schemas.openxmlformats.org/officeDocument/2006/relationships" id="268" r:id="R8e1a87d0a61341cd"/>
    <p:sldId xmlns:r="http://schemas.openxmlformats.org/officeDocument/2006/relationships" id="269" r:id="R0e4183fdee364b93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<?xml version='1.0' encoding='utf-8'?>
<Relationships xmlns="http://schemas.openxmlformats.org/package/2006/relationships"><Relationship Type="http://schemas.openxmlformats.org/officeDocument/2006/relationships/theme" Target="/ppt/theme/theme1.xml" Id="R882a8d2009a347e0"/><Relationship Type="http://schemas.openxmlformats.org/officeDocument/2006/relationships/slideMaster" Target="/ppt/slideMasters/slideMaster1.xml" Id="Red7867abea7a4f98"/><Relationship Type="http://schemas.openxmlformats.org/officeDocument/2006/relationships/presProps" Target="/ppt/presProps.xml" Id="R89f5350e259b4c75"/><Relationship Type="http://schemas.openxmlformats.org/officeDocument/2006/relationships/tableStyles" Target="/ppt/tableStyles.xml" Id="R7a05c79cc60d44c7"/><Relationship Type="http://schemas.openxmlformats.org/officeDocument/2006/relationships/slide" Target="/ppt/slides/slide1.xml" Id="R4293f53bdb6447aa"/><Relationship Type="http://schemas.openxmlformats.org/officeDocument/2006/relationships/slide" Target="/ppt/slides/slide2.xml" Id="R5cd12bb736fd4047"/><Relationship Type="http://schemas.openxmlformats.org/officeDocument/2006/relationships/slide" Target="/ppt/slides/slide3.xml" Id="Ra6f4419e78e542c4"/><Relationship Type="http://schemas.openxmlformats.org/officeDocument/2006/relationships/slide" Target="/ppt/slides/slide4.xml" Id="Rabda7ad0400e406f"/><Relationship Type="http://schemas.openxmlformats.org/officeDocument/2006/relationships/slide" Target="/ppt/slides/slide5.xml" Id="R6dcd18c1422b4f19"/><Relationship Type="http://schemas.openxmlformats.org/officeDocument/2006/relationships/slide" Target="/ppt/slides/slide6.xml" Id="R6e7d700748da430b"/><Relationship Type="http://schemas.openxmlformats.org/officeDocument/2006/relationships/slide" Target="/ppt/slides/slide7.xml" Id="R2f2e465519754186"/><Relationship Type="http://schemas.openxmlformats.org/officeDocument/2006/relationships/slide" Target="/ppt/slides/slide8.xml" Id="Rf19d4347e2364e24"/><Relationship Type="http://schemas.openxmlformats.org/officeDocument/2006/relationships/slide" Target="/ppt/slides/slide9.xml" Id="R3c701d0f98084ea7"/><Relationship Type="http://schemas.openxmlformats.org/officeDocument/2006/relationships/slide" Target="/ppt/slides/slide10.xml" Id="Rd6b1c34967b846ae"/><Relationship Type="http://schemas.openxmlformats.org/officeDocument/2006/relationships/slide" Target="/ppt/slides/slide11.xml" Id="R540b434b1131462c"/><Relationship Type="http://schemas.openxmlformats.org/officeDocument/2006/relationships/slide" Target="/ppt/slides/slide12.xml" Id="Rcfa27e2fb450401b"/><Relationship Type="http://schemas.openxmlformats.org/officeDocument/2006/relationships/slide" Target="/ppt/slides/slide13.xml" Id="R8e1a87d0a61341cd"/><Relationship Type="http://schemas.openxmlformats.org/officeDocument/2006/relationships/slide" Target="/ppt/slides/slide14.xml" Id="R0e4183fdee364b93"/></Relationships>
</file>

<file path=ppt/slideLayouts/_rels/slideLayout1.xml.rels><?xml version='1.0' encoding='utf-8'?>
<Relationships xmlns="http://schemas.openxmlformats.org/package/2006/relationships"><Relationship Type="http://schemas.openxmlformats.org/officeDocument/2006/relationships/slideMaster" Target="/ppt/slideMasters/slideMaster1.xml" Id="Red0c6c52012747b1"/></Relationships>
</file>

<file path=ppt/slideLayouts/_rels/slideLayout2.xml.rels><?xml version='1.0' encoding='utf-8'?>
<Relationships xmlns="http://schemas.openxmlformats.org/package/2006/relationships"><Relationship Type="http://schemas.openxmlformats.org/officeDocument/2006/relationships/slideMaster" Target="/ppt/slideMasters/slideMaster1.xml" Id="Rcbb9f725f8b74e71"/></Relationships>
</file>

<file path=ppt/slideLayouts/_rels/slideLayout3.xml.rels><?xml version='1.0' encoding='utf-8'?>
<Relationships xmlns="http://schemas.openxmlformats.org/package/2006/relationships"><Relationship Type="http://schemas.openxmlformats.org/officeDocument/2006/relationships/slideMaster" Target="/ppt/slideMasters/slideMaster1.xml" Id="Rbbe54824ff3a4ada"/></Relationships>
</file>

<file path=ppt/slideLayouts/_rels/slideLayout4.xml.rels><?xml version='1.0' encoding='utf-8'?>
<Relationships xmlns="http://schemas.openxmlformats.org/package/2006/relationships"><Relationship Type="http://schemas.openxmlformats.org/officeDocument/2006/relationships/slideMaster" Target="/ppt/slideMasters/slideMaster1.xml" Id="Rfdb6d333784b4a74"/></Relationships>
</file>

<file path=ppt/slideLayouts/_rels/slideLayout5.xml.rels><?xml version='1.0' encoding='utf-8'?>
<Relationships xmlns="http://schemas.openxmlformats.org/package/2006/relationships"><Relationship Type="http://schemas.openxmlformats.org/officeDocument/2006/relationships/slideMaster" Target="/ppt/slideMasters/slideMaster1.xml" Id="R3063267682fb4360"/></Relationships>
</file>

<file path=ppt/slideLayouts/_rels/slideLayout6.xml.rels><?xml version='1.0' encoding='utf-8'?>
<Relationships xmlns="http://schemas.openxmlformats.org/package/2006/relationships"><Relationship Type="http://schemas.openxmlformats.org/officeDocument/2006/relationships/slideMaster" Target="/ppt/slideMasters/slideMaster1.xml" Id="R11922373c0284a71"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4B268428-4A84-4F77-A129-CF4061E5068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E1B20DD8-C5C1-4EE0-B230-3CD6437901DB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19BF7EB9-CB17-44E5-AD00-2DA977AB0CA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F748F749-C1FC-4234-923E-16D44E8B749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A046B0A6-6098-43AB-B355-F4FC53EE264B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A52A2020-CB2C-4889-B0AF-70C40907D9D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1F430A71-17D4-432D-A9C3-0DC15384D758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616FBEFD-4607-40A0-8E59-0A441528D7DF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D6703742-EAB9-4FD3-8C6B-3FBF20FA0FE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F9BB1E81-54D0-445B-849E-D74390FE2F2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<?xml version='1.0' encoding='utf-8'?>
<Relationships xmlns="http://schemas.openxmlformats.org/package/2006/relationships"><Relationship Type="http://schemas.openxmlformats.org/officeDocument/2006/relationships/theme" Target="/ppt/slideMasters/theme/theme2.xml" Id="Rad3cb5bd05c54391"/><Relationship Type="http://schemas.openxmlformats.org/officeDocument/2006/relationships/slideLayout" Target="/ppt/slideLayouts/slideLayout1.xml" Id="R7b6f726bf93e46dd"/><Relationship Type="http://schemas.openxmlformats.org/officeDocument/2006/relationships/slideLayout" Target="/ppt/slideLayouts/slideLayout2.xml" Id="Ra90b673b78814c4b"/><Relationship Type="http://schemas.openxmlformats.org/officeDocument/2006/relationships/slideLayout" Target="/ppt/slideLayouts/slideLayout3.xml" Id="R8ca8491e8a8b455d"/><Relationship Type="http://schemas.openxmlformats.org/officeDocument/2006/relationships/slideLayout" Target="/ppt/slideLayouts/slideLayout4.xml" Id="Rc209707b73ed400a"/><Relationship Type="http://schemas.openxmlformats.org/officeDocument/2006/relationships/slideLayout" Target="/ppt/slideLayouts/slideLayout5.xml" Id="Rbd342144186949c4"/><Relationship Type="http://schemas.openxmlformats.org/officeDocument/2006/relationships/slideLayout" Target="/ppt/slideLayouts/slideLayout6.xml" Id="R167d6f7b7090427d"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7b6f726bf93e46dd"/>
    <p:sldLayoutId xmlns:r="http://schemas.openxmlformats.org/officeDocument/2006/relationships" id="2147483650" r:id="Ra90b673b78814c4b"/>
    <p:sldLayoutId xmlns:r="http://schemas.openxmlformats.org/officeDocument/2006/relationships" id="2147483651" r:id="R8ca8491e8a8b455d"/>
    <p:sldLayoutId xmlns:r="http://schemas.openxmlformats.org/officeDocument/2006/relationships" id="2147483652" r:id="Rc209707b73ed400a"/>
    <p:sldLayoutId xmlns:r="http://schemas.openxmlformats.org/officeDocument/2006/relationships" id="2147483653" r:id="Rbd342144186949c4"/>
    <p:sldLayoutId xmlns:r="http://schemas.openxmlformats.org/officeDocument/2006/relationships" id="2147483654" r:id="R167d6f7b7090427d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?>
<Relationships xmlns="http://schemas.openxmlformats.org/package/2006/relationships"><Relationship Type="http://schemas.openxmlformats.org/officeDocument/2006/relationships/slideLayout" Target="/ppt/slideLayouts/slideLayout6.xml" Id="R8fda6ee4fd5c4a84"/><Relationship Type="http://schemas.openxmlformats.org/officeDocument/2006/relationships/image" Target="/ppt/media/image.png" Id="Rf1de8a28ab07412a"/></Relationships>
</file>

<file path=ppt/slides/_rels/slide2.xml.rels><?xml version='1.0' encoding='utf-8'?>
<Relationships xmlns="http://schemas.openxmlformats.org/package/2006/relationships"><Relationship Type="http://schemas.openxmlformats.org/officeDocument/2006/relationships/slideLayout" Target="/ppt/slideLayouts/slideLayout6.xml" Id="Rb049d94cc2244dc1"/></Relationships>
</file>

<file path=ppt/slides/_rels/slide3.xml.rels><?xml version='1.0' encoding='utf-8'?>
<Relationships xmlns="http://schemas.openxmlformats.org/package/2006/relationships"><Relationship Type="http://schemas.openxmlformats.org/officeDocument/2006/relationships/slideLayout" Target="/ppt/slideLayouts/slideLayout6.xml" Id="R4b42075473e0445d"/><Relationship Type="http://schemas.openxmlformats.org/officeDocument/2006/relationships/image" Target="/ppt/media/image2.png" Id="R1044a7571956446b"/></Relationships>
</file>

<file path=ppt/slides/_rels/slide4.xml.rels><?xml version='1.0' encoding='utf-8'?>
<Relationships xmlns="http://schemas.openxmlformats.org/package/2006/relationships"><Relationship Type="http://schemas.openxmlformats.org/officeDocument/2006/relationships/slideLayout" Target="/ppt/slideLayouts/slideLayout6.xml" Id="R960896886c184601"/></Relationships>
</file>

<file path=ppt/slides/_rels/slide5.xml.rels><?xml version='1.0' encoding='utf-8'?>
<Relationships xmlns="http://schemas.openxmlformats.org/package/2006/relationships"><Relationship Type="http://schemas.openxmlformats.org/officeDocument/2006/relationships/slideLayout" Target="/ppt/slideLayouts/slideLayout6.xml" Id="Rd166f71fe8434556"/></Relationships>
</file>

<file path=ppt/slides/_rels/slide6.xml.rels><?xml version='1.0' encoding='utf-8'?>
<Relationships xmlns="http://schemas.openxmlformats.org/package/2006/relationships"><Relationship Type="http://schemas.openxmlformats.org/officeDocument/2006/relationships/slideLayout" Target="/ppt/slideLayouts/slideLayout6.xml" Id="R46530ac567ef4e35"/></Relationships>
</file>

<file path=ppt/slides/_rels/slide7.xml.rels><?xml version='1.0' encoding='utf-8'?>
<Relationships xmlns="http://schemas.openxmlformats.org/package/2006/relationships"><Relationship Type="http://schemas.openxmlformats.org/officeDocument/2006/relationships/slideLayout" Target="/ppt/slideLayouts/slideLayout6.xml" Id="R47173e7d14d24b0e"/></Relationships>
</file>

<file path=ppt/slides/_rels/slide8.xml.rels><?xml version='1.0' encoding='utf-8'?>
<Relationships xmlns="http://schemas.openxmlformats.org/package/2006/relationships"><Relationship Type="http://schemas.openxmlformats.org/officeDocument/2006/relationships/slideLayout" Target="/ppt/slideLayouts/slideLayout6.xml" Id="R9a8553a4ba614d93"/></Relationships>
</file>

<file path=ppt/slides/_rels/slide9.xml.rels><?xml version='1.0' encoding='utf-8'?>
<Relationships xmlns="http://schemas.openxmlformats.org/package/2006/relationships"><Relationship Type="http://schemas.openxmlformats.org/officeDocument/2006/relationships/slideLayout" Target="/ppt/slideLayouts/slideLayout6.xml" Id="R9d6516f3fda14429"/></Relationships>
</file>

<file path=ppt/slides/_rels/slide10.xml.rels><?xml version='1.0' encoding='utf-8'?>
<Relationships xmlns="http://schemas.openxmlformats.org/package/2006/relationships"><Relationship Type="http://schemas.openxmlformats.org/officeDocument/2006/relationships/slideLayout" Target="/ppt/slideLayouts/slideLayout6.xml" Id="R2591505cbf294969"/></Relationships>
</file>

<file path=ppt/slides/_rels/slide11.xml.rels><?xml version='1.0' encoding='utf-8'?>
<Relationships xmlns="http://schemas.openxmlformats.org/package/2006/relationships"><Relationship Type="http://schemas.openxmlformats.org/officeDocument/2006/relationships/slideLayout" Target="/ppt/slideLayouts/slideLayout6.xml" Id="Reda12520fb164931"/></Relationships>
</file>

<file path=ppt/slides/_rels/slide12.xml.rels><?xml version='1.0' encoding='utf-8'?>
<Relationships xmlns="http://schemas.openxmlformats.org/package/2006/relationships"><Relationship Type="http://schemas.openxmlformats.org/officeDocument/2006/relationships/slideLayout" Target="/ppt/slideLayouts/slideLayout6.xml" Id="R384532ca716d4d6e"/></Relationships>
</file>

<file path=ppt/slides/_rels/slide13.xml.rels><?xml version='1.0' encoding='utf-8'?>
<Relationships xmlns="http://schemas.openxmlformats.org/package/2006/relationships"><Relationship Type="http://schemas.openxmlformats.org/officeDocument/2006/relationships/slideLayout" Target="/ppt/slideLayouts/slideLayout6.xml" Id="R0e0a390d8e3040f9"/></Relationships>
</file>

<file path=ppt/slides/_rels/slide14.xml.rels><?xml version='1.0' encoding='utf-8'?>
<Relationships xmlns="http://schemas.openxmlformats.org/package/2006/relationships"><Relationship Type="http://schemas.openxmlformats.org/officeDocument/2006/relationships/slideLayout" Target="/ppt/slideLayouts/slideLayout6.xml" Id="R7bb1482795ea4dd0"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B101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794F021-1B96-43D1-ACEF-888205919E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10096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350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CD34D"/>
                </a:solidFill>
                <a:latin typeface="Arial"/>
                <a:ea typeface="Arial"/>
                <a:cs typeface="Arial"/>
              </a:rPr>
              <a:t>USHTRIMET 5 · 15.10.2026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52C234D-636E-46CA-A3CF-C5301CEC29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10875" y="285750"/>
            <a:ext cx="952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350" b="0">
                <a:solidFill>
                  <a:srgbClr val="B7C5D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B7C5D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B7C5DB"/>
                </a:solidFill>
                <a:latin typeface="Arial"/>
                <a:ea typeface="Arial"/>
                <a:cs typeface="Arial"/>
              </a:rPr>
              <a:t>01 / 14</a:t>
            </a:r>
          </a:p>
        </p:txBody>
      </p:sp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4F8EB4E-8D10-4858-B468-A3F854F392FA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1de8a28ab07412a"/>
          <a:stretch xmlns:a="http://schemas.openxmlformats.org/drawingml/2006/main"/>
        </p:blipFill>
        <p:spPr>
          <a:xfrm xmlns:a="http://schemas.openxmlformats.org/drawingml/2006/main">
            <a:off x="10287000" y="935076"/>
            <a:ext cx="1333500" cy="263448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31F3A39-D41C-4330-9E17-7E57D76956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04875"/>
            <a:ext cx="95250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2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2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Sot shtojmë hyrjen dhe një ndryshim të lejuar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933FE87-0511-4E3F-A254-9C6B933D80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52625"/>
            <a:ext cx="10953750" cy="285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02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02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Vazhdo RideShare nga Java 4. Lista dhe detajet mbeten.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02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Në fund: hyn me GitHub, ndryshon udhëtimin tënd dhe provon refuzimin e veprimeve pa leje.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369DC9D-2763-499C-B45D-E56E8BDC90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34125"/>
            <a:ext cx="10953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350" b="0">
                <a:solidFill>
                  <a:srgbClr val="FCD3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FCD34D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FCD34D"/>
                </a:solidFill>
                <a:latin typeface="Arial"/>
                <a:ea typeface="Arial"/>
                <a:cs typeface="Arial"/>
              </a:rPr>
              <a:t>Në faqe: Fillo udhëzimin me kod →</a:t>
            </a:r>
          </a:p>
        </p:txBody>
      </p:sp>
    </p:spTree>
    <p:extLst>
      <p:ext uri="{BB962C8B-B14F-4D97-AF65-F5344CB8AC3E}">
        <p14:creationId xmlns:p14="http://schemas.microsoft.com/office/powerpoint/2010/main" val="1656946579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0B101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E693EB4-F3F5-4921-B795-B16503D283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10096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350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CD34D"/>
                </a:solidFill>
                <a:latin typeface="Arial"/>
                <a:ea typeface="Arial"/>
                <a:cs typeface="Arial"/>
              </a:rPr>
              <a:t>0–10 MIN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F0EC4F4-0141-4821-AE8F-4091268443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10875" y="285750"/>
            <a:ext cx="952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350" b="0">
                <a:solidFill>
                  <a:srgbClr val="B7C5D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B7C5D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B7C5DB"/>
                </a:solidFill>
                <a:latin typeface="Arial"/>
                <a:ea typeface="Arial"/>
                <a:cs typeface="Arial"/>
              </a:rPr>
              <a:t>02 / 14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9AEA9E5-64CD-4EF4-BE23-ED6D24AB62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04875"/>
            <a:ext cx="1095375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2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2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Pika e nisjes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22701C1-F351-4F43-A594-31D65DC259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52625"/>
            <a:ext cx="10953750" cy="285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02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02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Hap të njëjtin repository dhe npm run dev.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02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Duhet të shfaqen tri kartat që lexojnë nga Neon.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02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Shkarko java-05.md pranë README, jashtë aplikacioni/.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DC255CA-9C3D-41A0-9164-DEF510FBBB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0"/>
            <a:ext cx="109537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950" b="0">
                <a:solidFill>
                  <a:srgbClr val="FCD3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950" b="0">
                <a:solidFill>
                  <a:srgbClr val="FCD34D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FCD34D"/>
                </a:solidFill>
                <a:latin typeface="Arial"/>
                <a:ea typeface="Arial"/>
                <a:cs typeface="Arial"/>
              </a:rPr>
              <a:t>□ Java 4 punon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950" b="0">
                <a:solidFill>
                  <a:srgbClr val="FCD34D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FCD34D"/>
                </a:solidFill>
                <a:latin typeface="Arial"/>
                <a:ea typeface="Arial"/>
                <a:cs typeface="Arial"/>
              </a:rPr>
              <a:t>□ Kam GitHub dhe Neon SQL Editor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950" b="0">
                <a:solidFill>
                  <a:srgbClr val="FCD34D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FCD34D"/>
                </a:solidFill>
                <a:latin typeface="Arial"/>
                <a:ea typeface="Arial"/>
                <a:cs typeface="Arial"/>
              </a:rPr>
              <a:t>□ Raporti java-05.md është gati</a:t>
            </a:r>
          </a:p>
        </p:txBody>
      </p:sp>
    </p:spTree>
    <p:extLst>
      <p:ext uri="{BB962C8B-B14F-4D97-AF65-F5344CB8AC3E}">
        <p14:creationId xmlns:p14="http://schemas.microsoft.com/office/powerpoint/2010/main" val="1031085638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B101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089D998-60AA-418E-A6E8-78D52E4F52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10096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350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CD34D"/>
                </a:solidFill>
                <a:latin typeface="Arial"/>
                <a:ea typeface="Arial"/>
                <a:cs typeface="Arial"/>
              </a:rPr>
              <a:t>REZULTATI I SOTËM · 90 MINUTA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E43CD95-1449-4BD9-8D26-09891FF54B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10875" y="285750"/>
            <a:ext cx="952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350" b="0">
                <a:solidFill>
                  <a:srgbClr val="B7C5D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B7C5D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B7C5DB"/>
                </a:solidFill>
                <a:latin typeface="Arial"/>
                <a:ea typeface="Arial"/>
                <a:cs typeface="Arial"/>
              </a:rPr>
              <a:t>03 / 14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118BD41-131E-4B3C-878F-1632A444C2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04875"/>
            <a:ext cx="1095375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2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2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Harta e ushtrimeve: nga hyrja te dorëzimi</a:t>
            </a:r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651F743-14C7-4460-A810-B679F877525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044a7571956446b"/>
          <a:stretch xmlns:a="http://schemas.openxmlformats.org/drawingml/2006/main"/>
        </p:blipFill>
        <p:spPr>
          <a:xfrm xmlns:a="http://schemas.openxmlformats.org/drawingml/2006/main">
            <a:off x="695587" y="1762125"/>
            <a:ext cx="10800826" cy="400050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5C5B0A6-49FC-4C4F-8BF2-FC91F8C04A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57875"/>
            <a:ext cx="109537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Hyr me GitHub, ndrysho orën e ID 2 dhe provo refuzimin për ID 1.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650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Next.js punon lokalisht. Në fund dërgon kodin dhe raportin në repository-n tënd.</a:t>
            </a:r>
          </a:p>
        </p:txBody>
      </p:sp>
    </p:spTree>
    <p:extLst>
      <p:ext uri="{BB962C8B-B14F-4D97-AF65-F5344CB8AC3E}">
        <p14:creationId xmlns:p14="http://schemas.microsoft.com/office/powerpoint/2010/main" val="2053387850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0B101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5F72E11-ED0B-4B61-BB10-1ACC7F9FDE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10096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350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CD34D"/>
                </a:solidFill>
                <a:latin typeface="Arial"/>
                <a:ea typeface="Arial"/>
                <a:cs typeface="Arial"/>
              </a:rPr>
              <a:t>ORGANIZIMI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3348F9D-1BB7-4266-98C5-6156F6FB85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10875" y="285750"/>
            <a:ext cx="952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350" b="0">
                <a:solidFill>
                  <a:srgbClr val="B7C5D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B7C5D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B7C5DB"/>
                </a:solidFill>
                <a:latin typeface="Arial"/>
                <a:ea typeface="Arial"/>
                <a:cs typeface="Arial"/>
              </a:rPr>
              <a:t>04 / 14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CC12AAD-C033-4F2F-B6DF-F8253EC81C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04875"/>
            <a:ext cx="1095375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2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2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Plani i 90 minutave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B84B66A-5B6D-4C35-9D3C-26D62C7E22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52625"/>
            <a:ext cx="10953750" cy="285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02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02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0–10: kontrolli. 10–25: OAuth App dhe variablat lokale.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02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25–45: SQL dhe kodi. 45–55: hyrja dhe caktimi i rolit.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02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55–70: provat + Push. 70–90: dorëzim dhe përgjigjja.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D197FF6-F655-4AC2-A264-EA60E4A7EA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33875"/>
            <a:ext cx="2559844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950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950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FCD34D"/>
                </a:solidFill>
                <a:latin typeface="Arial"/>
                <a:ea typeface="Arial"/>
                <a:cs typeface="Arial"/>
              </a:rPr>
              <a:t>Përgatitu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9484AC4-F56B-4F60-B50E-294D968F9B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9444" y="4476750"/>
            <a:ext cx="2381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75" b="0">
                <a:solidFill>
                  <a:srgbClr val="FCD3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FCD34D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FCD34D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FF1E302-3F3F-4463-9CD5-2CC9A0E065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7569" y="4333875"/>
            <a:ext cx="2559844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950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950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FCD34D"/>
                </a:solidFill>
                <a:latin typeface="Arial"/>
                <a:ea typeface="Arial"/>
                <a:cs typeface="Arial"/>
              </a:rPr>
              <a:t>Lidh hyrjen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53444B8-73BB-42A7-BF62-BD7B43BA32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7413" y="4476750"/>
            <a:ext cx="2381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75" b="0">
                <a:solidFill>
                  <a:srgbClr val="FCD3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FCD34D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FCD34D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8D04CAD-1756-406C-9A65-0E966F16D9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5538" y="4333875"/>
            <a:ext cx="2559844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950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950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FCD34D"/>
                </a:solidFill>
                <a:latin typeface="Arial"/>
                <a:ea typeface="Arial"/>
                <a:cs typeface="Arial"/>
              </a:rPr>
              <a:t>Provo lejet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049F9BE-6B5E-4B1E-9521-A31136697D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5381" y="4476750"/>
            <a:ext cx="2381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75" b="0">
                <a:solidFill>
                  <a:srgbClr val="FCD3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FCD34D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FCD34D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02E074E-8A8C-470D-AB85-5609F84A58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03506" y="4333875"/>
            <a:ext cx="2559844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950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950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FCD34D"/>
                </a:solidFill>
                <a:latin typeface="Arial"/>
                <a:ea typeface="Arial"/>
                <a:cs typeface="Arial"/>
              </a:rPr>
              <a:t>Dorëzo</a:t>
            </a:r>
          </a:p>
        </p:txBody>
      </p:sp>
    </p:spTree>
    <p:extLst>
      <p:ext uri="{BB962C8B-B14F-4D97-AF65-F5344CB8AC3E}">
        <p14:creationId xmlns:p14="http://schemas.microsoft.com/office/powerpoint/2010/main" val="1576359989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0B101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7AAF91E-295F-4742-B889-9E779A98D5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10096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350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CD34D"/>
                </a:solidFill>
                <a:latin typeface="Arial"/>
                <a:ea typeface="Arial"/>
                <a:cs typeface="Arial"/>
              </a:rPr>
              <a:t>10–25 MIN · KONFIGURIMI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8080C2D-9C1D-46FE-BE9C-73C59092DF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10875" y="285750"/>
            <a:ext cx="952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350" b="0">
                <a:solidFill>
                  <a:srgbClr val="B7C5D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B7C5D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B7C5DB"/>
                </a:solidFill>
                <a:latin typeface="Arial"/>
                <a:ea typeface="Arial"/>
                <a:cs typeface="Arial"/>
              </a:rPr>
              <a:t>05 / 14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BE92026-999D-432D-99C7-9F0B3DF3D8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04875"/>
            <a:ext cx="1095375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2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2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OAuth App në GitHub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FFA111D-E7F5-4B2D-BD24-836DEE6951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52625"/>
            <a:ext cx="10953750" cy="285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02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02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GitHub Settings → Developer settings → OAuth Apps → New OAuth App.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02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Homepage: http://localhost:3000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02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Callback: http://localhost:3000/api/auth/callback/github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02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Kopjo Client ID dhe gjenero Client secret. Këto nuk janë emaili ose emri yt.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DF84C29-D2EC-4E32-A29C-610955F603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34125"/>
            <a:ext cx="10953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350" b="0">
                <a:solidFill>
                  <a:srgbClr val="FCD3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FCD34D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FCD34D"/>
                </a:solidFill>
                <a:latin typeface="Arial"/>
                <a:ea typeface="Arial"/>
                <a:cs typeface="Arial"/>
              </a:rPr>
              <a:t>Në faqe: Hap udhëzimin e konfigurimit →</a:t>
            </a:r>
          </a:p>
        </p:txBody>
      </p:sp>
    </p:spTree>
    <p:extLst>
      <p:ext uri="{BB962C8B-B14F-4D97-AF65-F5344CB8AC3E}">
        <p14:creationId xmlns:p14="http://schemas.microsoft.com/office/powerpoint/2010/main" val="807417135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0B101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2B2E142-17A6-4C05-BB41-002D4AF52D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10096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350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CD34D"/>
                </a:solidFill>
                <a:latin typeface="Arial"/>
                <a:ea typeface="Arial"/>
                <a:cs typeface="Arial"/>
              </a:rPr>
              <a:t>BRENDA 10–25 MIN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A095E35-BA99-4903-A790-EF407A33ED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10875" y="285750"/>
            <a:ext cx="952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350" b="0">
                <a:solidFill>
                  <a:srgbClr val="B7C5D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B7C5D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B7C5DB"/>
                </a:solidFill>
                <a:latin typeface="Arial"/>
                <a:ea typeface="Arial"/>
                <a:cs typeface="Arial"/>
              </a:rPr>
              <a:t>06 / 14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1D14C8F-C40F-4D82-B890-8952DA6E3D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04875"/>
            <a:ext cx="1095375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2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2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Variablat mbeten lokale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8E1DA8E-B517-4106-9517-F0211C8854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52625"/>
            <a:ext cx="10953750" cy="285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02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02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Shto GITHUB_ID, GITHUB_SECRET, NEXTAUTH_SECRET dhe NEXTAUTH_URL në .env.local.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02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DATABASE_URL e Javës 4 mbetet. Gjenero sekretin e sesionit me komandën në udhëzim.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02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Instalo next-auth@4.24.15. Rinis serverin pas konfigurimit.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47EFB9F-0870-4BF9-9E0E-A29ACE81B5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34125"/>
            <a:ext cx="10953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350" b="0">
                <a:solidFill>
                  <a:srgbClr val="FCD3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FCD34D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FCD34D"/>
                </a:solidFill>
                <a:latin typeface="Arial"/>
                <a:ea typeface="Arial"/>
                <a:cs typeface="Arial"/>
              </a:rPr>
              <a:t>Në faqe: Hap komandat dhe shembullin →</a:t>
            </a:r>
          </a:p>
        </p:txBody>
      </p:sp>
    </p:spTree>
    <p:extLst>
      <p:ext uri="{BB962C8B-B14F-4D97-AF65-F5344CB8AC3E}">
        <p14:creationId xmlns:p14="http://schemas.microsoft.com/office/powerpoint/2010/main" val="1343199611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0B101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E92E36D-67B4-4902-8371-B563AA19A1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10096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350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CD34D"/>
                </a:solidFill>
                <a:latin typeface="Arial"/>
                <a:ea typeface="Arial"/>
                <a:cs typeface="Arial"/>
              </a:rPr>
              <a:t>25–45 MIN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A69DA12-4DCD-4894-8267-D68368F4B9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10875" y="285750"/>
            <a:ext cx="952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350" b="0">
                <a:solidFill>
                  <a:srgbClr val="B7C5D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B7C5D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B7C5DB"/>
                </a:solidFill>
                <a:latin typeface="Arial"/>
                <a:ea typeface="Arial"/>
                <a:cs typeface="Arial"/>
              </a:rPr>
              <a:t>07 / 14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A2C6184-6A82-4F8B-9B1F-521A5BAA77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04875"/>
            <a:ext cx="1095375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2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2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SQL dhe skedarët me radhë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A25F01C-0379-4701-A222-05260D949A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52625"/>
            <a:ext cx="10953750" cy="285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02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02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Ekzekuto schema-java05.sql në të njëjtën databazë Neon.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02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Kopjo A → G sipas emrit të skedarit. Kodi i listës shton vetëm hyrjen për panelin.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02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Komponenti i kartës, db.ts dhe udhetimet.ts mbeten nga Java 4.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1C16E4D-DD5D-44CA-BBAC-64A9E10764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34125"/>
            <a:ext cx="10953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350" b="0">
                <a:solidFill>
                  <a:srgbClr val="FCD3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FCD34D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FCD34D"/>
                </a:solidFill>
                <a:latin typeface="Arial"/>
                <a:ea typeface="Arial"/>
                <a:cs typeface="Arial"/>
              </a:rPr>
              <a:t>Në faqe: Hap skedarët për kopjim →</a:t>
            </a:r>
          </a:p>
        </p:txBody>
      </p:sp>
    </p:spTree>
    <p:extLst>
      <p:ext uri="{BB962C8B-B14F-4D97-AF65-F5344CB8AC3E}">
        <p14:creationId xmlns:p14="http://schemas.microsoft.com/office/powerpoint/2010/main" val="1006145719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0B101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D3122E3-80F2-44DF-B917-889B5C4E40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10096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350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CD34D"/>
                </a:solidFill>
                <a:latin typeface="Arial"/>
                <a:ea typeface="Arial"/>
                <a:cs typeface="Arial"/>
              </a:rPr>
              <a:t>45–50 MIN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26E51E8-0EAC-434A-AAE2-35B59D213D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10875" y="285750"/>
            <a:ext cx="952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350" b="0">
                <a:solidFill>
                  <a:srgbClr val="B7C5D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B7C5D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B7C5DB"/>
                </a:solidFill>
                <a:latin typeface="Arial"/>
                <a:ea typeface="Arial"/>
                <a:cs typeface="Arial"/>
              </a:rPr>
              <a:t>08 / 14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C2FDB2E-64EC-4C01-BE7A-3107AD5225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04875"/>
            <a:ext cx="1095375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2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2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Hyrja e parë është si udhëtar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AAB5CB1-ECA7-4158-BB69-807ADE0B36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52625"/>
            <a:ext cx="10953750" cy="285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02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02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Hap /panel → Hyr me GitHub. Duhet të shfaqet emri, ID dhe roli udhetar.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02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Rifresko: sesioni duhet të mbetet.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02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Mos krijo llogari të re dhe mos përdor kredencialet e profesorit.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4A9FF52-2F40-4C8F-8B67-72B757D2D7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86375"/>
            <a:ext cx="10953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725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725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FCD34D"/>
                </a:solidFill>
                <a:latin typeface="Arial"/>
                <a:ea typeface="Arial"/>
                <a:cs typeface="Arial"/>
              </a:rPr>
              <a:t>Pse hyrja e parë të jep rolin udhëtar?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C25C2E4-A71D-4C4F-92CF-E81E9CF953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15000"/>
            <a:ext cx="109537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575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B8EDDB"/>
                </a:solidFill>
                <a:latin typeface="Arial"/>
                <a:ea typeface="Arial"/>
                <a:cs typeface="Arial"/>
              </a:rPr>
              <a:t>Përgjigjja: Roli fillestar është udhetar sepse është leja më e vogël e nevojshme.</a:t>
            </a:r>
          </a:p>
        </p:txBody>
      </p:sp>
    </p:spTree>
    <p:extLst>
      <p:ext uri="{BB962C8B-B14F-4D97-AF65-F5344CB8AC3E}">
        <p14:creationId xmlns:p14="http://schemas.microsoft.com/office/powerpoint/2010/main" val="1623445013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0B101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EAACF28-D1B2-4F6F-8B1C-2A0C1B70A3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10096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350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CD34D"/>
                </a:solidFill>
                <a:latin typeface="Arial"/>
                <a:ea typeface="Arial"/>
                <a:cs typeface="Arial"/>
              </a:rPr>
              <a:t>50–55 MIN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DFB48AB-5ACD-4803-8D2A-0FC3759468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10875" y="285750"/>
            <a:ext cx="952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350" b="0">
                <a:solidFill>
                  <a:srgbClr val="B7C5D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B7C5D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B7C5DB"/>
                </a:solidFill>
                <a:latin typeface="Arial"/>
                <a:ea typeface="Arial"/>
                <a:cs typeface="Arial"/>
              </a:rPr>
              <a:t>09 / 14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DA3E4A2-7F87-482F-9624-48EC79B455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04875"/>
            <a:ext cx="1095375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2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2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Cakto pronarin vetëm nga SQL Editor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5FE4E03-4983-4526-9238-94168557A1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52625"/>
            <a:ext cx="10953750" cy="285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02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02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Kopjo ID-në tënde nga paneli në dy komandat e udhëzimit.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02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Në databazën tënde cakto veten shofer dhe pronar të ID 2.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02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Rifresko panelin: shfaqet formulari. ID 1 ka pronar tjetër fiktiv.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631ECBE-2A70-4C9F-ABAE-1AB87F4053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34125"/>
            <a:ext cx="10953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350" b="0">
                <a:solidFill>
                  <a:srgbClr val="FCD3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FCD34D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FCD34D"/>
                </a:solidFill>
                <a:latin typeface="Arial"/>
                <a:ea typeface="Arial"/>
                <a:cs typeface="Arial"/>
              </a:rPr>
              <a:t>Në faqe: Hap komandat e caktimit →</a:t>
            </a:r>
          </a:p>
        </p:txBody>
      </p:sp>
    </p:spTree>
    <p:extLst>
      <p:ext uri="{BB962C8B-B14F-4D97-AF65-F5344CB8AC3E}">
        <p14:creationId xmlns:p14="http://schemas.microsoft.com/office/powerpoint/2010/main" val="1182432569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0B101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1E0E2FD-F101-4EE5-B1A0-C08BB686CD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10096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350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CD34D"/>
                </a:solidFill>
                <a:latin typeface="Arial"/>
                <a:ea typeface="Arial"/>
                <a:cs typeface="Arial"/>
              </a:rPr>
              <a:t>55–70 MIN · PROVAT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4F6E657-7CDF-48D0-8D69-62306C0492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10875" y="285750"/>
            <a:ext cx="952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350" b="0">
                <a:solidFill>
                  <a:srgbClr val="B7C5D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B7C5D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B7C5DB"/>
                </a:solidFill>
                <a:latin typeface="Arial"/>
                <a:ea typeface="Arial"/>
                <a:cs typeface="Arial"/>
              </a:rPr>
              <a:t>10 / 14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90468E2-0989-4762-A845-1DBAF92E38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04875"/>
            <a:ext cx="1095375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2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2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Prova 1: hyrja dhe dalja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826F17D-C0D0-480F-9202-B84A46D8FF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52625"/>
            <a:ext cx="10953750" cy="285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02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02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Hap panelin pa hyrë. Hyr me GitHub, rifresko dhe shiko emrin.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02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Hape panelin edhe në një skedë tjetër. Dil në të parën.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02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Rifresko të dytën: duhet të kërkojë hyrje. Shkruaj rezultatin në raport.</a:t>
            </a:r>
          </a:p>
        </p:txBody>
      </p:sp>
    </p:spTree>
    <p:extLst>
      <p:ext uri="{BB962C8B-B14F-4D97-AF65-F5344CB8AC3E}">
        <p14:creationId xmlns:p14="http://schemas.microsoft.com/office/powerpoint/2010/main" val="1770433437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0B101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A499BF1-E453-43CA-A697-FC3122CE69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10096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350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CD34D"/>
                </a:solidFill>
                <a:latin typeface="Arial"/>
                <a:ea typeface="Arial"/>
                <a:cs typeface="Arial"/>
              </a:rPr>
              <a:t>55–70 MIN · PROVAT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C0FAC7E-AFA9-4E38-90FB-8EF2D7E2C8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10875" y="285750"/>
            <a:ext cx="952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350" b="0">
                <a:solidFill>
                  <a:srgbClr val="B7C5D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B7C5D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B7C5DB"/>
                </a:solidFill>
                <a:latin typeface="Arial"/>
                <a:ea typeface="Arial"/>
                <a:cs typeface="Arial"/>
              </a:rPr>
              <a:t>11 / 14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3DDF96C-A81D-4E34-ADDA-D663DA59F1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04875"/>
            <a:ext cx="1095375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2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2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Prova 2: ruajtja e lejuar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E880724-3684-4844-AE85-E5824C8481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52625"/>
            <a:ext cx="10953750" cy="285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02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02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Si shofer i ID 2 ruaj 08:25.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02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Kontrollo suksesin, listën, detajet dhe rreshtin në Neon.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02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Rikthe 08:15; shkruaj rezultatet reale.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B2A0407-0170-4915-A7D8-5117C50D70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33875"/>
            <a:ext cx="2559844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950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950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FCD34D"/>
                </a:solidFill>
                <a:latin typeface="Arial"/>
                <a:ea typeface="Arial"/>
                <a:cs typeface="Arial"/>
              </a:rPr>
              <a:t>Formulari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00CDF12-A036-4E49-A30B-0EB65D021C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9444" y="4476750"/>
            <a:ext cx="2381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75" b="0">
                <a:solidFill>
                  <a:srgbClr val="FCD3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FCD34D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FCD34D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44D50B3-5D05-44D3-A1EA-0A43852362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7569" y="4333875"/>
            <a:ext cx="2559844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950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950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FCD34D"/>
                </a:solidFill>
                <a:latin typeface="Arial"/>
                <a:ea typeface="Arial"/>
                <a:cs typeface="Arial"/>
              </a:rPr>
              <a:t>Kontrolli në server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4938F93-4EA0-4274-A4E4-5D2381FD6E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7413" y="4476750"/>
            <a:ext cx="2381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75" b="0">
                <a:solidFill>
                  <a:srgbClr val="FCD3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FCD34D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FCD34D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9F8F21C-667B-4B51-A35C-E8B37C17B1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5538" y="4333875"/>
            <a:ext cx="2559844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950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950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FCD34D"/>
                </a:solidFill>
                <a:latin typeface="Arial"/>
                <a:ea typeface="Arial"/>
                <a:cs typeface="Arial"/>
              </a:rPr>
              <a:t>UPDATE me pronar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D283B51-607D-4902-9E6F-AAC7DBC5CC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5381" y="4476750"/>
            <a:ext cx="2381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75" b="0">
                <a:solidFill>
                  <a:srgbClr val="FCD3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FCD34D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FCD34D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7329553-DEC9-432F-B0F3-ECD5357271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03506" y="4333875"/>
            <a:ext cx="2559844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950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950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FCD34D"/>
                </a:solidFill>
                <a:latin typeface="Arial"/>
                <a:ea typeface="Arial"/>
                <a:cs typeface="Arial"/>
              </a:rPr>
              <a:t>Lista + detajet</a:t>
            </a:r>
          </a:p>
        </p:txBody>
      </p:sp>
    </p:spTree>
    <p:extLst>
      <p:ext uri="{BB962C8B-B14F-4D97-AF65-F5344CB8AC3E}">
        <p14:creationId xmlns:p14="http://schemas.microsoft.com/office/powerpoint/2010/main" val="1498309100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0B101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98A7E68-ABB5-420B-ADAE-ACB761194C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10096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350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CD34D"/>
                </a:solidFill>
                <a:latin typeface="Arial"/>
                <a:ea typeface="Arial"/>
                <a:cs typeface="Arial"/>
              </a:rPr>
              <a:t>55–70 MIN · PROVAT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6201A4F-08CB-40DD-A6F8-9489F2467A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10875" y="285750"/>
            <a:ext cx="952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350" b="0">
                <a:solidFill>
                  <a:srgbClr val="B7C5D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B7C5D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B7C5DB"/>
                </a:solidFill>
                <a:latin typeface="Arial"/>
                <a:ea typeface="Arial"/>
                <a:cs typeface="Arial"/>
              </a:rPr>
              <a:t>12 / 14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505B000-1839-41DD-ACE6-C484545218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04875"/>
            <a:ext cx="1095375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2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2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Prova 3: refuzimi i veprimit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CA45031-12B0-419B-B221-F82FE2AFCC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52625"/>
            <a:ext cx="10953750" cy="285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02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02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DevTools → Elements: input name="id", value="2" → ndrysho në "1".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02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Ruaj: duhet refuzim; ora e ID 1 në Neon nuk ndryshon.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02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Provo edhe formularin e hapur para heqjes së rolit ose para daljes.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401226D-1B70-459C-AD8C-F507153F1E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86375"/>
            <a:ext cx="10953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725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725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FCD34D"/>
                </a:solidFill>
                <a:latin typeface="Arial"/>
                <a:ea typeface="Arial"/>
                <a:cs typeface="Arial"/>
              </a:rPr>
              <a:t>Pse serveri duhet ta kontrollojë sërish edhe formularin e vjetër?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325513E-7D6C-414F-836C-0E342CD3D1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15000"/>
            <a:ext cx="109537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575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B8EDDB"/>
                </a:solidFill>
                <a:latin typeface="Arial"/>
                <a:ea typeface="Arial"/>
                <a:cs typeface="Arial"/>
              </a:rPr>
              <a:t>Përgjigjja: Edhe formulari i vjetër kalon në server. Sesioni, roli dhe pronari kontrollohen sërish.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CFB11AB-AFE4-49BB-BCD0-DE5AE4EBD6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34125"/>
            <a:ext cx="10953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350" b="0">
                <a:solidFill>
                  <a:srgbClr val="FCD3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FCD34D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FCD34D"/>
                </a:solidFill>
                <a:latin typeface="Arial"/>
                <a:ea typeface="Arial"/>
                <a:cs typeface="Arial"/>
              </a:rPr>
              <a:t>Në faqe: Hap provat e shpjeguara hap pas hapi →</a:t>
            </a:r>
          </a:p>
        </p:txBody>
      </p:sp>
    </p:spTree>
    <p:extLst>
      <p:ext uri="{BB962C8B-B14F-4D97-AF65-F5344CB8AC3E}">
        <p14:creationId xmlns:p14="http://schemas.microsoft.com/office/powerpoint/2010/main" val="597046566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0B101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ACF3F09-159F-4FA2-8B67-0C98E3972B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10096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350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CD34D"/>
                </a:solidFill>
                <a:latin typeface="Arial"/>
                <a:ea typeface="Arial"/>
                <a:cs typeface="Arial"/>
              </a:rPr>
              <a:t>70–90 MIN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B197A31-D3FD-49DC-B92A-083BB9A3EC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10875" y="285750"/>
            <a:ext cx="952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350" b="0">
                <a:solidFill>
                  <a:srgbClr val="B7C5D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B7C5D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B7C5DB"/>
                </a:solidFill>
                <a:latin typeface="Arial"/>
                <a:ea typeface="Arial"/>
                <a:cs typeface="Arial"/>
              </a:rPr>
              <a:t>13 / 14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5DB3FB7-3951-484E-8328-B46DD509AA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04875"/>
            <a:ext cx="1095375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2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2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Ruaj, dorëzo dhe korrigjo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D42AA4D-2081-4C0F-9FFB-98C810B209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52625"/>
            <a:ext cx="10953750" cy="285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02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02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GitHub Desktop → Commit → Push origin. .env.local nuk shfaqet te ndryshimet.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02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Dorëzo Java 5 me linkun e të njëjtit repository publik.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02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Lexo 5 kontrollet teknike. Pas korrigjimit komento rikontrollo te i njëjti Issue.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F7870A6-AF12-44DC-9282-968BFAB80E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34125"/>
            <a:ext cx="10953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350" b="0">
                <a:solidFill>
                  <a:srgbClr val="FCD3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FCD34D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FCD34D"/>
                </a:solidFill>
                <a:latin typeface="Arial"/>
                <a:ea typeface="Arial"/>
                <a:cs typeface="Arial"/>
              </a:rPr>
              <a:t>Në faqe: Hap dorëzimin dhe kontrollin →</a:t>
            </a:r>
          </a:p>
        </p:txBody>
      </p:sp>
    </p:spTree>
    <p:extLst>
      <p:ext uri="{BB962C8B-B14F-4D97-AF65-F5344CB8AC3E}">
        <p14:creationId xmlns:p14="http://schemas.microsoft.com/office/powerpoint/2010/main" val="1527759682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0B101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5AF5203-A38B-4091-9F29-447E3B79A0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10096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350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CD34D"/>
                </a:solidFill>
                <a:latin typeface="Arial"/>
                <a:ea typeface="Arial"/>
                <a:cs typeface="Arial"/>
              </a:rPr>
              <a:t>MBYLLJA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C610351-03A3-4A3A-A73C-49E4300F7F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10875" y="285750"/>
            <a:ext cx="952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350" b="0">
                <a:solidFill>
                  <a:srgbClr val="B7C5D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B7C5D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B7C5DB"/>
                </a:solidFill>
                <a:latin typeface="Arial"/>
                <a:ea typeface="Arial"/>
                <a:cs typeface="Arial"/>
              </a:rPr>
              <a:t>14 / 14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7E2EA0B-7A8D-45A8-A8C1-3A81AC891E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04875"/>
            <a:ext cx="1095375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2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2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Shpjego çfarë provove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AEB98A7-DC6E-4429-98E2-2762F0E193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52625"/>
            <a:ext cx="10953750" cy="285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02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02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Tregoji kolegut një ruajtje të lejuar dhe një të refuzuar.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02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Kush je? Çfarë roli ke? Cilit përdorues i përket udhëtimi?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02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Kërkesa për vend mbetet simulim. Sot provohet hyrja dhe ndryshimi i orës.</a:t>
            </a:r>
          </a:p>
        </p:txBody>
      </p:sp>
    </p:spTree>
    <p:extLst>
      <p:ext uri="{BB962C8B-B14F-4D97-AF65-F5344CB8AC3E}">
        <p14:creationId xmlns:p14="http://schemas.microsoft.com/office/powerpoint/2010/main" val="1344983120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2026-10-15T11:06:21.9450000Z</dcterms:created>
  <dcterms:modified xsi:type="dcterms:W3CDTF">2026-10-15T11:06:21.9450000Z</dcterms:modified>
</coreProperties>
</file>