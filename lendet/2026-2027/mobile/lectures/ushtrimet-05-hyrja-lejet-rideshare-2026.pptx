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3ecc327e8fb448f"/><Relationship Type="http://schemas.openxmlformats.org/officeDocument/2006/relationships/extended-properties" Target="/docProps/app.xml" Id="Reeb985de0be14172"/><Relationship Type="http://schemas.openxmlformats.org/officeDocument/2006/relationships/officeDocument" Target="/ppt/presentation.xml" Id="R95f2abdb361744b5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66b02255194aea"/>
  </p:sldMasterIdLst>
  <p:sldIdLst>
    <p:sldId xmlns:r="http://schemas.openxmlformats.org/officeDocument/2006/relationships" id="256" r:id="R1b20da40edea44ab"/>
    <p:sldId xmlns:r="http://schemas.openxmlformats.org/officeDocument/2006/relationships" id="257" r:id="R4c090a247779474d"/>
    <p:sldId xmlns:r="http://schemas.openxmlformats.org/officeDocument/2006/relationships" id="258" r:id="R3bd8a4cb691341a6"/>
    <p:sldId xmlns:r="http://schemas.openxmlformats.org/officeDocument/2006/relationships" id="259" r:id="R60119af0b896410c"/>
    <p:sldId xmlns:r="http://schemas.openxmlformats.org/officeDocument/2006/relationships" id="260" r:id="R09aa9093f8c24298"/>
    <p:sldId xmlns:r="http://schemas.openxmlformats.org/officeDocument/2006/relationships" id="261" r:id="Rfefb05a32f694ba4"/>
    <p:sldId xmlns:r="http://schemas.openxmlformats.org/officeDocument/2006/relationships" id="262" r:id="R97791090a1404f78"/>
    <p:sldId xmlns:r="http://schemas.openxmlformats.org/officeDocument/2006/relationships" id="263" r:id="Rd8a03ff7ba794e61"/>
    <p:sldId xmlns:r="http://schemas.openxmlformats.org/officeDocument/2006/relationships" id="264" r:id="R7eca6836da344194"/>
    <p:sldId xmlns:r="http://schemas.openxmlformats.org/officeDocument/2006/relationships" id="265" r:id="R3cc5edc04346428e"/>
    <p:sldId xmlns:r="http://schemas.openxmlformats.org/officeDocument/2006/relationships" id="266" r:id="R87c343f8efc44c4f"/>
    <p:sldId xmlns:r="http://schemas.openxmlformats.org/officeDocument/2006/relationships" id="267" r:id="R76dca971aa514146"/>
    <p:sldId xmlns:r="http://schemas.openxmlformats.org/officeDocument/2006/relationships" id="268" r:id="R49e0b4f8e9164c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d4b6ab1043a544c0"/><Relationship Type="http://schemas.openxmlformats.org/officeDocument/2006/relationships/slideMaster" Target="/ppt/slideMasters/slideMaster1.xml" Id="Ra266b02255194aea"/><Relationship Type="http://schemas.openxmlformats.org/officeDocument/2006/relationships/presProps" Target="/ppt/presProps.xml" Id="Raeae42b19f9e44b6"/><Relationship Type="http://schemas.openxmlformats.org/officeDocument/2006/relationships/tableStyles" Target="/ppt/tableStyles.xml" Id="Re5f182871b55478a"/><Relationship Type="http://schemas.openxmlformats.org/officeDocument/2006/relationships/slide" Target="/ppt/slides/slide1.xml" Id="R1b20da40edea44ab"/><Relationship Type="http://schemas.openxmlformats.org/officeDocument/2006/relationships/slide" Target="/ppt/slides/slide2.xml" Id="R4c090a247779474d"/><Relationship Type="http://schemas.openxmlformats.org/officeDocument/2006/relationships/slide" Target="/ppt/slides/slide3.xml" Id="R3bd8a4cb691341a6"/><Relationship Type="http://schemas.openxmlformats.org/officeDocument/2006/relationships/slide" Target="/ppt/slides/slide4.xml" Id="R60119af0b896410c"/><Relationship Type="http://schemas.openxmlformats.org/officeDocument/2006/relationships/slide" Target="/ppt/slides/slide5.xml" Id="R09aa9093f8c24298"/><Relationship Type="http://schemas.openxmlformats.org/officeDocument/2006/relationships/slide" Target="/ppt/slides/slide6.xml" Id="Rfefb05a32f694ba4"/><Relationship Type="http://schemas.openxmlformats.org/officeDocument/2006/relationships/slide" Target="/ppt/slides/slide7.xml" Id="R97791090a1404f78"/><Relationship Type="http://schemas.openxmlformats.org/officeDocument/2006/relationships/slide" Target="/ppt/slides/slide8.xml" Id="Rd8a03ff7ba794e61"/><Relationship Type="http://schemas.openxmlformats.org/officeDocument/2006/relationships/slide" Target="/ppt/slides/slide9.xml" Id="R7eca6836da344194"/><Relationship Type="http://schemas.openxmlformats.org/officeDocument/2006/relationships/slide" Target="/ppt/slides/slide10.xml" Id="R3cc5edc04346428e"/><Relationship Type="http://schemas.openxmlformats.org/officeDocument/2006/relationships/slide" Target="/ppt/slides/slide11.xml" Id="R87c343f8efc44c4f"/><Relationship Type="http://schemas.openxmlformats.org/officeDocument/2006/relationships/slide" Target="/ppt/slides/slide12.xml" Id="R76dca971aa514146"/><Relationship Type="http://schemas.openxmlformats.org/officeDocument/2006/relationships/slide" Target="/ppt/slides/slide13.xml" Id="R49e0b4f8e9164cfc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f4147f265a44a3c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a2473a009d74e65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9069c8ce94b4ca6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844491835ff41ef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589c10e4307473f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031b42ee7774564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D90FD7-9BFF-4D66-B76D-1DA67F3062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6F3A1D3-8310-4029-9ACA-24D596D4C2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D5709F-B9DE-4AAE-AAE6-8D865CBCBE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C39CE8-95B5-430F-B67B-1DC0F51C4F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431F51-050E-4221-ACE0-E03B728BA1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89576B1-21F1-4952-B8CF-130666D13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F99C5A-3801-4BE7-87A7-34CEA45375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182CC3F-AA06-49A8-B0C0-1EF0F221670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D38A6C-F293-4B59-A4D8-9F602E012F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636591-88C4-4F17-9ABC-BE0604361D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e42950e35cc948dd"/><Relationship Type="http://schemas.openxmlformats.org/officeDocument/2006/relationships/slideLayout" Target="/ppt/slideLayouts/slideLayout1.xml" Id="R9337798ea5ec4d91"/><Relationship Type="http://schemas.openxmlformats.org/officeDocument/2006/relationships/slideLayout" Target="/ppt/slideLayouts/slideLayout2.xml" Id="R616755b9bd6143bc"/><Relationship Type="http://schemas.openxmlformats.org/officeDocument/2006/relationships/slideLayout" Target="/ppt/slideLayouts/slideLayout3.xml" Id="R56c3a76527084cf2"/><Relationship Type="http://schemas.openxmlformats.org/officeDocument/2006/relationships/slideLayout" Target="/ppt/slideLayouts/slideLayout4.xml" Id="Rc1c4164200284a35"/><Relationship Type="http://schemas.openxmlformats.org/officeDocument/2006/relationships/slideLayout" Target="/ppt/slideLayouts/slideLayout5.xml" Id="Re5cf0bfb9a1949f4"/><Relationship Type="http://schemas.openxmlformats.org/officeDocument/2006/relationships/slideLayout" Target="/ppt/slideLayouts/slideLayout6.xml" Id="Raba7283ded524270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37798ea5ec4d91"/>
    <p:sldLayoutId xmlns:r="http://schemas.openxmlformats.org/officeDocument/2006/relationships" id="2147483650" r:id="R616755b9bd6143bc"/>
    <p:sldLayoutId xmlns:r="http://schemas.openxmlformats.org/officeDocument/2006/relationships" id="2147483651" r:id="R56c3a76527084cf2"/>
    <p:sldLayoutId xmlns:r="http://schemas.openxmlformats.org/officeDocument/2006/relationships" id="2147483652" r:id="Rc1c4164200284a35"/>
    <p:sldLayoutId xmlns:r="http://schemas.openxmlformats.org/officeDocument/2006/relationships" id="2147483653" r:id="Re5cf0bfb9a1949f4"/>
    <p:sldLayoutId xmlns:r="http://schemas.openxmlformats.org/officeDocument/2006/relationships" id="2147483654" r:id="Raba7283ded5242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a3cd8a5ec094def"/><Relationship Type="http://schemas.openxmlformats.org/officeDocument/2006/relationships/image" Target="/ppt/media/image.png" Id="R3ab16b7777314498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9b9143b6ec34363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cdef8afd2e64c95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1ead80854f74721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10afc2fdb024242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782eb15905d4e8e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1b7dcac475487c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579cd82f03747b0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612a112a7c94941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8345048b7fd457c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7ff6480f65b449a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619162cc82f46f9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43047ad4bb543e1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9EFAA-6C28-4EA3-BC32-71789743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USHTRIMET 5 · 15.10.2026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51C77-DEF2-4D2D-89B9-DBD82328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13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6F061-652B-450A-B375-4117F82A89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16b7777314498"/>
          <a:stretch xmlns:a="http://schemas.openxmlformats.org/drawingml/2006/main"/>
        </p:blipFill>
        <p:spPr>
          <a:xfrm xmlns:a="http://schemas.openxmlformats.org/drawingml/2006/main">
            <a:off x="10287000" y="935076"/>
            <a:ext cx="1333500" cy="26344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90199-D8C6-4AE2-8684-AB217E1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 shtojmë hyrjen dhe një ndryshim të lejuar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AB4AC-F4CE-4DCA-9467-0768E424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Vazhdo RideShare nga Java 4. Lista dhe detajet mbeten.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fund: hyn me GitHub, ndryshon udhëtimin tënd dhe provon refuzimin e veprimeve pa leje.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7C475-E6AB-46DB-A6D7-E3473797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Fillo udhëzimin me kod →</a:t>
            </a:r>
          </a:p>
        </p:txBody>
      </p:sp>
    </p:spTree>
    <p:extLst>
      <p:ext uri="{BB962C8B-B14F-4D97-AF65-F5344CB8AC3E}">
        <p14:creationId xmlns:p14="http://schemas.microsoft.com/office/powerpoint/2010/main" val="393408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64737-E57D-4994-B0AF-45E592E8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0–10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D8DD7-E1F0-4E27-80C9-370E4D3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55881-4030-4C0D-905E-C4FB519D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Pika e nisjes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BA886-9958-4D9B-AB88-9305D515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të njëjtin repository dhe npm run dev.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Duhet të shfaqen tri kartat që lexojnë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Shkarko java-05.md pranë README, jashtë aplikacioni/.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E04B1-BE7E-43EF-90E6-0E1668EC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□ Java 4 punon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□ Kam GitHub dhe Neon SQL Editor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□ Raporti java-05.md është gati</a:t>
            </a:r>
          </a:p>
        </p:txBody>
      </p:sp>
    </p:spTree>
    <p:extLst>
      <p:ext uri="{BB962C8B-B14F-4D97-AF65-F5344CB8AC3E}">
        <p14:creationId xmlns:p14="http://schemas.microsoft.com/office/powerpoint/2010/main" val="14164808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ECDEE-FCA1-4189-A0B7-7B25DDB6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ORGANIZIMI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0E43E-8D5B-40EB-966A-99C7A626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ECF5D-D59A-4FEF-B731-1F27C16C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Plani i 90 minutave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27401-31EB-4A67-85BD-00BE8AC0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0–10: kontrolli. 10–25: OAuth App dhe variablat lokale.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25–45: SQL dhe kodi. 45–55: hyrja dhe caktimi i rolit.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55–70: provat + Push. 70–90: dorëzim dhe përgjigjja.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53146-C7D7-48C1-B765-3B910957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Përgatitu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748A1-8F22-4058-9CDF-3FCFC21E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4DCDC-4F4A-4F26-9580-7E97F525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Lidh hyrjen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6D81A-5ABC-44CE-B260-1CE87893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38D972-E6B3-4875-9485-03D24C30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Provo lejet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BB903-7F90-43E3-AE62-03F8F665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99179-D340-436E-8C5C-BB88E7FC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Dorëzo</a:t>
            </a:r>
          </a:p>
        </p:txBody>
      </p:sp>
    </p:spTree>
    <p:extLst>
      <p:ext uri="{BB962C8B-B14F-4D97-AF65-F5344CB8AC3E}">
        <p14:creationId xmlns:p14="http://schemas.microsoft.com/office/powerpoint/2010/main" val="2139472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BCAFA-5805-451D-A8A0-C191AE4E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10–25 MIN · KONFIGURIMI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3D6E3-4C1C-47B2-98CB-6E97B5D4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232C6-5B98-4312-9C79-637B9991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OAuth App në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F6639-7B19-4327-8374-CE64438A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Settings → Developer settings → OAuth Apps → New OAuth App.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Homepage: http://localhost:3000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Callback: http://localhost:3000/api/auth/callback/github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Kopjo Client ID dhe gjenero Client secret. Këto nuk janë emaili ose emri yt.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A21E1-E4EA-45A3-B0A0-DAA320C2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udhëzimin e konfigurimit →</a:t>
            </a:r>
          </a:p>
        </p:txBody>
      </p:sp>
    </p:spTree>
    <p:extLst>
      <p:ext uri="{BB962C8B-B14F-4D97-AF65-F5344CB8AC3E}">
        <p14:creationId xmlns:p14="http://schemas.microsoft.com/office/powerpoint/2010/main" val="8264844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D1C76-E53F-44D8-936C-FCBF7351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BRENDA 10–25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49B94-6408-4833-8158-4D369ACC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91A39-CE4E-4F2E-AE37-27594D55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Variablat mbeten lokale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11DD6F-5D7B-4833-8580-C707A1CF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Shto GITHUB_ID, GITHUB_SECRET, NEXTAUTH_SECRET dhe NEXTAUTH_URL në .env.local.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DATABASE_URL e Javës 4 mbetet. Gjenero sekretin e sesionit me komandën në udhëzim.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Instalo next-auth@4.24.15. Rinis serverin pas konfigurimit.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16E6E-9F95-49CC-B393-4002CEA0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komandat dhe shembullin →</a:t>
            </a:r>
          </a:p>
        </p:txBody>
      </p:sp>
    </p:spTree>
    <p:extLst>
      <p:ext uri="{BB962C8B-B14F-4D97-AF65-F5344CB8AC3E}">
        <p14:creationId xmlns:p14="http://schemas.microsoft.com/office/powerpoint/2010/main" val="5550869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A7B97-A16B-47B6-96D6-D19E5604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25–45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5B01A-C555-4326-AF80-0DF7FAE6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4EC6E-AFFC-4AFC-8C73-F9779B95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dhe skedarët me radhë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2FABC-E5D9-4D3D-8E95-056251A4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Ekzekuto schema-java05.sql në të njëjtën databazë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Kopjo A → G sipas emrit të skedarit. Kodi i listës shton vetëm hyrjen për panelin.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Komponenti i kartës, db.ts dhe udhetimet.ts mbeten nga Java 4.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C74B1-7E05-4E8A-BE9F-A9146F5D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skedarët për kopjim →</a:t>
            </a:r>
          </a:p>
        </p:txBody>
      </p:sp>
    </p:spTree>
    <p:extLst>
      <p:ext uri="{BB962C8B-B14F-4D97-AF65-F5344CB8AC3E}">
        <p14:creationId xmlns:p14="http://schemas.microsoft.com/office/powerpoint/2010/main" val="16546920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70D8D-7AA3-4E5F-9C8F-14A2525F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45–50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B1D56-E313-41CE-A838-97963CB1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09C91-D8BD-43B0-AF6A-9266944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e parë është si udhëtar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F4E7A-004A-417C-9002-32648865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/panel → Hyr me GitHub. Duhet të shfaqet emri, ID dhe roli udhetar.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Rifresko: sesioni duhet të mbetet.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Mos krijo llogari të re dhe mos përdor kredencialet e profesorit.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55A51-E03D-4B01-AEA8-2FAA1322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Roli fillestar është udhetar sepse është leja më e vogël e nevojshme.</a:t>
            </a:r>
          </a:p>
        </p:txBody>
      </p:sp>
    </p:spTree>
    <p:extLst>
      <p:ext uri="{BB962C8B-B14F-4D97-AF65-F5344CB8AC3E}">
        <p14:creationId xmlns:p14="http://schemas.microsoft.com/office/powerpoint/2010/main" val="13611673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E881E-DF04-44EB-A774-7EE1ECAE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50–55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C84D44-AAA3-4DFB-9AA1-93C6B4D6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8C91F-8B1F-43FA-9A7B-40EF4959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Cakto pronarin vetëm nga SQL Editor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FD3A0-5716-4BCC-B8A9-E4F8C62B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Kopjo ID-në tënde nga paneli në dy komandat e udhëzimit.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databazën tënde cakto veten shofer dhe pronar të ID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Rifresko panelin: shfaqet formulari. ID 1 ka pronar tjetër fiktiv.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9B82D-0C6C-420C-B8DD-80FCEC40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komandat e caktimit →</a:t>
            </a:r>
          </a:p>
        </p:txBody>
      </p:sp>
    </p:spTree>
    <p:extLst>
      <p:ext uri="{BB962C8B-B14F-4D97-AF65-F5344CB8AC3E}">
        <p14:creationId xmlns:p14="http://schemas.microsoft.com/office/powerpoint/2010/main" val="19755385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7B4EA-AAF1-4A6C-9F2F-6DB55A99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55–70 MIN · PROVAT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CB8F7-4AAE-4D6C-BB4E-F8F976D6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4B49A-4486-4549-8710-5E07949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1: hyrja dhe dalja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CB291-F7A0-4EB4-961E-5641FE1D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panelin pa hyrë. Hyr me GitHub, rifresko dhe shiko emrin.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Hape panelin edhe në një skedë tjetër. Dil në të parën.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Rifresko të dytën: duhet të kërkojë hyrje. Shkruaj rezultatin në raport.</a:t>
            </a:r>
          </a:p>
        </p:txBody>
      </p:sp>
    </p:spTree>
    <p:extLst>
      <p:ext uri="{BB962C8B-B14F-4D97-AF65-F5344CB8AC3E}">
        <p14:creationId xmlns:p14="http://schemas.microsoft.com/office/powerpoint/2010/main" val="7503219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99913-D5DE-4E76-9DB5-00A2BBA9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55–70 MIN · PROVAT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71AFE-A90D-4705-B9DC-65305E8A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ABD22-2E8F-421C-BD48-46919353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2: ruajtja e lejuar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05095-C8AD-416C-9B82-FE318B5C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Si shofer i ID 2 ruaj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 suksesin, listën, detajet dhe rreshtin në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Rikthe 08:15; shkruaj rezultatet reale.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40B29-435F-420A-B859-4027FE03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Formulari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55AB5-1D74-400B-B26D-1CB8DA22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DC451-E8D8-45E0-B4C8-3C62DC72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Kontrolli në 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59668-DAB5-4CBD-ADA4-7997B7D1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B308C-FEC2-4487-8818-026EE045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UPDATE me pronar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D9D33D-35FE-423D-B7C5-6925CA9B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B6E4-2A0A-4AA4-9FC7-32D9153D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Lista + detajet</a:t>
            </a:r>
          </a:p>
        </p:txBody>
      </p:sp>
    </p:spTree>
    <p:extLst>
      <p:ext uri="{BB962C8B-B14F-4D97-AF65-F5344CB8AC3E}">
        <p14:creationId xmlns:p14="http://schemas.microsoft.com/office/powerpoint/2010/main" val="2673640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ADAF6-3AF4-4505-B59B-2FF09FD2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55–70 MIN · PROVAT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8BD7C-3441-49CB-A5EC-35EEC8F1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7802D-CB96-4B7E-8FC1-DBDD4576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3: refuzimi i veprimit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79AA3-3DBB-4133-9CE4-181DEE49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DevTools → Elements: input name="id", value="2" → ndrysho në "1".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Ruaj: duhet refuzim; ora e ID 1 në Neon nuk ndryshon.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Provo edhe formularin e hapur para heqjes së rolit ose para daljes.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9FC51-A54E-4D6A-82E4-F37FF36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Edhe formulari i vjetër kalon në server. Sesioni, roli dhe pronari kontrollohen sërish.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640FED-F8FB-41C1-809F-58498572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provat e shpjeguara hap pas hapi →</a:t>
            </a:r>
          </a:p>
        </p:txBody>
      </p:sp>
    </p:spTree>
    <p:extLst>
      <p:ext uri="{BB962C8B-B14F-4D97-AF65-F5344CB8AC3E}">
        <p14:creationId xmlns:p14="http://schemas.microsoft.com/office/powerpoint/2010/main" val="1300413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4C2502-2F92-4694-B0B1-210D20EA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70–90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ECDE1-A44C-4959-91A3-C6F528A4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BF568-A6E4-4ED2-8593-1491E0B3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Ruaj, dorëzo dhe korrigjo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2F3AD-F505-4576-A753-DB8ECB66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Desktop → Commit → Push origin. .env.local nuk shfaqet te ndryshimet.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Dorëzo Java 5 me linkun e të njëjtit repository publik.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Lexo 5 kontrollet teknike. Pas korrigjimit komento rikontrollo te i njëjti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C0741-1123-4775-9B76-5ADBA689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dorëzimin dhe kontrollin →</a:t>
            </a:r>
          </a:p>
        </p:txBody>
      </p:sp>
    </p:spTree>
    <p:extLst>
      <p:ext uri="{BB962C8B-B14F-4D97-AF65-F5344CB8AC3E}">
        <p14:creationId xmlns:p14="http://schemas.microsoft.com/office/powerpoint/2010/main" val="15667146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BFA6A-E89F-44FE-9719-9F331F4D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MBYLLJA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F2557-2B31-4AFF-8DC0-4B0709E0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00BDA8-DCBD-49D4-9331-239FB813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Shpjego çfarë provove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7ACDF-E7DA-4390-8119-CB3A21FC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Tregoji kolegut një ruajtje të lejuar dhe një të refuzuar.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Kush je? Çfarë roli ke? Cilit përdorues i përket udhëtimi?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Kërkesa për vend mbetet simulim. Sot provohet hyrja dhe ndryshimi i orës.</a:t>
            </a:r>
          </a:p>
        </p:txBody>
      </p:sp>
    </p:spTree>
    <p:extLst>
      <p:ext uri="{BB962C8B-B14F-4D97-AF65-F5344CB8AC3E}">
        <p14:creationId xmlns:p14="http://schemas.microsoft.com/office/powerpoint/2010/main" val="6201688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2026-10-14T10:56:24.8980000Z</dcterms:created>
  <dcterms:modified xsi:type="dcterms:W3CDTF">2026-10-14T10:56:24.8980000Z</dcterms:modified>
</coreProperties>
</file>