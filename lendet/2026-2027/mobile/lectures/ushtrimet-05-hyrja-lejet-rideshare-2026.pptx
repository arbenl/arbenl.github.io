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015219fb13ad4693"/><Relationship Type="http://schemas.openxmlformats.org/officeDocument/2006/relationships/extended-properties" Target="/docProps/app.xml" Id="R76b298add0f24241"/><Relationship Type="http://schemas.openxmlformats.org/officeDocument/2006/relationships/officeDocument" Target="/ppt/presentation.xml" Id="R0c7debcb71194d3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a5850b99db472b"/>
  </p:sldMasterIdLst>
  <p:sldIdLst>
    <p:sldId xmlns:r="http://schemas.openxmlformats.org/officeDocument/2006/relationships" id="256" r:id="Rccc39cfe4fd742d3"/>
    <p:sldId xmlns:r="http://schemas.openxmlformats.org/officeDocument/2006/relationships" id="257" r:id="R00cdef560b0f4bf9"/>
    <p:sldId xmlns:r="http://schemas.openxmlformats.org/officeDocument/2006/relationships" id="258" r:id="Rc88605ee4a4c4d1b"/>
    <p:sldId xmlns:r="http://schemas.openxmlformats.org/officeDocument/2006/relationships" id="259" r:id="R9461f3613b66410a"/>
    <p:sldId xmlns:r="http://schemas.openxmlformats.org/officeDocument/2006/relationships" id="260" r:id="Raf863b201df54ae2"/>
    <p:sldId xmlns:r="http://schemas.openxmlformats.org/officeDocument/2006/relationships" id="261" r:id="R9a3e80be532d4476"/>
    <p:sldId xmlns:r="http://schemas.openxmlformats.org/officeDocument/2006/relationships" id="262" r:id="Rb203cb8714b04762"/>
    <p:sldId xmlns:r="http://schemas.openxmlformats.org/officeDocument/2006/relationships" id="263" r:id="Rfd8f6d8c8c19410c"/>
    <p:sldId xmlns:r="http://schemas.openxmlformats.org/officeDocument/2006/relationships" id="264" r:id="Ra6c798b9f4414891"/>
    <p:sldId xmlns:r="http://schemas.openxmlformats.org/officeDocument/2006/relationships" id="265" r:id="R70e059ae9c0b4f16"/>
    <p:sldId xmlns:r="http://schemas.openxmlformats.org/officeDocument/2006/relationships" id="266" r:id="R1426b9cf31694363"/>
    <p:sldId xmlns:r="http://schemas.openxmlformats.org/officeDocument/2006/relationships" id="267" r:id="R984495a723de4e63"/>
    <p:sldId xmlns:r="http://schemas.openxmlformats.org/officeDocument/2006/relationships" id="268" r:id="Raf06bebbe4054f48"/>
    <p:sldId xmlns:r="http://schemas.openxmlformats.org/officeDocument/2006/relationships" id="269" r:id="Rde54e64d381a49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f869cd9dc16d4357"/><Relationship Type="http://schemas.openxmlformats.org/officeDocument/2006/relationships/slideMaster" Target="/ppt/slideMasters/slideMaster1.xml" Id="Rc7a5850b99db472b"/><Relationship Type="http://schemas.openxmlformats.org/officeDocument/2006/relationships/presProps" Target="/ppt/presProps.xml" Id="Re62877d662cc48ab"/><Relationship Type="http://schemas.openxmlformats.org/officeDocument/2006/relationships/tableStyles" Target="/ppt/tableStyles.xml" Id="Rf5ec3bc27a404b31"/><Relationship Type="http://schemas.openxmlformats.org/officeDocument/2006/relationships/slide" Target="/ppt/slides/slide1.xml" Id="Rccc39cfe4fd742d3"/><Relationship Type="http://schemas.openxmlformats.org/officeDocument/2006/relationships/slide" Target="/ppt/slides/slide2.xml" Id="R00cdef560b0f4bf9"/><Relationship Type="http://schemas.openxmlformats.org/officeDocument/2006/relationships/slide" Target="/ppt/slides/slide3.xml" Id="Rc88605ee4a4c4d1b"/><Relationship Type="http://schemas.openxmlformats.org/officeDocument/2006/relationships/slide" Target="/ppt/slides/slide4.xml" Id="R9461f3613b66410a"/><Relationship Type="http://schemas.openxmlformats.org/officeDocument/2006/relationships/slide" Target="/ppt/slides/slide5.xml" Id="Raf863b201df54ae2"/><Relationship Type="http://schemas.openxmlformats.org/officeDocument/2006/relationships/slide" Target="/ppt/slides/slide6.xml" Id="R9a3e80be532d4476"/><Relationship Type="http://schemas.openxmlformats.org/officeDocument/2006/relationships/slide" Target="/ppt/slides/slide7.xml" Id="Rb203cb8714b04762"/><Relationship Type="http://schemas.openxmlformats.org/officeDocument/2006/relationships/slide" Target="/ppt/slides/slide8.xml" Id="Rfd8f6d8c8c19410c"/><Relationship Type="http://schemas.openxmlformats.org/officeDocument/2006/relationships/slide" Target="/ppt/slides/slide9.xml" Id="Ra6c798b9f4414891"/><Relationship Type="http://schemas.openxmlformats.org/officeDocument/2006/relationships/slide" Target="/ppt/slides/slide10.xml" Id="R70e059ae9c0b4f16"/><Relationship Type="http://schemas.openxmlformats.org/officeDocument/2006/relationships/slide" Target="/ppt/slides/slide11.xml" Id="R1426b9cf31694363"/><Relationship Type="http://schemas.openxmlformats.org/officeDocument/2006/relationships/slide" Target="/ppt/slides/slide12.xml" Id="R984495a723de4e63"/><Relationship Type="http://schemas.openxmlformats.org/officeDocument/2006/relationships/slide" Target="/ppt/slides/slide13.xml" Id="Raf06bebbe4054f48"/><Relationship Type="http://schemas.openxmlformats.org/officeDocument/2006/relationships/slide" Target="/ppt/slides/slide14.xml" Id="Rde54e64d381a49a8"/></Relationship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3b135d143d7947bc"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09e7a3ce1a8f4ce0"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7e2fee687b246f4"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08ff921f97224cc2"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0b8b4e5da124443"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a87d0af70e8405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8B8985-0DD1-4F0D-A1BB-9729BEB3A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E18F8F-5B72-4848-9F2E-1F5B9FB750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066084-ED91-471F-8D18-0990ADA332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C4017C-3A70-47F1-BF8B-B0A9167DE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572771-4EC8-4D9A-A518-9926A72695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5DC25D-0F74-4AE7-A2BB-2F2DD0F426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CA1852-1825-4EAD-A923-DB7C64839D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35BF9A-28DE-4236-8CA3-93264C1150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D3A59E-861D-4B0B-AFD3-8CB4B0FA7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F15B2D-5CA2-4EE5-8187-126A7AED8A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abf7f62502ec4b18"/><Relationship Type="http://schemas.openxmlformats.org/officeDocument/2006/relationships/slideLayout" Target="/ppt/slideLayouts/slideLayout1.xml" Id="R22ee472a6a444921"/><Relationship Type="http://schemas.openxmlformats.org/officeDocument/2006/relationships/slideLayout" Target="/ppt/slideLayouts/slideLayout2.xml" Id="R3f95fb4aede944bb"/><Relationship Type="http://schemas.openxmlformats.org/officeDocument/2006/relationships/slideLayout" Target="/ppt/slideLayouts/slideLayout3.xml" Id="R8957c6f09f854f2c"/><Relationship Type="http://schemas.openxmlformats.org/officeDocument/2006/relationships/slideLayout" Target="/ppt/slideLayouts/slideLayout4.xml" Id="R8732e13e98f54239"/><Relationship Type="http://schemas.openxmlformats.org/officeDocument/2006/relationships/slideLayout" Target="/ppt/slideLayouts/slideLayout5.xml" Id="R9aa8ff9fdcbc4f92"/><Relationship Type="http://schemas.openxmlformats.org/officeDocument/2006/relationships/slideLayout" Target="/ppt/slideLayouts/slideLayout6.xml" Id="R396093caa96f4f70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e472a6a444921"/>
    <p:sldLayoutId xmlns:r="http://schemas.openxmlformats.org/officeDocument/2006/relationships" id="2147483650" r:id="R3f95fb4aede944bb"/>
    <p:sldLayoutId xmlns:r="http://schemas.openxmlformats.org/officeDocument/2006/relationships" id="2147483651" r:id="R8957c6f09f854f2c"/>
    <p:sldLayoutId xmlns:r="http://schemas.openxmlformats.org/officeDocument/2006/relationships" id="2147483652" r:id="R8732e13e98f54239"/>
    <p:sldLayoutId xmlns:r="http://schemas.openxmlformats.org/officeDocument/2006/relationships" id="2147483653" r:id="R9aa8ff9fdcbc4f92"/>
    <p:sldLayoutId xmlns:r="http://schemas.openxmlformats.org/officeDocument/2006/relationships" id="2147483654" r:id="R396093caa96f4f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64c4d8941854fc7"/><Relationship Type="http://schemas.openxmlformats.org/officeDocument/2006/relationships/image" Target="/ppt/media/image.png" Id="Ra05b0ddd9d24481f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92121dc5fce4772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33e28d2c344498c"/><Relationship Type="http://schemas.openxmlformats.org/officeDocument/2006/relationships/image" Target="/ppt/media/image2.png" Id="R9d23f08320094bb8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3f96b74edd44062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cb5b60048eb4bd5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2eea1fbcbfa48c1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74c72fed8aa4d2c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98894f426214154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8bbe2b04e042d6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21abf00d774405e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9fbf1a57a5e406f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e84d35ab9804fb1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6fd8a9291274dcc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a6552fde58a4222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5F674-863A-4ADC-B3B9-D1047050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USHTRIMET 5 · 15.10.2026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41D00-373E-4DFD-93D8-E4A2D851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99771-2193-4FB6-A137-DFB41E6DC7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b0ddd9d24481f"/>
          <a:stretch xmlns:a="http://schemas.openxmlformats.org/drawingml/2006/main"/>
        </p:blipFill>
        <p:spPr>
          <a:xfrm xmlns:a="http://schemas.openxmlformats.org/drawingml/2006/main">
            <a:off x="10287000" y="935076"/>
            <a:ext cx="1333500" cy="26344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943D8-5C36-4137-9C18-97C5612A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952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Sot shtojmë hyrjen dhe një ndryshim të lejuar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B7260-0CA1-4ECC-9EB2-31413163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Vazhdo RideShare nga Java 4. Lista dhe detajet mbeten.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fund: hyn me GitHub, ndryshon udhëtimin tënd dhe provon refuzimin e veprimeve pa leje.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5A23A-51B7-47CF-AE2B-75C76FCC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Në faqe: Fillo udhëzimin me kod →</a:t>
            </a:r>
          </a:p>
        </p:txBody>
      </p:sp>
    </p:spTree>
    <p:extLst>
      <p:ext uri="{BB962C8B-B14F-4D97-AF65-F5344CB8AC3E}">
        <p14:creationId xmlns:p14="http://schemas.microsoft.com/office/powerpoint/2010/main" val="1352027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6FDC5-5D1E-456A-AA2F-A817A9DF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0–8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84469-1260-4701-A7E4-CB059C0F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20409-02C7-443E-9F2C-663C6FAE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Pika e nisjes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F260E-902E-4A6F-B17F-79154B4D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Hap të njëjtin repository dhe npm run dev.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Duhet të shfaqen tri kartat që lexojnë nga Neon.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Shkarko java-05.md pranë README, jashtë aplikacioni/.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74AA3-CB71-479A-899E-0F502489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□ Java 4 punon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□ Kam GitHub dhe Neon SQL Editor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□ Raporti java-05.md është gati</a:t>
            </a:r>
          </a:p>
        </p:txBody>
      </p:sp>
    </p:spTree>
    <p:extLst>
      <p:ext uri="{BB962C8B-B14F-4D97-AF65-F5344CB8AC3E}">
        <p14:creationId xmlns:p14="http://schemas.microsoft.com/office/powerpoint/2010/main" val="1550689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FB97D-1A2E-42A2-B01F-6A0D1590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REZULTATI I SOTËM · 90 MINUTA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CAE55-337F-4346-A25A-6249BB44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31ADB-D1E5-4EA1-9CF3-26F129F5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Harta e ushtrimeve: nga hyrja te dorëzimi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8C396-0B20-4862-9937-5B00AFC607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3f08320094bb8"/>
          <a:stretch xmlns:a="http://schemas.openxmlformats.org/drawingml/2006/main"/>
        </p:blipFill>
        <p:spPr>
          <a:xfrm xmlns:a="http://schemas.openxmlformats.org/drawingml/2006/main">
            <a:off x="695587" y="1762125"/>
            <a:ext cx="10800826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83AFB-06E4-4CAA-9D0B-B1AFD92A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Hyr me GitHub, ndrysho orën e ID 2 dhe provo refuzimin për ID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Next.js punon lokalisht. Në fund dërgon kodin dhe raportin në repository-n tënd.</a:t>
            </a:r>
          </a:p>
        </p:txBody>
      </p:sp>
    </p:spTree>
    <p:extLst>
      <p:ext uri="{BB962C8B-B14F-4D97-AF65-F5344CB8AC3E}">
        <p14:creationId xmlns:p14="http://schemas.microsoft.com/office/powerpoint/2010/main" val="1618874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82D68-8A1A-4AC1-898E-63413FE2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ORGANIZIMI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C86C0-2F6D-4B3B-AB53-96F4BDD0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264B2-A6AB-41C5-B159-DE76359A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Plani i 90 minutave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29F4F-EA59-4CBD-8CF2-B3A83DA0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0–8: kontrolli. 8–20: OAuth App dhe variablat lokale.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20–40: SQL dhe kodi. 40–50: hyrja dhe pronari.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50–60: tri prova. 60–65: raporti + Push. 65–90: dorëzim, përgjigjja dhe korrigjimet.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21F78-7EEE-4DC9-B48E-C2CF61C8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Përgatitu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13D84-E450-41F1-A09B-8C76E37D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5B4D2-4E25-4DE8-ADEC-9A724CD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Lidh hyrjen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0C26B-8323-409D-B6C1-C38D2382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66C36-7971-491F-AE56-2ABAB913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Provo lejet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DCDF5-7CF9-4B42-B9F9-7234A5AA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381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D5154-A20B-497C-B186-13AAB184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506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Dorëzo</a:t>
            </a:r>
          </a:p>
        </p:txBody>
      </p:sp>
    </p:spTree>
    <p:extLst>
      <p:ext uri="{BB962C8B-B14F-4D97-AF65-F5344CB8AC3E}">
        <p14:creationId xmlns:p14="http://schemas.microsoft.com/office/powerpoint/2010/main" val="18497325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E50B4-FF31-44FD-95AE-B12E94F7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8–20 MIN · KONFIGURIMI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D01CD-9AD7-46A3-9D30-208B6B8F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A7478-4BD9-4061-AFDF-AD85E17C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OAuth App në GitHub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5C03F-4B85-4117-AB1F-52097450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GitHub Settings → Developer settings → OAuth Apps → New OAuth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Homepage: http://localhost:3000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Callback: http://localhost:3000/api/auth/callback/github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Kopjo Client ID dhe gjenero Client secret. Këto nuk janë emaili ose emri yt.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B067F-829F-4AD5-BDF1-32A6AA87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Në faqe: Hap udhëzimin e konfigurimit →</a:t>
            </a:r>
          </a:p>
        </p:txBody>
      </p:sp>
    </p:spTree>
    <p:extLst>
      <p:ext uri="{BB962C8B-B14F-4D97-AF65-F5344CB8AC3E}">
        <p14:creationId xmlns:p14="http://schemas.microsoft.com/office/powerpoint/2010/main" val="1891366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1842A-27A0-4540-94FD-378712CA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BRENDA 8–20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92D02-79CB-4236-BF0D-56A0DBA6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D0288-5A2B-41CB-B198-FF87AC73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Variablat mbeten lokale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B58D4-7D68-453B-884A-28B6F69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Shto GITHUB_ID, GITHUB_SECRET, NEXTAUTH_SECRET dhe NEXTAUTH_URL në .env.local.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DATABASE_URL e Javës 4 mbetet. Gjenero sekretin e sesionit me komandën në udhëzim.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Instalo next-auth@4.24.15. Rinis serverin pas konfigurimit.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08B42-40A1-4812-A921-A7CAEB38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Në faqe: Hap komandat dhe shembullin →</a:t>
            </a:r>
          </a:p>
        </p:txBody>
      </p:sp>
    </p:spTree>
    <p:extLst>
      <p:ext uri="{BB962C8B-B14F-4D97-AF65-F5344CB8AC3E}">
        <p14:creationId xmlns:p14="http://schemas.microsoft.com/office/powerpoint/2010/main" val="1920953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D2C2E-CC55-4962-9BDC-99E5CE14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20–40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B9DD5-CC98-4A66-88C7-D5DBBB0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AC9E4-4DA4-427E-983C-F8BB7FE8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dhe skedarët me radhë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F3CA9-3DA4-41AB-98D7-4A4FC668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Ekzekuto schema-java05.sql në të njëjtën databazë Neon.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Kopjo A → G sipas emrit të skedarit. Kodi i listës shton vetëm hyrjen për panelin.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Komponenti i kartës, db.ts dhe udhetimet.ts mbeten nga Java 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4E03A-EF53-4744-9CFC-6AF71435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Në faqe: Hap skedarët për kopjim →</a:t>
            </a:r>
          </a:p>
        </p:txBody>
      </p:sp>
    </p:spTree>
    <p:extLst>
      <p:ext uri="{BB962C8B-B14F-4D97-AF65-F5344CB8AC3E}">
        <p14:creationId xmlns:p14="http://schemas.microsoft.com/office/powerpoint/2010/main" val="447391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5ED85-B4D0-433B-A2D7-4E84022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40–45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BB486-0118-46DF-9814-1869847E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F9C5D-FFDF-4070-99ED-399B1C83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Hyrja e parë është si udhëtar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B2FD6-BDE3-4E23-9B79-54CD4494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Hap /panel → Hyr me GitHub. Duhet të shfaqet emri, ID dhe roli udhetar.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Rifresko: sesioni duhet të mbetet.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Mos krijo llogari të re dhe mos përdor kredencialet e profesorit.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08C65-6724-4171-A23E-27826E7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Pse hyrja e parë të jep rolin udhëtar?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15195-3615-474B-9F24-2F5C042B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Roli fillestar është udhetar sepse është leja më e vogël e nevojshme.</a:t>
            </a:r>
          </a:p>
        </p:txBody>
      </p:sp>
    </p:spTree>
    <p:extLst>
      <p:ext uri="{BB962C8B-B14F-4D97-AF65-F5344CB8AC3E}">
        <p14:creationId xmlns:p14="http://schemas.microsoft.com/office/powerpoint/2010/main" val="1547882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C17F2-287A-4BA3-9E65-4F87CC40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45–50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E809A-5065-420F-8A80-82B53C7E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077AC-7D8B-4EAF-B4FA-038B69F6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Cakto pronarin vetëm nga SQL Editor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B8C52-E954-4964-8945-5BED87AF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Kopjo ID-në tënde nga paneli në dy komandat e udhëzimit.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databazën tënde cakto veten shofer dhe pronar të ID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Rifresko panelin: shfaqet formulari. ID 1 ka pronar tjetër fiktiv.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56EA3-7CFF-400B-A7D0-860DACDA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Në faqe: Hap komandat e caktimit →</a:t>
            </a:r>
          </a:p>
        </p:txBody>
      </p:sp>
    </p:spTree>
    <p:extLst>
      <p:ext uri="{BB962C8B-B14F-4D97-AF65-F5344CB8AC3E}">
        <p14:creationId xmlns:p14="http://schemas.microsoft.com/office/powerpoint/2010/main" val="6426615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6146F-C8D2-4928-A47F-C33013BF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50–60 MIN · PROVAT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8698E-AF8E-493C-9734-2A47A3BE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497A8-1379-419F-B0D3-FFFE1268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Prova 1: hyrja dhe dalja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DDDBA-E13C-4F9E-BF66-F7E87722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Hap panelin pa hyrë. Hyr me GitHub, rifresko dhe shiko emrin.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Kliko Dil: paneli duhet të kërkojë hyrje përsëri.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Shkruaj rezultatin në raport; hyr sërish për provën 2.</a:t>
            </a:r>
          </a:p>
        </p:txBody>
      </p:sp>
    </p:spTree>
    <p:extLst>
      <p:ext uri="{BB962C8B-B14F-4D97-AF65-F5344CB8AC3E}">
        <p14:creationId xmlns:p14="http://schemas.microsoft.com/office/powerpoint/2010/main" val="4799221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BC35D-23BE-4429-8E5E-C1EF9F17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50–60 MIN · PROVAT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2D82B-7365-4735-BB70-C2EE47FA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D102E-3DBD-4E62-B367-E96092A7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Prova 2: ruajtja e lejuar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79827-C7F6-44A3-85F7-E739E281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Si shofer i ID 2 ruaj 08:25.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Kontrollo suksesin, listën, detajet dhe rreshtin në Neon.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Rikthe 08:15; shkruaj rezultatet reale.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F3599-CDAE-403A-9A3D-821AA396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Formulari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DD7DC-4756-4E24-AC83-2019FC9D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018EA-BD9B-4BF5-9DF9-CB92752C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569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Kontrolli në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62C1B-A880-42EA-B8DC-9B3EDEE6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EECDC-A9A7-4456-B592-9E32C249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UPDATE me pronar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06E0A-E0E3-4397-8A5A-4E4263B4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381" y="4476750"/>
            <a:ext cx="23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0A7E3-FD00-4194-B1E9-86175801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506" y="4333875"/>
            <a:ext cx="255984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Lista + detajet</a:t>
            </a:r>
          </a:p>
        </p:txBody>
      </p:sp>
    </p:spTree>
    <p:extLst>
      <p:ext uri="{BB962C8B-B14F-4D97-AF65-F5344CB8AC3E}">
        <p14:creationId xmlns:p14="http://schemas.microsoft.com/office/powerpoint/2010/main" val="778607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1A58E-AC39-49FC-BBFD-9CAFE1D2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50–60 MIN · PROVAT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52031-0944-4E01-BD69-272771C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CCD6B-2A0D-45A5-B326-5C409534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Prova 3: refuzimi i veprimit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6FA92-DE2F-4237-9BC6-6470AD18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DevTools → Elements: input name="id", value="2" → ndrysho në "1".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Ruaj: duhet refuzim; ora e ID 1 në Neon nuk ndryshon.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Shëno refuzimin në raport. Sfidat me heqje roli/formular të vjetër janë pas dorëzimit.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3D6DA-F862-4AC7-AF34-1F312924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Pse refuzohet ID 1 edhe nëse e ndryshojmë formularin?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242D4-45A2-46F9-B775-E69419A1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Serveri lexon identitetin dhe pronarin nga të dhënat e verifikuara. ID 1 nuk i përket këtij shoferi, prandaj ora mbetet 08:00.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44171-5CD5-4ABA-B35E-D4881ED9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Në faqe: Hap provat e shpjeguara hap pas hapi →</a:t>
            </a:r>
          </a:p>
        </p:txBody>
      </p:sp>
    </p:spTree>
    <p:extLst>
      <p:ext uri="{BB962C8B-B14F-4D97-AF65-F5344CB8AC3E}">
        <p14:creationId xmlns:p14="http://schemas.microsoft.com/office/powerpoint/2010/main" val="18679357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57092-F887-426F-B7CE-659F9689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65–90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EB9A8-0B04-4A44-B9FF-A4E2DAF6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7EA23-F813-48E8-A005-C1275A07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Ruaj, dorëzo dhe korrigjo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BEC51-AF1D-4F30-99AF-F7534F34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60–65: plotëso java-05.md, pastaj Commit → Push origin.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65–70: dorëzo Java 5; mbaje Issue-në hapur për komentin e GitHub.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70–90: lexo 5 kontrollet. Korrigjo → Commit → Push → komento rikontrollo te e njëjta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90EBF-AFE4-4453-8593-D1B36B9E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CD34D"/>
                </a:solidFill>
                <a:latin typeface="Arial"/>
                <a:ea typeface="Arial"/>
                <a:cs typeface="Arial"/>
              </a:rPr>
              <a:t>Në faqe: Hap dorëzimin dhe kontrollin →</a:t>
            </a:r>
          </a:p>
        </p:txBody>
      </p:sp>
    </p:spTree>
    <p:extLst>
      <p:ext uri="{BB962C8B-B14F-4D97-AF65-F5344CB8AC3E}">
        <p14:creationId xmlns:p14="http://schemas.microsoft.com/office/powerpoint/2010/main" val="4495787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3DB50-F3FF-430C-8996-243435C8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MBYLLJA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39F6D-9C92-4D88-AE62-A9CB09E0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5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5940B-BD3C-4188-B568-84CD3106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Shpjego çfarë provove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EA747-1F4C-468D-8DA5-932DEF56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Tregoji kolegut një ruajtje të lejuar dhe një të refuzuar.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Kush je? Çfarë roli ke? Cilit përdorues i përket udhëtimi?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Kërkesa për vend mbetet simulim. Sot provohet hyrja dhe ndryshimi i orës.</a:t>
            </a:r>
          </a:p>
        </p:txBody>
      </p:sp>
    </p:spTree>
    <p:extLst>
      <p:ext uri="{BB962C8B-B14F-4D97-AF65-F5344CB8AC3E}">
        <p14:creationId xmlns:p14="http://schemas.microsoft.com/office/powerpoint/2010/main" val="2000034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2026-10-15T12:01:04.9700000Z</dcterms:created>
  <dcterms:modified xsi:type="dcterms:W3CDTF">2026-10-15T12:01:04.9700000Z</dcterms:modified>
</coreProperties>
</file>