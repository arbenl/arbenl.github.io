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068f4c84e2c84278"/><Relationship Type="http://schemas.openxmlformats.org/officeDocument/2006/relationships/extended-properties" Target="/docProps/app.xml" Id="Rd0cd40d3fe784deb"/><Relationship Type="http://schemas.openxmlformats.org/officeDocument/2006/relationships/officeDocument" Target="/ppt/presentation.xml" Id="R2446f75ec50e4542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c6a9eb752d418c"/>
  </p:sldMasterIdLst>
  <p:sldIdLst>
    <p:sldId xmlns:r="http://schemas.openxmlformats.org/officeDocument/2006/relationships" id="256" r:id="Ra876a60a489f4bc9"/>
    <p:sldId xmlns:r="http://schemas.openxmlformats.org/officeDocument/2006/relationships" id="257" r:id="R225528af12c04fbc"/>
    <p:sldId xmlns:r="http://schemas.openxmlformats.org/officeDocument/2006/relationships" id="258" r:id="Rb9528da0e9694116"/>
    <p:sldId xmlns:r="http://schemas.openxmlformats.org/officeDocument/2006/relationships" id="259" r:id="Re8aca3b46b15401f"/>
    <p:sldId xmlns:r="http://schemas.openxmlformats.org/officeDocument/2006/relationships" id="260" r:id="R2bd05c2b2ee94015"/>
    <p:sldId xmlns:r="http://schemas.openxmlformats.org/officeDocument/2006/relationships" id="261" r:id="Rf11bb080a3254ff9"/>
    <p:sldId xmlns:r="http://schemas.openxmlformats.org/officeDocument/2006/relationships" id="262" r:id="Rf4ebb075ec0b41a3"/>
    <p:sldId xmlns:r="http://schemas.openxmlformats.org/officeDocument/2006/relationships" id="263" r:id="Rc0be5e9fa4d24ca2"/>
    <p:sldId xmlns:r="http://schemas.openxmlformats.org/officeDocument/2006/relationships" id="264" r:id="Raa28d02aa4bf4d1b"/>
    <p:sldId xmlns:r="http://schemas.openxmlformats.org/officeDocument/2006/relationships" id="265" r:id="Rf6dd8d9e2c2c4017"/>
    <p:sldId xmlns:r="http://schemas.openxmlformats.org/officeDocument/2006/relationships" id="266" r:id="R5a01840c332146a0"/>
    <p:sldId xmlns:r="http://schemas.openxmlformats.org/officeDocument/2006/relationships" id="267" r:id="R77137f03398e4e14"/>
    <p:sldId xmlns:r="http://schemas.openxmlformats.org/officeDocument/2006/relationships" id="268" r:id="Rdea3d882bc2445f3"/>
    <p:sldId xmlns:r="http://schemas.openxmlformats.org/officeDocument/2006/relationships" id="269" r:id="R3d965ea79fbe4b45"/>
    <p:sldId xmlns:r="http://schemas.openxmlformats.org/officeDocument/2006/relationships" id="270" r:id="R67d24730111e4ccc"/>
    <p:sldId xmlns:r="http://schemas.openxmlformats.org/officeDocument/2006/relationships" id="271" r:id="R4c82b1a80aef41eb"/>
    <p:sldId xmlns:r="http://schemas.openxmlformats.org/officeDocument/2006/relationships" id="272" r:id="R0bd03a94435e4390"/>
    <p:sldId xmlns:r="http://schemas.openxmlformats.org/officeDocument/2006/relationships" id="273" r:id="Ra87217fc09a54fdb"/>
    <p:sldId xmlns:r="http://schemas.openxmlformats.org/officeDocument/2006/relationships" id="274" r:id="R8708fb9bb89f44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caf39157e3da4277"/><Relationship Type="http://schemas.openxmlformats.org/officeDocument/2006/relationships/slideMaster" Target="/ppt/slideMasters/slideMaster1.xml" Id="R32c6a9eb752d418c"/><Relationship Type="http://schemas.openxmlformats.org/officeDocument/2006/relationships/presProps" Target="/ppt/presProps.xml" Id="R8baf9484b13242d0"/><Relationship Type="http://schemas.openxmlformats.org/officeDocument/2006/relationships/tableStyles" Target="/ppt/tableStyles.xml" Id="R3233b6e137e946ad"/><Relationship Type="http://schemas.openxmlformats.org/officeDocument/2006/relationships/slide" Target="/ppt/slides/slide1.xml" Id="Ra876a60a489f4bc9"/><Relationship Type="http://schemas.openxmlformats.org/officeDocument/2006/relationships/slide" Target="/ppt/slides/slide2.xml" Id="R225528af12c04fbc"/><Relationship Type="http://schemas.openxmlformats.org/officeDocument/2006/relationships/slide" Target="/ppt/slides/slide3.xml" Id="Rb9528da0e9694116"/><Relationship Type="http://schemas.openxmlformats.org/officeDocument/2006/relationships/slide" Target="/ppt/slides/slide4.xml" Id="Re8aca3b46b15401f"/><Relationship Type="http://schemas.openxmlformats.org/officeDocument/2006/relationships/slide" Target="/ppt/slides/slide5.xml" Id="R2bd05c2b2ee94015"/><Relationship Type="http://schemas.openxmlformats.org/officeDocument/2006/relationships/slide" Target="/ppt/slides/slide6.xml" Id="Rf11bb080a3254ff9"/><Relationship Type="http://schemas.openxmlformats.org/officeDocument/2006/relationships/slide" Target="/ppt/slides/slide7.xml" Id="Rf4ebb075ec0b41a3"/><Relationship Type="http://schemas.openxmlformats.org/officeDocument/2006/relationships/slide" Target="/ppt/slides/slide8.xml" Id="Rc0be5e9fa4d24ca2"/><Relationship Type="http://schemas.openxmlformats.org/officeDocument/2006/relationships/slide" Target="/ppt/slides/slide9.xml" Id="Raa28d02aa4bf4d1b"/><Relationship Type="http://schemas.openxmlformats.org/officeDocument/2006/relationships/slide" Target="/ppt/slides/slide10.xml" Id="Rf6dd8d9e2c2c4017"/><Relationship Type="http://schemas.openxmlformats.org/officeDocument/2006/relationships/slide" Target="/ppt/slides/slide11.xml" Id="R5a01840c332146a0"/><Relationship Type="http://schemas.openxmlformats.org/officeDocument/2006/relationships/slide" Target="/ppt/slides/slide12.xml" Id="R77137f03398e4e14"/><Relationship Type="http://schemas.openxmlformats.org/officeDocument/2006/relationships/slide" Target="/ppt/slides/slide13.xml" Id="Rdea3d882bc2445f3"/><Relationship Type="http://schemas.openxmlformats.org/officeDocument/2006/relationships/slide" Target="/ppt/slides/slide14.xml" Id="R3d965ea79fbe4b45"/><Relationship Type="http://schemas.openxmlformats.org/officeDocument/2006/relationships/slide" Target="/ppt/slides/slide15.xml" Id="R67d24730111e4ccc"/><Relationship Type="http://schemas.openxmlformats.org/officeDocument/2006/relationships/slide" Target="/ppt/slides/slide16.xml" Id="R4c82b1a80aef41eb"/><Relationship Type="http://schemas.openxmlformats.org/officeDocument/2006/relationships/slide" Target="/ppt/slides/slide17.xml" Id="R0bd03a94435e4390"/><Relationship Type="http://schemas.openxmlformats.org/officeDocument/2006/relationships/slide" Target="/ppt/slides/slide18.xml" Id="Ra87217fc09a54fdb"/><Relationship Type="http://schemas.openxmlformats.org/officeDocument/2006/relationships/slide" Target="/ppt/slides/slide19.xml" Id="R8708fb9bb89f445c"/></Relationship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69a1571531e94900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42f4cda9bc4744a3"/><Relationship Type="http://schemas.openxmlformats.org/officeDocument/2006/relationships/slideLayout" Target="/ppt/slideLayouts/slideLayout1.xml" Id="Ra7786729b4264688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786729b42646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5a77c982ade943d5"/><Relationship Type="http://schemas.openxmlformats.org/officeDocument/2006/relationships/image" Target="/ppt/media/image.png" Id="R7b9fbe3177c94231"/><Relationship Type="http://schemas.openxmlformats.org/officeDocument/2006/relationships/image" Target="/ppt/media/image2.png" Id="Rcb89d66de114409e"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aecc6edae0444aea"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a45ce8f8bbd2486e"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0a08609b69854f90"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be7d9dfdcd54e84"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195d6182a6b84512"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08552b99c6b14efb"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aea882e8ed3041a4"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1aa90b21a8094b2f"/><Relationship Type="http://schemas.openxmlformats.org/officeDocument/2006/relationships/image" Target="/ppt/media/image3.png" Id="R02daadb73a384a44"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0b1ee49c00ed4d10"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d53402a71c694e08"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e9b35e05cbe944b5"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317c09a9f5b643fc"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59f6629fb0348d1"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5d64e5c2dd0d451e"/></Relationships>
</file>

<file path=ppt/slides/_rels/slide1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255c4ab4df00461f"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07ccaaa556404475"/></Relationships>
</file>

<file path=ppt/slides/_rels/slide1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0073e3797924bef"/></Relationships>
</file>

<file path=ppt/slides/_rels/slide19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73881648c8a4d82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44AD0-3908-485E-8C65-76827F43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JAVA 4 · 08.10.2026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48659-1822-4FBB-AC30-6EA0B984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01 / 19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fbe3177c94231"/>
          <a:stretch xmlns:a="http://schemas.openxmlformats.org/drawingml/2006/main"/>
        </p:blipFill>
        <p:spPr>
          <a:xfrm xmlns:a="http://schemas.openxmlformats.org/drawingml/2006/main">
            <a:off x="10287000" y="925435"/>
            <a:ext cx="1238250" cy="24463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606FB-A592-4FEC-9B03-B98CDF1C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42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 komunikon RideShare me databazën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9d66de114409e"/>
          <a:stretch xmlns:a="http://schemas.openxmlformats.org/drawingml/2006/main"/>
        </p:blipFill>
        <p:spPr>
          <a:xfrm xmlns:a="http://schemas.openxmlformats.org/drawingml/2006/main">
            <a:off x="609600" y="1770063"/>
            <a:ext cx="10953750" cy="365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57B7F-A1A6-49D8-82EC-53563486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Telefoni kërkon faqen. Next.js lexon udhëtimet në Neon dhe kthen pamjen.</a:t>
            </a:r>
          </a:p>
          <a:p xmlns:a="http://schemas.openxmlformats.org/drawingml/2006/main">
            <a:pPr>
              <a:defRPr sz="17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GitHub ruan kodin. Vercel ekzekuton aplikacionin. Neon ruan të dhënat.</a:t>
            </a:r>
          </a:p>
        </p:txBody>
      </p:sp>
    </p:spTree>
    <p:extLst>
      <p:ext uri="{BB962C8B-B14F-4D97-AF65-F5344CB8AC3E}">
        <p14:creationId xmlns:p14="http://schemas.microsoft.com/office/powerpoint/2010/main" val="20857374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79F09B-DFDD-493B-A532-2A0AAFAB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PROBLEMI · 0–5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5AE90-35AB-43EB-932A-939659AE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02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F8DAB-5ED7-4123-880B-C0C68433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Shoferi ndryshon orën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ACD14-520A-4272-BE4C-2B821916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Arta zgjodhi udhëtimin e orës 08:15. Shoferi e ndryshon nisjen në 08:25.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Parashiko: ku duhet të shihet ora e re — në kartë, në detaje apo në të dyja?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Diskuto me personin pranë teje për 20 sekonda; pastaj zbulojmë përgjigjen.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4E0D6-CC71-4754-9839-FEEA49D7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Përgjigjja: Në të dyja. Ora është e dhënë: e ndryshojmë një herë në databazë dhe të dy ekranet e lexojnë përsëri.</a:t>
            </a:r>
          </a:p>
        </p:txBody>
      </p:sp>
    </p:spTree>
    <p:extLst>
      <p:ext uri="{BB962C8B-B14F-4D97-AF65-F5344CB8AC3E}">
        <p14:creationId xmlns:p14="http://schemas.microsoft.com/office/powerpoint/2010/main" val="13569385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01156-58D7-4974-B21F-5D6E08E6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VAZHDIMI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D1CDD-4D61-48FE-8463-080362EF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03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BD3CD-C46F-4328-BC48-A74BAE2F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Çfarë mbajmë nga Java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89C31-7981-4390-9DCD-88E20DA5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Tri kartat, komponenti KartaUdhetimi dhe adresat mbeten.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Lista → /udhetimi/2 → /udhetimi/2/kerkesa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Ndryshon burimi: vargu në kod zëvendësohet me një pyetje te Neon.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FBB15-DFCB-4274-B077-7F120E58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5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Java 3: udhetimet.find(...)</a:t>
            </a:r>
          </a:p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Java 4: await gjejUdhetimin(id)</a:t>
            </a:r>
          </a:p>
        </p:txBody>
      </p:sp>
    </p:spTree>
    <p:extLst>
      <p:ext uri="{BB962C8B-B14F-4D97-AF65-F5344CB8AC3E}">
        <p14:creationId xmlns:p14="http://schemas.microsoft.com/office/powerpoint/2010/main" val="17433647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8CE52-E026-47F4-958D-083C8E37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KONCEPTET · 5–15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9D080-25AB-417A-81F4-91270A03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04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45234-1D1C-4FFA-AAE1-DF05003E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Databaza dhe shërbimi Neon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C4096-128B-41D5-9FF6-06272E54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DB (Database – bazë e të dhënave) ruan të dhënat veçmas nga ekranet.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PostgreSQL është sistemi që organizon tabelat dhe ekzekuton pyetjet SQL. Neon ofron PostgreSQL në cloud.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Neon është zgjedhja jonë kryesore përmes Vercel Marketplace. Supabase mbetet alternativë.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A7FBA-C054-4FC5-82B9-2EFADD84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https://neon.com/docs/guides/vercel-native-integration  |  https://vercel.com/docs/marketplace-storage</a:t>
            </a:r>
          </a:p>
        </p:txBody>
      </p:sp>
    </p:spTree>
    <p:extLst>
      <p:ext uri="{BB962C8B-B14F-4D97-AF65-F5344CB8AC3E}">
        <p14:creationId xmlns:p14="http://schemas.microsoft.com/office/powerpoint/2010/main" val="21100942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683C2-8902-47BA-ACE1-A7F4DF9F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MODELI I RIDESHARE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140A7-D266-4DEF-9AD7-449C4DF1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05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47B6E-779C-42E6-81CC-A7936102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Një tabelë, tri udhëtime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53750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90625"/>
                <a:gridCol w="5000625"/>
                <a:gridCol w="2381250"/>
                <a:gridCol w="2381250"/>
              </a:tblGrid>
              <a:tr h="559594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89DD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152400" marR="152400" marT="95250" marB="95250"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89DDFF"/>
                          </a:solidFill>
                          <a:latin typeface="Arial"/>
                          <a:ea typeface="Arial"/>
                          <a:cs typeface="Arial"/>
                        </a:rPr>
                        <a:t>nisja</a:t>
                      </a:r>
                    </a:p>
                  </a:txBody>
                  <a:tcPr marL="152400" marR="152400" marT="95250" marB="95250"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89DDFF"/>
                          </a:solidFill>
                          <a:latin typeface="Arial"/>
                          <a:ea typeface="Arial"/>
                          <a:cs typeface="Arial"/>
                        </a:rPr>
                        <a:t>ora</a:t>
                      </a:r>
                    </a:p>
                  </a:txBody>
                  <a:tcPr marL="152400" marR="152400" marT="95250" marB="95250"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89DDFF"/>
                          </a:solidFill>
                          <a:latin typeface="Arial"/>
                          <a:ea typeface="Arial"/>
                          <a:cs typeface="Arial"/>
                        </a:rPr>
                        <a:t>vende</a:t>
                      </a:r>
                    </a:p>
                  </a:txBody>
                  <a:tcPr marL="152400" marR="152400" marT="95250" marB="95250">
                    <a:solidFill>
                      <a:srgbClr val="142238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52400" marR="152400" marT="95250" marB="95250"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Prishtinë</a:t>
                      </a:r>
                    </a:p>
                  </a:txBody>
                  <a:tcPr marL="152400" marR="152400" marT="95250" marB="95250"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08:00</a:t>
                      </a:r>
                    </a:p>
                  </a:txBody>
                  <a:tcPr marL="152400" marR="152400" marT="95250" marB="95250"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52400" marR="152400" marT="95250" marB="95250">
                    <a:solidFill>
                      <a:srgbClr val="142238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52400" marR="152400" marT="95250" marB="95250"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Fushë Kosovë</a:t>
                      </a:r>
                    </a:p>
                  </a:txBody>
                  <a:tcPr marL="152400" marR="152400" marT="95250" marB="95250"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08:15</a:t>
                      </a:r>
                    </a:p>
                  </a:txBody>
                  <a:tcPr marL="152400" marR="152400" marT="95250" marB="95250"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52400" marR="152400" marT="95250" marB="95250">
                    <a:solidFill>
                      <a:srgbClr val="142238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52400" marR="152400" marT="95250" marB="95250"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Lipjan</a:t>
                      </a:r>
                    </a:p>
                  </a:txBody>
                  <a:tcPr marL="152400" marR="152400" marT="95250" marB="95250"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07:45</a:t>
                      </a:r>
                    </a:p>
                  </a:txBody>
                  <a:tcPr marL="152400" marR="152400" marT="95250" marB="95250"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52400" marR="152400" marT="95250" marB="95250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E0A07-C5D4-41BF-BCE4-8CF2C760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Gjeje udhëtimin e Artës: Fushë Kosovë, 08:15. Cili është identifikuesi?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Zgjidh rreshtin për ta zgjedhur. Pastaj ndrysho vetëm orën në mendje: a ndryshon edhe ID?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8459D-823B-4ED6-8B14-4E274FFA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Përgjigjja: ID mbetet 2. Identifikuesi tregon cilin udhëtim kemi; ora është një veti që mund të ndryshojë.</a:t>
            </a:r>
          </a:p>
        </p:txBody>
      </p:sp>
    </p:spTree>
    <p:extLst>
      <p:ext uri="{BB962C8B-B14F-4D97-AF65-F5344CB8AC3E}">
        <p14:creationId xmlns:p14="http://schemas.microsoft.com/office/powerpoint/2010/main" val="5675900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6CA47-4BF8-4159-A699-05C11247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INTEGRITETI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113A7-4918-49C3-B14D-CF379959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06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F80F0-BBD9-4FE6-A36B-EC9AB438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Rregullat që ruajnë kuptimin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6B693C-CBD9-4B86-8426-0970F20B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PRIMARY KEY: nuk mund të kemi dy udhëtime me të njëjtin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NOT NULL: nisja nuk mund të mungojë.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CHECK (vende &gt;= 0): databaza refuzon −1 vende.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Zero vende është e vlefshme: udhëtimi ekziston, por është i plotë.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46670-385B-46FC-B2FD-D5B75FED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5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id TEXT PRIMARY KEY</a:t>
            </a:r>
          </a:p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nisja TEXT NOT NULL</a:t>
            </a:r>
          </a:p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vende INTEGER CHECK (vende &gt;= 0)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E583E-9E43-47C4-8958-530DF5A2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Përgjigjja: Provoje në mendje: −1 vende refuzohet nga CHECK. Zero vende pranohet, sepse udhëtimi mund të jetë i plotë.</a:t>
            </a:r>
          </a:p>
        </p:txBody>
      </p:sp>
    </p:spTree>
    <p:extLst>
      <p:ext uri="{BB962C8B-B14F-4D97-AF65-F5344CB8AC3E}">
        <p14:creationId xmlns:p14="http://schemas.microsoft.com/office/powerpoint/2010/main" val="12295580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13E73-9223-4268-AD0E-95C02E18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LEXIMI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D2ED9-18A5-4D9E-9C03-AE53A5F6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07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E32FC-CB54-43EE-901C-ADD7C44B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 është mënyra si pyesim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79063-9754-4CF6-8F7D-58E7BF13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SQL (Structured Query Language – gjuhë e strukturuar për pyetje).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SELECT zgjedh kolonat. FROM tregon tabelën. ORDER BY vendos rendin.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Kjo pyetje sjell të gjitha udhëtimet, jo vetëm ato me vende të lira.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3C2C4-D83F-4E9C-86F1-40430A48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5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SELECT id, nisja, ora, vende</a:t>
            </a:r>
          </a:p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FROM udhetimet</a:t>
            </a:r>
          </a:p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ORDER BY id;</a:t>
            </a:r>
          </a:p>
        </p:txBody>
      </p:sp>
    </p:spTree>
    <p:extLst>
      <p:ext uri="{BB962C8B-B14F-4D97-AF65-F5344CB8AC3E}">
        <p14:creationId xmlns:p14="http://schemas.microsoft.com/office/powerpoint/2010/main" val="3343472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8D03E-5FA7-4859-BB2C-E4DE01B8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NDRYSHIMI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AE3DA-02A1-41CF-8C1A-236F28F4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08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B15E07-C8D2-42AA-AE3F-A040AD7F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Ndrysho vetëm udhëtimin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A84F4-5C18-4E4A-A818-52F4F00D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UPDATE ndryshon të dhënat. WHERE tregon cilin rresht.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Sfida 20-sekondëshe: çfarë ndodh nëse fshijmë rreshtin WHERE?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5C609-B701-46A9-AC82-ECCFED5C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5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UPDATE udhetimet</a:t>
            </a:r>
          </a:p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SET ora = '08:25'</a:t>
            </a:r>
          </a:p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WHERE id = '2';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744DC-4521-4AB8-B79E-1E647749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Përgjigjja: Ora 08:25 vendoset te të gjitha udhëtimet. Prandaj, para Run kontrollojmë cilët rreshta do të ndryshojmë.</a:t>
            </a:r>
          </a:p>
        </p:txBody>
      </p:sp>
    </p:spTree>
    <p:extLst>
      <p:ext uri="{BB962C8B-B14F-4D97-AF65-F5344CB8AC3E}">
        <p14:creationId xmlns:p14="http://schemas.microsoft.com/office/powerpoint/2010/main" val="17815081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2F9B2-F638-4E76-A483-33E66FD6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HARTA E APLIKACIONIT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2B515-5173-4B85-86AD-E8B4BADF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09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68AC3-9493-4B5A-8AF2-91D404C2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Ku jeton kodi? Ku jetojnë të dhënat?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daadb73a384a44"/>
          <a:stretch xmlns:a="http://schemas.openxmlformats.org/drawingml/2006/main"/>
        </p:blipFill>
        <p:spPr>
          <a:xfrm xmlns:a="http://schemas.openxmlformats.org/drawingml/2006/main">
            <a:off x="2288024" y="1524000"/>
            <a:ext cx="7615951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277D1-7128-40FD-8839-9145F9AC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Nëse ndryshon ora në Neon, a duhet Push në GitHub? Parashiko para përgjigjes.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2BD95-23F8-45E7-98C1-FD3ABA86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Përgjigjja: Jo. Push nevojitet për ndryshimet e kodit. Ndryshimi i një rreshti në Neon lexohet kur aplikacioni e pyet databazën përsëri.</a:t>
            </a:r>
          </a:p>
        </p:txBody>
      </p:sp>
    </p:spTree>
    <p:extLst>
      <p:ext uri="{BB962C8B-B14F-4D97-AF65-F5344CB8AC3E}">
        <p14:creationId xmlns:p14="http://schemas.microsoft.com/office/powerpoint/2010/main" val="12550339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EC9B4-13E5-43E7-AC40-467BCA6E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SERVERI · 15–25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26714-C599-4F7F-A609-3936EB08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10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FDA31-E72B-423D-BCDF-CAFCD3E0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Rruga e të dhënave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DE0D1-9FFF-4CD7-ACD6-DC628D71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Ndajeni rrugën në klasë: një student është telefoni, një është serveri, një është databaza.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Telefoni kërkon udhëtimet. Serveri pyet Neon. Databaza kthen rreshtat; serveri ndërton kartat.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Kush e mban kredencialin? Telefoni merr pamjen; sekreti mbetet në server.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DDE2B-DD8A-4C98-9FD7-89ED2377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5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Telefoni → Next.js në server → Neon</a:t>
            </a:r>
          </a:p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Telefoni ← Kartat e udhëtimeve ← Rreshtat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DBED3-4C05-4850-AD38-20B55C39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https://nextjs.org/docs/app/guides/data-security</a:t>
            </a:r>
          </a:p>
        </p:txBody>
      </p:sp>
    </p:spTree>
    <p:extLst>
      <p:ext uri="{BB962C8B-B14F-4D97-AF65-F5344CB8AC3E}">
        <p14:creationId xmlns:p14="http://schemas.microsoft.com/office/powerpoint/2010/main" val="2014598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A216C-84DD-4953-BFB5-EDA4A24D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KUFIRI PRIVAT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F9805-AA93-4ED4-9470-08F5F971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11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5922B-6DD0-4FBD-BC22-9A302738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DATABASE_URL është kredencial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FDFCF-04C2-46BB-9DD3-6F35B267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Në kompjuter: .env.local pranë package.json. Në Vercel: Environment Variables.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Në GitHub ruajmë kodin dhe schema.sql; .env.local përjashtohet me .gitignore.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server-only mbron kufirin e kodit të serverit. Nuk është sistem hyrjeje ose leje përdoruesish.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7388E-F6DA-4521-BF02-251FEB42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5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process.env.DATABASE_URL</a:t>
            </a:r>
          </a:p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// Pa NEXT_PUBLIC_ për këtë sekret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91C34A-7F2D-4F4D-B201-F3566361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https://nextjs.org/docs/app/guides/data-security  |  https://vercel.com/docs/marketplace-storage</a:t>
            </a:r>
          </a:p>
        </p:txBody>
      </p:sp>
    </p:spTree>
    <p:extLst>
      <p:ext uri="{BB962C8B-B14F-4D97-AF65-F5344CB8AC3E}">
        <p14:creationId xmlns:p14="http://schemas.microsoft.com/office/powerpoint/2010/main" val="6856089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E7F05-FE36-4DF9-8723-AB3F62A8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DETAJET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3E372-1C47-4DB4-9AB3-DB637322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12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6BB5A-C40B-4FF7-A5A5-261EEAF5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Pyetja përdor identitetin e zgjedhur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631E0-B90C-4DFE-9A0E-14B358E4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Adresa /udhetimi/2 jep id = "2".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Driver-i Neon e kalon vlerën si parametër; nuk bashkojmë tekstin e përdoruesit me 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Lista dhe detajet lexojnë të njëjtën tabelë.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FA663-A2A5-4E19-B22C-591B00D6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5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await sql`</a:t>
            </a:r>
          </a:p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  SELECT * FROM udhetimet</a:t>
            </a:r>
          </a:p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  WHERE id = ${id}</a:t>
            </a:r>
          </a:p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`;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59226-0B9C-4387-A6EE-A290BA56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https://neon.com/docs/serverless/serverless-driver</a:t>
            </a:r>
          </a:p>
        </p:txBody>
      </p:sp>
    </p:spTree>
    <p:extLst>
      <p:ext uri="{BB962C8B-B14F-4D97-AF65-F5344CB8AC3E}">
        <p14:creationId xmlns:p14="http://schemas.microsoft.com/office/powerpoint/2010/main" val="19965646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DADC29-4C8B-4F50-B2D6-1720CC3B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PRITJA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E2951-41B8-460F-89DB-57428D3F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13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13BBE-5D79-4181-AFB6-CB37B47C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Pse përdorim await?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470B9-CC22-429D-A509-056EFC0D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Vargu i Javës 3 ishte menjëherë në kujtesë. Databaza përgjigjet përmes rrjetit.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await pret përgjigjen para se të ndërtojmë kartat.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force-dynamic në faqet e këtij ushtrimi kërkon lexim të ri kur faqja hapet ose rifreskohet. Nuk është përditësim automatik në kohë reale.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DC2DE-A108-4A44-9378-A79C31CD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5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const udhetimet = await lexoUdhetimet();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6C650-B795-4CCB-BB2C-4B9E88EB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https://nextjs.org/docs/app/api-reference/file-conventions/route-segment-config</a:t>
            </a:r>
          </a:p>
        </p:txBody>
      </p:sp>
    </p:spTree>
    <p:extLst>
      <p:ext uri="{BB962C8B-B14F-4D97-AF65-F5344CB8AC3E}">
        <p14:creationId xmlns:p14="http://schemas.microsoft.com/office/powerpoint/2010/main" val="19175327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2CF29-6867-47D2-BE24-A358E894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SJELLJA E APLIKACIONIT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90E2B-67D4-4735-8906-EBDF528C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14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5B5D2-F155-426D-BAA3-D00B975E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Tri përgjigje të ndryshme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2842B-A4ED-4A99-A073-ABE34EF9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Ka rreshta → shfaq kartat.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Zero rreshta → “Nuk ka udhëtime për momentin.”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Lidhja dështoi → “Nuk u lidhëm me databazën. Provo përsëri.”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ID 99 mungon → “Udhëtimi nuk u gjet”, me kthim te lista.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3F6DA-E203-48D3-9473-BB98C002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Përgjigjja: Lista bosh është përgjigje e suksesshme me zero rreshta. Gabimi do të thotë se nuk arritëm ta lexojmë përgjigjen.</a:t>
            </a:r>
          </a:p>
        </p:txBody>
      </p:sp>
    </p:spTree>
    <p:extLst>
      <p:ext uri="{BB962C8B-B14F-4D97-AF65-F5344CB8AC3E}">
        <p14:creationId xmlns:p14="http://schemas.microsoft.com/office/powerpoint/2010/main" val="17643872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2CF54-0A3F-4D96-92F2-222BF63F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DEMONSTRIMI · 25–37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54AB5-10AD-4421-A58D-C53702A4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15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92CD0-DF3F-4359-8797-E0DD671B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Tani ndryshon baza, jo kodi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D1DE1-5A18-4BB7-88DA-C2FB85A1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Para klikimit, voto: pas ndryshimit në Neon, a përditësohen kartat pa rifreskim?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Provojmë 08:15 → 08:25 në listë dhe detaje, pastaj listën bosh dhe lidhjen e munguar.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Një student parashikon; një tjetër verifikon rezultatin. Në fund rikthejmë konfigurimin.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BE355-040D-47E3-9E4D-E20FB079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Përgjigjja: Në këtë ushtrim duhet hapje ose rifreskim i faqes. force-dynamic nuk është abonim në kohë reale.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947F0-12C1-480C-A46B-23ED331B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9DDFF"/>
                </a:solidFill>
                <a:latin typeface="Arial"/>
                <a:ea typeface="Arial"/>
                <a:cs typeface="Arial"/>
              </a:rPr>
              <a:t>Në faqe: Hap rrjedhën e demonstrimit ↗</a:t>
            </a:r>
          </a:p>
        </p:txBody>
      </p:sp>
    </p:spTree>
    <p:extLst>
      <p:ext uri="{BB962C8B-B14F-4D97-AF65-F5344CB8AC3E}">
        <p14:creationId xmlns:p14="http://schemas.microsoft.com/office/powerpoint/2010/main" val="3411604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5D718-3242-4A8E-887E-B2141FFC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SIGURIA DHE KUFIJTË · 37–45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C5046-CA56-4C51-B461-2B2C004F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16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03796-8A6B-4646-B3E0-38D08D1A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Kush mund ta ndryshojë udhëtimin?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50EE9-FB5C-4F34-8BE8-12EF5B83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Sot ndryshon vetëm pronari i databazës nga SQL Editor; aplikacioni ynë ka vetëm lexim.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Mbajtja private e DATABASE_URL nuk vendos leje për shoferët.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Javën tjetër: hyrja dhe kontrolli në server që shoferi ndryshon vetëm udhëtimet e veta.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RLS (Row Level Security – siguri në nivel rreshti) është një mekanizëm shtesë; nuk e kemi aktivizuar në ushtrimin e sotëm.</a:t>
            </a:r>
          </a:p>
        </p:txBody>
      </p:sp>
    </p:spTree>
    <p:extLst>
      <p:ext uri="{BB962C8B-B14F-4D97-AF65-F5344CB8AC3E}">
        <p14:creationId xmlns:p14="http://schemas.microsoft.com/office/powerpoint/2010/main" val="20098823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F994C-B1DB-484F-8835-490717DA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PROVO KUPTIMIN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229E0-6423-465F-8EBD-AE58E32F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17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4A3D2-E025-4F1F-9831-8DCDDD9A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Cili rast është lista bosh?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4B34F-D625-40A5-AD33-B398FDA8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Databaza përgjigjet, por kthen zero rreshta. Çfarë duhet të shohë Arta?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Voto individualisht; shpjego përse para se ta kontrollosh.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D0B61-077C-4748-B27D-D979409A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A · Lista është bosh; shfaq një mesazh të qartë.</a:t>
            </a:r>
          </a:p>
          <a:p xmlns:a="http://schemas.openxmlformats.org/drawingml/2006/main">
            <a: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B · Shfaq gabim të fjalëkalimit.</a:t>
            </a:r>
          </a:p>
          <a:p xmlns:a="http://schemas.openxmlformats.org/drawingml/2006/main">
            <a: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C · Shfaq udhëtimin e javës së kaluar.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BF32CF-F025-4EA4-8381-B007F8A7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Përgjigjja: Kemi përgjigje të suksesshme me zero rreshta. Gabimi i lidhjes trajtohet veçmas; nuk shpikim udhëtime.</a:t>
            </a:r>
          </a:p>
        </p:txBody>
      </p:sp>
    </p:spTree>
    <p:extLst>
      <p:ext uri="{BB962C8B-B14F-4D97-AF65-F5344CB8AC3E}">
        <p14:creationId xmlns:p14="http://schemas.microsoft.com/office/powerpoint/2010/main" val="12346582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85CD0-A97E-45E0-8E79-0887A4B0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USHTRIMET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403FB-EC82-4683-9B90-B890C3AF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18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86546-0C7E-4764-A691-A0829A3B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Çfarë do të mbyllni në 90 minuta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77D90-C537-455E-9AC9-16B37884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Neon i lidhur + tabela me tri udhëtime fiktive.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Lista dhe detajet lexojnë nga databaza.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Tri prova në java-04.md: ndryshimi, lista bosh, lidhja e munguar.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Dorëzim në minutën 70; 20 minuta për përgjigjen dhe korrigjimet në GitHub.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3FA69-7F0C-4123-8F5B-52D079DD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9DDFF"/>
                </a:solidFill>
                <a:latin typeface="Arial"/>
                <a:ea typeface="Arial"/>
                <a:cs typeface="Arial"/>
              </a:rPr>
              <a:t>Në faqe: Hap prezantimin e ushtrimeve →</a:t>
            </a:r>
          </a:p>
        </p:txBody>
      </p:sp>
    </p:spTree>
    <p:extLst>
      <p:ext uri="{BB962C8B-B14F-4D97-AF65-F5344CB8AC3E}">
        <p14:creationId xmlns:p14="http://schemas.microsoft.com/office/powerpoint/2010/main" val="143689109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D66FE-6F39-4179-8532-D70D00EF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PËRMBYLLJA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D9A819-212D-46A5-AF15-69158AA4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19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852C1-A0F1-48AD-BB09-CCFA4089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Ekranet ndryshojnë. Burimi mbetet një.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E5D98-E072-4C3F-9B93-02B3DD48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Një orë ndryshoi në Neon. Lista dhe detajet treguan të njëjtin ndryshim.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Kjo është aftësia e re: ta ndash informacionin nga pamja dhe ta lexosh përmes serverit.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Në biznesin tënd, i njëjti parim shërben për orare shërbimesh, termine ose porosi.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Exit ticket: ku ruhet ora, kush e lexon dhe ku qëndron sekreti?</a:t>
            </a:r>
          </a:p>
        </p:txBody>
      </p:sp>
    </p:spTree>
    <p:extLst>
      <p:ext uri="{BB962C8B-B14F-4D97-AF65-F5344CB8AC3E}">
        <p14:creationId xmlns:p14="http://schemas.microsoft.com/office/powerpoint/2010/main" val="15444803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2026-10-07T18:30:41.6530000Z</dcterms:created>
  <dcterms:modified xsi:type="dcterms:W3CDTF">2026-10-07T18:30:41.6530000Z</dcterms:modified>
</coreProperties>
</file>