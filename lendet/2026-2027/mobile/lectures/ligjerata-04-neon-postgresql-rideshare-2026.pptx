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041d34a93e041d6"/><Relationship Type="http://schemas.openxmlformats.org/officeDocument/2006/relationships/extended-properties" Target="/docProps/app.xml" Id="R19e2ac353bd746a0"/><Relationship Type="http://schemas.openxmlformats.org/officeDocument/2006/relationships/officeDocument" Target="/ppt/presentation.xml" Id="R2dc313b933cf43f2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10f41f72b34c87"/>
  </p:sldMasterIdLst>
  <p:sldIdLst>
    <p:sldId xmlns:r="http://schemas.openxmlformats.org/officeDocument/2006/relationships" id="256" r:id="R02751c1ce6bf4056"/>
    <p:sldId xmlns:r="http://schemas.openxmlformats.org/officeDocument/2006/relationships" id="257" r:id="R51a1d8eefdc14fc7"/>
    <p:sldId xmlns:r="http://schemas.openxmlformats.org/officeDocument/2006/relationships" id="258" r:id="R655ba8d034704801"/>
    <p:sldId xmlns:r="http://schemas.openxmlformats.org/officeDocument/2006/relationships" id="259" r:id="Rc0771159c9514ade"/>
    <p:sldId xmlns:r="http://schemas.openxmlformats.org/officeDocument/2006/relationships" id="260" r:id="Rb048703e825949ba"/>
    <p:sldId xmlns:r="http://schemas.openxmlformats.org/officeDocument/2006/relationships" id="261" r:id="R97a15a779a7e41bf"/>
    <p:sldId xmlns:r="http://schemas.openxmlformats.org/officeDocument/2006/relationships" id="262" r:id="R767dc16736b745f0"/>
    <p:sldId xmlns:r="http://schemas.openxmlformats.org/officeDocument/2006/relationships" id="263" r:id="Rbf5b6a2f54f04566"/>
    <p:sldId xmlns:r="http://schemas.openxmlformats.org/officeDocument/2006/relationships" id="264" r:id="R74a76565449e4558"/>
    <p:sldId xmlns:r="http://schemas.openxmlformats.org/officeDocument/2006/relationships" id="265" r:id="R4012071585954ec4"/>
    <p:sldId xmlns:r="http://schemas.openxmlformats.org/officeDocument/2006/relationships" id="266" r:id="R28259617aaa84692"/>
    <p:sldId xmlns:r="http://schemas.openxmlformats.org/officeDocument/2006/relationships" id="267" r:id="R9a1f3ee6a7ed444e"/>
    <p:sldId xmlns:r="http://schemas.openxmlformats.org/officeDocument/2006/relationships" id="268" r:id="R77d81c4d17344768"/>
    <p:sldId xmlns:r="http://schemas.openxmlformats.org/officeDocument/2006/relationships" id="269" r:id="Rbdb7e65e032c44c4"/>
    <p:sldId xmlns:r="http://schemas.openxmlformats.org/officeDocument/2006/relationships" id="270" r:id="Ra3644680203e4ff6"/>
    <p:sldId xmlns:r="http://schemas.openxmlformats.org/officeDocument/2006/relationships" id="271" r:id="R15592293385545bf"/>
    <p:sldId xmlns:r="http://schemas.openxmlformats.org/officeDocument/2006/relationships" id="272" r:id="Rc118d6867f854394"/>
    <p:sldId xmlns:r="http://schemas.openxmlformats.org/officeDocument/2006/relationships" id="273" r:id="R7b54aaf5e72b4ae7"/>
    <p:sldId xmlns:r="http://schemas.openxmlformats.org/officeDocument/2006/relationships" id="274" r:id="Re9664f9f47c94d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6b8a4df42e524754"/><Relationship Type="http://schemas.openxmlformats.org/officeDocument/2006/relationships/slideMaster" Target="/ppt/slideMasters/slideMaster1.xml" Id="Red10f41f72b34c87"/><Relationship Type="http://schemas.openxmlformats.org/officeDocument/2006/relationships/presProps" Target="/ppt/presProps.xml" Id="R30282a7e18114a6c"/><Relationship Type="http://schemas.openxmlformats.org/officeDocument/2006/relationships/tableStyles" Target="/ppt/tableStyles.xml" Id="R7ed1df42efa34ee4"/><Relationship Type="http://schemas.openxmlformats.org/officeDocument/2006/relationships/slide" Target="/ppt/slides/slide1.xml" Id="R02751c1ce6bf4056"/><Relationship Type="http://schemas.openxmlformats.org/officeDocument/2006/relationships/slide" Target="/ppt/slides/slide2.xml" Id="R51a1d8eefdc14fc7"/><Relationship Type="http://schemas.openxmlformats.org/officeDocument/2006/relationships/slide" Target="/ppt/slides/slide3.xml" Id="R655ba8d034704801"/><Relationship Type="http://schemas.openxmlformats.org/officeDocument/2006/relationships/slide" Target="/ppt/slides/slide4.xml" Id="Rc0771159c9514ade"/><Relationship Type="http://schemas.openxmlformats.org/officeDocument/2006/relationships/slide" Target="/ppt/slides/slide5.xml" Id="Rb048703e825949ba"/><Relationship Type="http://schemas.openxmlformats.org/officeDocument/2006/relationships/slide" Target="/ppt/slides/slide6.xml" Id="R97a15a779a7e41bf"/><Relationship Type="http://schemas.openxmlformats.org/officeDocument/2006/relationships/slide" Target="/ppt/slides/slide7.xml" Id="R767dc16736b745f0"/><Relationship Type="http://schemas.openxmlformats.org/officeDocument/2006/relationships/slide" Target="/ppt/slides/slide8.xml" Id="Rbf5b6a2f54f04566"/><Relationship Type="http://schemas.openxmlformats.org/officeDocument/2006/relationships/slide" Target="/ppt/slides/slide9.xml" Id="R74a76565449e4558"/><Relationship Type="http://schemas.openxmlformats.org/officeDocument/2006/relationships/slide" Target="/ppt/slides/slide10.xml" Id="R4012071585954ec4"/><Relationship Type="http://schemas.openxmlformats.org/officeDocument/2006/relationships/slide" Target="/ppt/slides/slide11.xml" Id="R28259617aaa84692"/><Relationship Type="http://schemas.openxmlformats.org/officeDocument/2006/relationships/slide" Target="/ppt/slides/slide12.xml" Id="R9a1f3ee6a7ed444e"/><Relationship Type="http://schemas.openxmlformats.org/officeDocument/2006/relationships/slide" Target="/ppt/slides/slide13.xml" Id="R77d81c4d17344768"/><Relationship Type="http://schemas.openxmlformats.org/officeDocument/2006/relationships/slide" Target="/ppt/slides/slide14.xml" Id="Rbdb7e65e032c44c4"/><Relationship Type="http://schemas.openxmlformats.org/officeDocument/2006/relationships/slide" Target="/ppt/slides/slide15.xml" Id="Ra3644680203e4ff6"/><Relationship Type="http://schemas.openxmlformats.org/officeDocument/2006/relationships/slide" Target="/ppt/slides/slide16.xml" Id="R15592293385545bf"/><Relationship Type="http://schemas.openxmlformats.org/officeDocument/2006/relationships/slide" Target="/ppt/slides/slide17.xml" Id="Rc118d6867f854394"/><Relationship Type="http://schemas.openxmlformats.org/officeDocument/2006/relationships/slide" Target="/ppt/slides/slide18.xml" Id="R7b54aaf5e72b4ae7"/><Relationship Type="http://schemas.openxmlformats.org/officeDocument/2006/relationships/slide" Target="/ppt/slides/slide19.xml" Id="Re9664f9f47c94da6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6e206ee36214522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e1d801f0b0284eca"/><Relationship Type="http://schemas.openxmlformats.org/officeDocument/2006/relationships/slideLayout" Target="/ppt/slideLayouts/slideLayout1.xml" Id="R1aa2874493514186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a28744935141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7c5745ae41049f1"/><Relationship Type="http://schemas.openxmlformats.org/officeDocument/2006/relationships/image" Target="/ppt/media/image.png" Id="R5ea368866ce94528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b339404a9c449bb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1e778445c484832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bbeb93c845d49ea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eec07c1ab50481c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d2e689e82a64c45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863325b793b4c71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bc363a634d6414f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b946470026d41d4"/><Relationship Type="http://schemas.openxmlformats.org/officeDocument/2006/relationships/image" Target="/ppt/media/image2.png" Id="Rce4443667a554245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0cbbd2461e04c26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cf6a22717984b00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cc5a9849c624755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b9eb63f12b543f9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91b4a828e2e4f41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6419b2ace734e59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20a3074a5e041c2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f4c5753ddcc46d3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70a6b8632684159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2556f36ce884ff5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DE57F-28A4-4A59-99DD-012D8CFD1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JAVA 4 · 08.10.2026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5DC9E-6028-47AD-80BD-78696BB1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19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a368866ce94528"/>
          <a:stretch xmlns:a="http://schemas.openxmlformats.org/drawingml/2006/main"/>
        </p:blipFill>
        <p:spPr>
          <a:xfrm xmlns:a="http://schemas.openxmlformats.org/drawingml/2006/main">
            <a:off x="609600" y="1283203"/>
            <a:ext cx="1714500" cy="33871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57031-B0D4-4B69-9AC6-5A7FAEE3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5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RideShare mban mend udhëtimet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F68E6-3446-4741-BC28-389136C8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66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Javën e kaluar ndërtuam ekranet. Sot u japim një burim të përbashkët të dhënash.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Neon + PostgreSQL · Ligjëratë 45 minuta për secilin grup</a:t>
            </a:r>
          </a:p>
        </p:txBody>
      </p:sp>
    </p:spTree>
    <p:extLst>
      <p:ext uri="{BB962C8B-B14F-4D97-AF65-F5344CB8AC3E}">
        <p14:creationId xmlns:p14="http://schemas.microsoft.com/office/powerpoint/2010/main" val="462074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F1AC3-1F70-4957-A1B7-A9522F99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PROBLEMI · 0–5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E155D-FC14-4090-8716-4BF2F341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00EAE-566E-4D5F-8BCF-A46FDF39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Shoferi ndryshon orën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FCBB11-4A79-4F04-8705-CF755986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Arta zgjodhi udhëtimin e orës 08:15. Shoferi e ndryshon nisjen në 08:25.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Parashiko: ku duhet të shihet ora e re — në kartë, në detaje apo në të dyja?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Diskuto me personin pranë teje për 20 sekonda; pastaj zbulojmë përgjigjen.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F77C1-01C8-4E67-8F43-408D7429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Në të dyja. Ora është e dhënë: e ndryshojmë një herë në databazë dhe të dy ekranet e lexojnë përsëri.</a:t>
            </a:r>
          </a:p>
        </p:txBody>
      </p:sp>
    </p:spTree>
    <p:extLst>
      <p:ext uri="{BB962C8B-B14F-4D97-AF65-F5344CB8AC3E}">
        <p14:creationId xmlns:p14="http://schemas.microsoft.com/office/powerpoint/2010/main" val="571015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AF366-4C37-42A4-8ED3-950C4C34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VAZHDIMI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A2B1A-FB53-4FE6-8FCD-E9E7D458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C6C21-CD5E-4C3C-A2B5-F0CAE7F6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mbajmë nga Java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85620-4F8F-4F33-936F-ECE33B11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kartat, komponenti KartaUdhetimi dhe adresat mbeten.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Lista → /udhetimi/2 → /udhetimi/2/kerkesa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Ndryshon burimi: vargu në kod zëvendësohet me një pyetje te Neon.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E30F1-ED48-430C-A695-9847D99A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Java 3: udhetimet.find(...)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Java 4: await gjejUdhetimin(id)</a:t>
            </a:r>
          </a:p>
        </p:txBody>
      </p:sp>
    </p:spTree>
    <p:extLst>
      <p:ext uri="{BB962C8B-B14F-4D97-AF65-F5344CB8AC3E}">
        <p14:creationId xmlns:p14="http://schemas.microsoft.com/office/powerpoint/2010/main" val="13568406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7625FB-81AD-477B-B2B5-31A835E9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KONCEPTET · 5–15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B2E48-1C0B-42A7-887C-B623E0F5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A4929-4629-405B-8C55-8D4A605E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Databaza dhe shërbimi Neon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286AB-2BED-4CAA-8889-52E9A7E3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DB (Database – bazë e të dhënave) ruan të dhënat veçmas nga ekranet.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PostgreSQL është sistemi që organizon tabelat dhe ekzekuton pyetjet SQL. Neon ofron PostgreSQL në cloud.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Neon është zgjedhja jonë kryesore përmes Vercel Marketplace. Supabase mbetet alternativë.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B5BC2-2B6A-4C26-9DA1-671285E9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https://neon.com/docs/guides/vercel-native-integration  |  https://vercel.com/docs/marketplace-storage</a:t>
            </a:r>
          </a:p>
        </p:txBody>
      </p:sp>
    </p:spTree>
    <p:extLst>
      <p:ext uri="{BB962C8B-B14F-4D97-AF65-F5344CB8AC3E}">
        <p14:creationId xmlns:p14="http://schemas.microsoft.com/office/powerpoint/2010/main" val="15791952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F7132-3239-4666-8EC1-FADF6CB1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MODELI I RIDESHARE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C2693-0773-4A8B-B3D7-68906DCB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FB1F4-1CED-480C-BC74-EEE80CEA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tabelë, tri udhëtime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5375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90625"/>
                <a:gridCol w="5000625"/>
                <a:gridCol w="2381250"/>
                <a:gridCol w="2381250"/>
              </a:tblGrid>
              <a:tr h="559594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nisja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ora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vende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  <a:tr h="5595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Prishtinë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08:00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  <a:tr h="5595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Fushë Kosovë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08:15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  <a:tr h="5595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Lipjan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07:45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EC8FC-BA56-4903-B3B8-1A8BC609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Gjeje udhëtimin e Artës: Fushë Kosovë, 08:15. Cili është identifikuesi?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Zgjidh rreshtin për ta zgjedhur. Pastaj ndrysho vetëm orën në mendje: a ndryshon edhe ID?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7AA664-7765-4BD6-B685-E32A63C4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ID mbetet 2. Identifikuesi tregon cilin udhëtim kemi; ora është një veti që mund të ndryshojë.</a:t>
            </a:r>
          </a:p>
        </p:txBody>
      </p:sp>
    </p:spTree>
    <p:extLst>
      <p:ext uri="{BB962C8B-B14F-4D97-AF65-F5344CB8AC3E}">
        <p14:creationId xmlns:p14="http://schemas.microsoft.com/office/powerpoint/2010/main" val="16139156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C9490-18E0-4F35-AC66-1AA41B57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INTEGRITETI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191C11-A5FC-4993-8EBB-8F2AFD1E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56C00-6DEF-4368-9E03-DD0CEF90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Rregullat që ruajnë kuptimin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CB899-7811-4E87-8585-B5A47610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PRIMARY KEY: nuk mund të kemi dy udhëtime me të njëjtin 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NOT NULL: nisja nuk mund të mungojë.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CHECK (vende &gt;= 0): databaza refuzon −1 vende.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Zero vende është e vlefshme: udhëtimi ekziston, por është i plotë.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73849-AEBD-422E-A971-D8981DD3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id TEXT PRIMARY KEY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nisja TEXT NOT NULL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vende INTEGER CHECK (vende &gt;= 0)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617E7C-7C15-4847-A4EF-EB04AFD8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Provoje në mendje: −1 vende refuzohet nga CHECK. Zero vende pranohet, sepse udhëtimi mund të jetë i plotë.</a:t>
            </a:r>
          </a:p>
        </p:txBody>
      </p:sp>
    </p:spTree>
    <p:extLst>
      <p:ext uri="{BB962C8B-B14F-4D97-AF65-F5344CB8AC3E}">
        <p14:creationId xmlns:p14="http://schemas.microsoft.com/office/powerpoint/2010/main" val="18630212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82466-18A2-4789-9B65-C191BA2D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LEXIMI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C3973-8B1C-4F8C-8CA7-477040EC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79B48C-341C-4894-BFD1-13FCAC4D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është mënyra si pyesim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3416F-7D1D-47E3-8333-BBE4C818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SQL (Structured Query Language – gjuhë e strukturuar për pyetje).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SELECT zgjedh kolonat. FROM tregon tabelën. ORDER BY vendos rendin.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Kjo pyetje sjell të gjitha udhëtimet, jo vetëm ato me vende të lira.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3C4D6-1730-4A09-9963-8426680F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SELECT id, nisja, ora, vende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FROM udhetimet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ORDER BY id;</a:t>
            </a:r>
          </a:p>
        </p:txBody>
      </p:sp>
    </p:spTree>
    <p:extLst>
      <p:ext uri="{BB962C8B-B14F-4D97-AF65-F5344CB8AC3E}">
        <p14:creationId xmlns:p14="http://schemas.microsoft.com/office/powerpoint/2010/main" val="11071458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182E0-9B0C-4AE0-8DF6-0F1A7C5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NDRYSHIMI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E6B5D-BBD0-4CC9-B850-47B94676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4320E-3C5C-432C-8C0F-01C30CEA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Ndrysho vetëm udhëtimin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FF5EBF-BA07-45DC-850D-EAF9DE41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UPDATE ndryshon të dhënat. WHERE tregon cilin rresht.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Sfida 20-sekondëshe: çfarë ndodh nëse fshijmë rreshtin WHERE?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E1B69-6653-42A7-BC21-93AD02C8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UPDATE udhetimet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SET ora = '08:25'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WHERE id = '2';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66305-0F3A-4D97-B2DD-48DDB958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Ora 08:25 vendoset te të gjitha udhëtimet. Prandaj, para Run kontrollojmë cilët rreshta do të ndryshojmë.</a:t>
            </a:r>
          </a:p>
        </p:txBody>
      </p:sp>
    </p:spTree>
    <p:extLst>
      <p:ext uri="{BB962C8B-B14F-4D97-AF65-F5344CB8AC3E}">
        <p14:creationId xmlns:p14="http://schemas.microsoft.com/office/powerpoint/2010/main" val="19107936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2F2AF-39B2-4CE1-8DE5-6E4E52BD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HARTA E APLIKACIONIT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94E7D8-532A-4FE6-AAC8-95852435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E91CB-64B9-40F4-B4DF-BA81BFED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jeton kodi? Ku jetojnë të dhënat?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443667a554245"/>
          <a:stretch xmlns:a="http://schemas.openxmlformats.org/drawingml/2006/main"/>
        </p:blipFill>
        <p:spPr>
          <a:xfrm xmlns:a="http://schemas.openxmlformats.org/drawingml/2006/main">
            <a:off x="2288024" y="1524000"/>
            <a:ext cx="7615951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4E885-E379-40B3-9134-B16F69C1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ndryshon ora në Neon, a duhet Push në GitHub? Parashiko para përgjigjes.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36CD57-C2CE-4C7D-A96E-64AF0E11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Jo. Push nevojitet për ndryshimet e kodit. Ndryshimi i një rreshti në Neon lexohet kur aplikacioni e pyet databazën përsëri.</a:t>
            </a:r>
          </a:p>
        </p:txBody>
      </p:sp>
    </p:spTree>
    <p:extLst>
      <p:ext uri="{BB962C8B-B14F-4D97-AF65-F5344CB8AC3E}">
        <p14:creationId xmlns:p14="http://schemas.microsoft.com/office/powerpoint/2010/main" val="14034026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A0A3D-8705-4C2D-A331-AA6997D8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SERVERI · 15–25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39DC2-50D4-4A57-877F-E58FAEE6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5B64C-1A52-4EA2-853F-33C306AF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Rruga e të dhënave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43599-02AC-433B-8D53-11CAE06D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Ndajeni rrugën në klasë: një student është telefoni, një është serveri, një është databaza.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Telefoni kërkon udhëtimet. Serveri pyet Neon. Databaza kthen rreshtat; serveri ndërton kartat.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Kush e mban kredencialin? Telefoni merr pamjen; sekreti mbetet në server.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8F116-2587-476C-96E1-6C4F3D6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Telefoni → Next.js në server → Neon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Telefoni ← Kartat e udhëtimeve ← Rreshtat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B3C0BA-B13F-438F-AF75-20C9DF39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949118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DBE17-3C4E-4D1E-B7F9-22F6084F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KUFIRI PRIVAT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ED1BF-EB6F-4159-9713-EA5A0BB8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BCDC7-1B9C-45AC-BE5E-EE9C2BE0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DATABASE_URL është kredencial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E8E2A-7961-455A-8E55-60316875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kompjuter: .env.local pranë package.json. Në Vercel: Environment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GitHub ruajmë kodin dhe schema.sql; .env.local përjashtohet me .gitignore.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server-only mbron kufirin e kodit të serverit. Nuk është sistem hyrjeje ose leje përdoruesish.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C93ED-D687-4200-8B30-9CDA3D77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process.env.DATABASE_URL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// Pa NEXT_PUBLIC_ për këtë sekret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F54839-816E-405B-9606-A67B545E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https://nextjs.org/docs/app/guides/data-security  |  https://vercel.com/docs/marketplace-storage</a:t>
            </a:r>
          </a:p>
        </p:txBody>
      </p:sp>
    </p:spTree>
    <p:extLst>
      <p:ext uri="{BB962C8B-B14F-4D97-AF65-F5344CB8AC3E}">
        <p14:creationId xmlns:p14="http://schemas.microsoft.com/office/powerpoint/2010/main" val="16907416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E000A-DEC9-481F-896B-D88E4914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DETAJET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87983-A9E2-44AB-874E-F16320FE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A3EF23-ECF2-4B0F-A1A7-EEFC4D19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Pyetja përdor identitetin e zgjedhur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EF23A-1DA9-4194-B163-333B68A2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Adresa /udhetimi/2 jep id = "2".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Driver-i Neon e kalon vlerën si parametër; nuk bashkojmë tekstin e përdoruesit me SQL.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Lista dhe detajet lexojnë të njëjtën tabelë.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30BC37-AD46-42CF-B6B0-E0BC86DF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await sql`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  SELECT * FROM udhetimet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  WHERE id = ${id}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`;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EE0C6-96B6-4768-B9F8-CE00D1D6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https://neon.com/docs/serverless/serverless-driver</a:t>
            </a:r>
          </a:p>
        </p:txBody>
      </p:sp>
    </p:spTree>
    <p:extLst>
      <p:ext uri="{BB962C8B-B14F-4D97-AF65-F5344CB8AC3E}">
        <p14:creationId xmlns:p14="http://schemas.microsoft.com/office/powerpoint/2010/main" val="17075584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AF356-BFB8-409D-9D4D-DD307F2E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PRITJA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850777-FE2F-4F7D-BF6D-D1B5842C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BF63C-4F0A-4D9F-AAEB-D9A3BECF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Pse përdorim await?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E3719-A290-42E7-A06B-7AF85D19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Vargu i Javës 3 ishte menjëherë në kujtesë. Databaza përgjigjet përmes rrjetit.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await pret përgjigjen para se të ndërtojmë kartat.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force-dynamic në faqet e këtij ushtrimi kërkon lexim të ri kur faqja hapet ose rifreskohet. Nuk është përditësim automatik në kohë reale.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70171-5334-4107-B96F-2CD18EF4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const udhetimet = await lexoUdhetimet();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09C82-A13C-4E13-A20E-53B72F7D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https://nextjs.org/docs/app/api-reference/file-conventions/route-segment-config</a:t>
            </a:r>
          </a:p>
        </p:txBody>
      </p:sp>
    </p:spTree>
    <p:extLst>
      <p:ext uri="{BB962C8B-B14F-4D97-AF65-F5344CB8AC3E}">
        <p14:creationId xmlns:p14="http://schemas.microsoft.com/office/powerpoint/2010/main" val="96901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510E2-94BA-455C-88B4-814CD3BC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SJELLJA E APLIKACIONIT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36E57-64CB-4840-938B-DA0FFEBC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14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84544-E9DC-4F8E-A29E-809336F3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Tri përgjigje të ndryshme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23E93E-8D38-41A3-9E2D-36F469BA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Ka rreshta → shfaq kartat.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Zero rreshta → “Nuk ka udhëtime për momentin.”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Lidhja dështoi → “Nuk u lidhëm me databazën. Provo përsëri.”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 99 mungon → “Udhëtimi nuk u gjet”, me kthim te lista.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39384-5635-407A-AF37-EDAA442A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Lista bosh është përgjigje e suksesshme me zero rreshta. Gabimi do të thotë se nuk arritëm ta lexojmë përgjigjen.</a:t>
            </a:r>
          </a:p>
        </p:txBody>
      </p:sp>
    </p:spTree>
    <p:extLst>
      <p:ext uri="{BB962C8B-B14F-4D97-AF65-F5344CB8AC3E}">
        <p14:creationId xmlns:p14="http://schemas.microsoft.com/office/powerpoint/2010/main" val="12089698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BDED59-4563-4290-A537-EC6043CA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DEMONSTRIMI · 25–37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CF976-B538-4D41-B884-962E3762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15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32634-7C9D-4AB7-B946-C77EC616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Tani ndryshon baza, jo kodi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2508A-4FCE-444F-A029-6E54A88C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 klikimit, voto: pas ndryshimit në Neon, a përditësohen kartat pa rifreskim?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Provojmë 08:15 → 08:25 në listë dhe detaje, pastaj listën bosh dhe lidhjen e munguar.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Një student parashikon; një tjetër verifikon rezultatin. Në fund rikthejmë konfigurimin.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A6F169-2C25-4A08-BEED-8C4F6760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Në këtë ushtrim duhet hapje ose rifreskim i faqes. force-dynamic nuk është abonim në kohë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D2185A-D388-4A73-B56E-EB5CF19E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rrjedhën e demonstrimit ↗</a:t>
            </a:r>
          </a:p>
        </p:txBody>
      </p:sp>
    </p:spTree>
    <p:extLst>
      <p:ext uri="{BB962C8B-B14F-4D97-AF65-F5344CB8AC3E}">
        <p14:creationId xmlns:p14="http://schemas.microsoft.com/office/powerpoint/2010/main" val="138544261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959D5-2973-488E-A36A-328265D0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SIGURIA DHE KUFIJTË · 37–45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1E69A5-659D-4C67-BEBA-7520843F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16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9699D-36C2-494E-AB84-10D83741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Kush mund ta ndryshojë udhëtimin?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FEC4A-7EBF-48B6-9A6A-23454D86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Sot ndryshon vetëm pronari i databazës nga SQL Editor; aplikacioni ynë ka vetëm lexim.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Mbajtja private e DATABASE_URL nuk vendos leje për shoferët.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Javën tjetër: hyrja dhe kontrolli në server që shoferi ndryshon vetëm udhëtimet e veta.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RLS (Row Level Security – siguri në nivel rreshti) është një mekanizëm shtesë; nuk e kemi aktivizuar në ushtrimin e sotëm.</a:t>
            </a:r>
          </a:p>
        </p:txBody>
      </p:sp>
    </p:spTree>
    <p:extLst>
      <p:ext uri="{BB962C8B-B14F-4D97-AF65-F5344CB8AC3E}">
        <p14:creationId xmlns:p14="http://schemas.microsoft.com/office/powerpoint/2010/main" val="6955153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0DCB1-7F7F-447E-9287-6DB00D27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PROVO KUPTIMIN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48507C-2448-4498-A222-2C6E4AEC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17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7B4BE3-2105-4F5C-B9EE-CB0E698F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Cili rast është lista bosh?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D8ADE-6948-4484-8359-016AB18C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Databaza përgjigjet, por kthen zero rreshta. Çfarë duhet të shohë Arta?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Voto individualisht; shpjego përse para se ta kontrollosh.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00C41-8809-40B9-AE22-7A0FEAB1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Lista është bosh; shfaq një mesazh të qartë.</a:t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Shfaq gabim të fjalëkalimit.</a:t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Shfaq udhëtimin e javës së kaluar.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3B34A-E740-47E3-BC4D-49F2EE3E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Kemi përgjigje të suksesshme me zero rreshta. Gabimi i lidhjes trajtohet veçmas; nuk shpikim udhëtime.</a:t>
            </a:r>
          </a:p>
        </p:txBody>
      </p:sp>
    </p:spTree>
    <p:extLst>
      <p:ext uri="{BB962C8B-B14F-4D97-AF65-F5344CB8AC3E}">
        <p14:creationId xmlns:p14="http://schemas.microsoft.com/office/powerpoint/2010/main" val="19865437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4BDD3-961E-4B94-B425-46ABBBD0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USHTRIMET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5FE9C-C713-492D-B1B4-ED96F543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18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5BDA9-3154-4092-BB6A-1F12D3EF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do të mbyllni në 90 minuta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63AA2-7923-4400-8DF7-09A15260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Neon i lidhur + tabela me tri udhëtime fiktive.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Lista dhe detajet lexojnë nga databaza.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prova në java-04.md: ndryshimi, lista bosh, lidhja e munguar.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Dorëzim në minutën 70; 20 minuta për përgjigjen dhe korrigjimet në GitHub.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83FB1-78AC-48CA-8378-27D13F3C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prezantimin e ushtrimeve →</a:t>
            </a:r>
          </a:p>
        </p:txBody>
      </p:sp>
    </p:spTree>
    <p:extLst>
      <p:ext uri="{BB962C8B-B14F-4D97-AF65-F5344CB8AC3E}">
        <p14:creationId xmlns:p14="http://schemas.microsoft.com/office/powerpoint/2010/main" val="179362877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13243-13A6-4770-A771-1787FFEF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PËRMBYLLJA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8207BB-3CAF-45F0-B161-EA21024E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19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68ABE-50E6-4620-9BCA-F77915D1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Ekranet ndryshojnë. Burimi mbetet një.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DEF09-F085-4A5D-9FBC-2B8EED8A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Një orë ndryshoi në Neon. Lista dhe detajet treguan të njëjtin ndryshim.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Kjo është aftësia e re: ta ndash informacionin nga pamja dhe ta lexosh përmes serverit.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biznesin tënd, i njëjti parim shërben për orare shërbimesh, termine ose porosi.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Exit ticket: ku ruhet ora, kush e lexon dhe ku qëndron sekreti?</a:t>
            </a:r>
          </a:p>
        </p:txBody>
      </p:sp>
    </p:spTree>
    <p:extLst>
      <p:ext uri="{BB962C8B-B14F-4D97-AF65-F5344CB8AC3E}">
        <p14:creationId xmlns:p14="http://schemas.microsoft.com/office/powerpoint/2010/main" val="6609747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2026-10-07T08:14:55.5820000Z</dcterms:created>
  <dcterms:modified xsi:type="dcterms:W3CDTF">2026-10-07T08:14:55.5820000Z</dcterms:modified>
</coreProperties>
</file>