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b26ef0e5083f4fde"/><Relationship Type="http://schemas.openxmlformats.org/officeDocument/2006/relationships/extended-properties" Target="/docProps/app.xml" Id="R46794db46e824108"/><Relationship Type="http://schemas.openxmlformats.org/officeDocument/2006/relationships/officeDocument" Target="/ppt/presentation.xml" Id="Rd4f29c4f7cba44aa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5b7d5e986234db6"/>
  </p:sldMasterIdLst>
  <p:sldIdLst>
    <p:sldId xmlns:r="http://schemas.openxmlformats.org/officeDocument/2006/relationships" id="256" r:id="R1cab7e3beb30467d"/>
    <p:sldId xmlns:r="http://schemas.openxmlformats.org/officeDocument/2006/relationships" id="257" r:id="Rf5b5afebb4ce4c88"/>
    <p:sldId xmlns:r="http://schemas.openxmlformats.org/officeDocument/2006/relationships" id="258" r:id="R14cbd63e7f9a4fac"/>
    <p:sldId xmlns:r="http://schemas.openxmlformats.org/officeDocument/2006/relationships" id="259" r:id="Reecd302f86734e0d"/>
    <p:sldId xmlns:r="http://schemas.openxmlformats.org/officeDocument/2006/relationships" id="260" r:id="R2087357213614b58"/>
    <p:sldId xmlns:r="http://schemas.openxmlformats.org/officeDocument/2006/relationships" id="261" r:id="Rcbe970fcd3f344ce"/>
    <p:sldId xmlns:r="http://schemas.openxmlformats.org/officeDocument/2006/relationships" id="262" r:id="R2618a3a2fa3b452b"/>
    <p:sldId xmlns:r="http://schemas.openxmlformats.org/officeDocument/2006/relationships" id="263" r:id="R1ad3b7e0a778403f"/>
    <p:sldId xmlns:r="http://schemas.openxmlformats.org/officeDocument/2006/relationships" id="264" r:id="R2b75f9889a2c4692"/>
    <p:sldId xmlns:r="http://schemas.openxmlformats.org/officeDocument/2006/relationships" id="265" r:id="R088967c558614e3f"/>
    <p:sldId xmlns:r="http://schemas.openxmlformats.org/officeDocument/2006/relationships" id="266" r:id="Rf838e7fc7f314530"/>
    <p:sldId xmlns:r="http://schemas.openxmlformats.org/officeDocument/2006/relationships" id="267" r:id="R22e1d88ae05e4028"/>
    <p:sldId xmlns:r="http://schemas.openxmlformats.org/officeDocument/2006/relationships" id="268" r:id="Rb61e8e90d5c3425e"/>
    <p:sldId xmlns:r="http://schemas.openxmlformats.org/officeDocument/2006/relationships" id="269" r:id="R837ecfb44d45462d"/>
    <p:sldId xmlns:r="http://schemas.openxmlformats.org/officeDocument/2006/relationships" id="270" r:id="R1032228c430c4fca"/>
    <p:sldId xmlns:r="http://schemas.openxmlformats.org/officeDocument/2006/relationships" id="271" r:id="R13d893a3816e4198"/>
    <p:sldId xmlns:r="http://schemas.openxmlformats.org/officeDocument/2006/relationships" id="272" r:id="R06a5bfd3b4eb457d"/>
    <p:sldId xmlns:r="http://schemas.openxmlformats.org/officeDocument/2006/relationships" id="273" r:id="Rde2b3bda241347c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60a7def30d4343ac"/><Relationship Type="http://schemas.openxmlformats.org/officeDocument/2006/relationships/slideMaster" Target="/ppt/slideMasters/slideMaster1.xml" Id="R55b7d5e986234db6"/><Relationship Type="http://schemas.openxmlformats.org/officeDocument/2006/relationships/presProps" Target="/ppt/presProps.xml" Id="R1a82f62ecb3c4beb"/><Relationship Type="http://schemas.openxmlformats.org/officeDocument/2006/relationships/tableStyles" Target="/ppt/tableStyles.xml" Id="Rf18273d41161448d"/><Relationship Type="http://schemas.openxmlformats.org/officeDocument/2006/relationships/slide" Target="/ppt/slides/slide1.xml" Id="R1cab7e3beb30467d"/><Relationship Type="http://schemas.openxmlformats.org/officeDocument/2006/relationships/slide" Target="/ppt/slides/slide2.xml" Id="Rf5b5afebb4ce4c88"/><Relationship Type="http://schemas.openxmlformats.org/officeDocument/2006/relationships/slide" Target="/ppt/slides/slide3.xml" Id="R14cbd63e7f9a4fac"/><Relationship Type="http://schemas.openxmlformats.org/officeDocument/2006/relationships/slide" Target="/ppt/slides/slide4.xml" Id="Reecd302f86734e0d"/><Relationship Type="http://schemas.openxmlformats.org/officeDocument/2006/relationships/slide" Target="/ppt/slides/slide5.xml" Id="R2087357213614b58"/><Relationship Type="http://schemas.openxmlformats.org/officeDocument/2006/relationships/slide" Target="/ppt/slides/slide6.xml" Id="Rcbe970fcd3f344ce"/><Relationship Type="http://schemas.openxmlformats.org/officeDocument/2006/relationships/slide" Target="/ppt/slides/slide7.xml" Id="R2618a3a2fa3b452b"/><Relationship Type="http://schemas.openxmlformats.org/officeDocument/2006/relationships/slide" Target="/ppt/slides/slide8.xml" Id="R1ad3b7e0a778403f"/><Relationship Type="http://schemas.openxmlformats.org/officeDocument/2006/relationships/slide" Target="/ppt/slides/slide9.xml" Id="R2b75f9889a2c4692"/><Relationship Type="http://schemas.openxmlformats.org/officeDocument/2006/relationships/slide" Target="/ppt/slides/slide10.xml" Id="R088967c558614e3f"/><Relationship Type="http://schemas.openxmlformats.org/officeDocument/2006/relationships/slide" Target="/ppt/slides/slide11.xml" Id="Rf838e7fc7f314530"/><Relationship Type="http://schemas.openxmlformats.org/officeDocument/2006/relationships/slide" Target="/ppt/slides/slide12.xml" Id="R22e1d88ae05e4028"/><Relationship Type="http://schemas.openxmlformats.org/officeDocument/2006/relationships/slide" Target="/ppt/slides/slide13.xml" Id="Rb61e8e90d5c3425e"/><Relationship Type="http://schemas.openxmlformats.org/officeDocument/2006/relationships/slide" Target="/ppt/slides/slide14.xml" Id="R837ecfb44d45462d"/><Relationship Type="http://schemas.openxmlformats.org/officeDocument/2006/relationships/slide" Target="/ppt/slides/slide15.xml" Id="R1032228c430c4fca"/><Relationship Type="http://schemas.openxmlformats.org/officeDocument/2006/relationships/slide" Target="/ppt/slides/slide16.xml" Id="R13d893a3816e4198"/><Relationship Type="http://schemas.openxmlformats.org/officeDocument/2006/relationships/slide" Target="/ppt/slides/slide17.xml" Id="R06a5bfd3b4eb457d"/><Relationship Type="http://schemas.openxmlformats.org/officeDocument/2006/relationships/slide" Target="/ppt/slides/slide18.xml" Id="Rde2b3bda241347c5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f5fe5014c56e4cc4"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ce49378b8884608"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b1095d4cee94391"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26df11ca9c804bfe"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9bcb69151dd4477"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251053827e74677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B86E982-0BDF-4788-9386-8CFEE63972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D11204B-5BD0-4837-994C-BBE756C6D44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1A0B677-A512-40AB-B0F1-42C26F0D44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1C79878-4C94-4D84-BBF8-0E628E2E9B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960479F-A58D-4A64-A3D9-3617CE2ABF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D6D8315-057A-4560-AA71-646FC7C13C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CAB68D6-EBCE-4527-A5C8-4169163CA7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69F3518-D7A7-4494-B257-E13059EB5C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D02D9B3-2570-4D37-BE9B-CD4C798D1A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8011F38-7A92-41E5-8EC1-6030F015408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9d4c102923074227"/><Relationship Type="http://schemas.openxmlformats.org/officeDocument/2006/relationships/slideLayout" Target="/ppt/slideLayouts/slideLayout1.xml" Id="Rcc208ed050524b89"/><Relationship Type="http://schemas.openxmlformats.org/officeDocument/2006/relationships/slideLayout" Target="/ppt/slideLayouts/slideLayout2.xml" Id="R4861d92f5f2047c2"/><Relationship Type="http://schemas.openxmlformats.org/officeDocument/2006/relationships/slideLayout" Target="/ppt/slideLayouts/slideLayout3.xml" Id="Rfbd39e3c284d4fd2"/><Relationship Type="http://schemas.openxmlformats.org/officeDocument/2006/relationships/slideLayout" Target="/ppt/slideLayouts/slideLayout4.xml" Id="R99241679d4f44c55"/><Relationship Type="http://schemas.openxmlformats.org/officeDocument/2006/relationships/slideLayout" Target="/ppt/slideLayouts/slideLayout5.xml" Id="R306cfc80a26343cd"/><Relationship Type="http://schemas.openxmlformats.org/officeDocument/2006/relationships/slideLayout" Target="/ppt/slideLayouts/slideLayout6.xml" Id="Rbbf2d6dc45f04206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208ed050524b89"/>
    <p:sldLayoutId xmlns:r="http://schemas.openxmlformats.org/officeDocument/2006/relationships" id="2147483650" r:id="R4861d92f5f2047c2"/>
    <p:sldLayoutId xmlns:r="http://schemas.openxmlformats.org/officeDocument/2006/relationships" id="2147483651" r:id="Rfbd39e3c284d4fd2"/>
    <p:sldLayoutId xmlns:r="http://schemas.openxmlformats.org/officeDocument/2006/relationships" id="2147483652" r:id="R99241679d4f44c55"/>
    <p:sldLayoutId xmlns:r="http://schemas.openxmlformats.org/officeDocument/2006/relationships" id="2147483653" r:id="R306cfc80a26343cd"/>
    <p:sldLayoutId xmlns:r="http://schemas.openxmlformats.org/officeDocument/2006/relationships" id="2147483654" r:id="Rbbf2d6dc45f042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81ab58efab1402d"/><Relationship Type="http://schemas.openxmlformats.org/officeDocument/2006/relationships/image" Target="/ppt/media/image.png" Id="R9b36af31560640c3"/><Relationship Type="http://schemas.openxmlformats.org/officeDocument/2006/relationships/image" Target="/ppt/media/image2.png" Id="R65ff6ec8c49047f4"/><Relationship Type="http://schemas.openxmlformats.org/officeDocument/2006/relationships/image" Target="/ppt/media/image3.png" Id="R80133937467441bb"/><Relationship Type="http://schemas.openxmlformats.org/officeDocument/2006/relationships/image" Target="/ppt/media/image4.png" Id="Rf86a4515296d4f49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d8e15224ceab420c"/><Relationship Type="http://schemas.openxmlformats.org/officeDocument/2006/relationships/image" Target="/ppt/media/image5.png" Id="R3fa5258458414a79"/><Relationship Type="http://schemas.openxmlformats.org/officeDocument/2006/relationships/image" Target="/ppt/media/image6.png" Id="R39c24e98151d47e2"/><Relationship Type="http://schemas.openxmlformats.org/officeDocument/2006/relationships/image" Target="/ppt/media/image7.png" Id="R9370980915024c50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5b312e1a3644446"/><Relationship Type="http://schemas.openxmlformats.org/officeDocument/2006/relationships/image" Target="/ppt/media/image8.png" Id="R54db7e1acb7046c8"/><Relationship Type="http://schemas.openxmlformats.org/officeDocument/2006/relationships/image" Target="/ppt/media/image9.png" Id="Rbfbbf6eb41624716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2bd496578634648"/><Relationship Type="http://schemas.openxmlformats.org/officeDocument/2006/relationships/image" Target="/ppt/media/image10.png" Id="R52ca7d475d1d43bb"/><Relationship Type="http://schemas.openxmlformats.org/officeDocument/2006/relationships/image" Target="/ppt/media/image11.png" Id="Rd0bbf56e801c45f5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2652a0444ca4aa9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24c8c6715024a3c"/><Relationship Type="http://schemas.openxmlformats.org/officeDocument/2006/relationships/image" Target="/ppt/media/image12.png" Id="Rfd554550cdeb4fe6"/><Relationship Type="http://schemas.openxmlformats.org/officeDocument/2006/relationships/image" Target="/ppt/media/image13.png" Id="R43746576a41f472c"/><Relationship Id="rIdCourseUrl4" Type="http://schemas.openxmlformats.org/officeDocument/2006/relationships/hyperlink" Target="https://arbenl.github.io/lendet/2026-2027/mobile/java-07/demonstrimi.html" TargetMode="External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6b02a903697427c"/><Relationship Type="http://schemas.openxmlformats.org/officeDocument/2006/relationships/image" Target="/ppt/media/image14.png" Id="R699dd3d0e31d4eab"/><Relationship Type="http://schemas.openxmlformats.org/officeDocument/2006/relationships/image" Target="/ppt/media/image15.png" Id="R9ee9d91dc45044bf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a07dda5d0e74534"/><Relationship Type="http://schemas.openxmlformats.org/officeDocument/2006/relationships/image" Target="/ppt/media/image16.png" Id="R67b0dfd01ed64314"/><Relationship Type="http://schemas.openxmlformats.org/officeDocument/2006/relationships/image" Target="/ppt/media/image17.png" Id="Rebdac0d1d01a4ecb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3e592b888dd4fa2"/><Relationship Type="http://schemas.openxmlformats.org/officeDocument/2006/relationships/image" Target="/ppt/media/image18.png" Id="R953a957811d5400a"/><Relationship Type="http://schemas.openxmlformats.org/officeDocument/2006/relationships/image" Target="/ppt/media/image19.png" Id="R1730752e585b448b"/><Relationship Type="http://schemas.openxmlformats.org/officeDocument/2006/relationships/image" Target="/ppt/media/image20.png" Id="Rddcd06cc7f464158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c58fa648e93428b"/><Relationship Type="http://schemas.openxmlformats.org/officeDocument/2006/relationships/image" Target="/ppt/media/image21.png" Id="Re7272a5865494a1a"/><Relationship Type="http://schemas.openxmlformats.org/officeDocument/2006/relationships/image" Target="/ppt/media/image22.png" Id="Rceeab2134b004df3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ad899584f3f041d4"/><Relationship Type="http://schemas.openxmlformats.org/officeDocument/2006/relationships/image" Target="/ppt/media/image23.png" Id="Ra9c5a14e710841b4"/><Relationship Type="http://schemas.openxmlformats.org/officeDocument/2006/relationships/image" Target="/ppt/media/image24.png" Id="Rcf4bb897c7a14a20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a6001a215eb45b4"/><Relationship Type="http://schemas.openxmlformats.org/officeDocument/2006/relationships/image" Target="/ppt/media/image25.png" Id="R6a2877c896b844b4"/><Relationship Type="http://schemas.openxmlformats.org/officeDocument/2006/relationships/image" Target="/ppt/media/image26.png" Id="Rd529660a275b4327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67986a2829448c0"/><Relationship Type="http://schemas.openxmlformats.org/officeDocument/2006/relationships/image" Target="/ppt/media/image27.png" Id="R70a1361415124aef"/><Relationship Type="http://schemas.openxmlformats.org/officeDocument/2006/relationships/image" Target="/ppt/media/image28.png" Id="R3a113cd0605f482e"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d56e27d4227c41e7"/><Relationship Type="http://schemas.openxmlformats.org/officeDocument/2006/relationships/image" Target="/ppt/media/image29.png" Id="Rb4854627dea54cee"/><Relationship Type="http://schemas.openxmlformats.org/officeDocument/2006/relationships/image" Target="/ppt/media/image30.png" Id="R3d1518911d2c42c5"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43d25a4aef64267"/><Relationship Type="http://schemas.openxmlformats.org/officeDocument/2006/relationships/image" Target="/ppt/media/image31.png" Id="R2f65232128cc4f50"/><Relationship Type="http://schemas.openxmlformats.org/officeDocument/2006/relationships/image" Target="/ppt/media/image32.png" Id="R0823635bf50c45b5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08025a014154fe0"/><Relationship Type="http://schemas.openxmlformats.org/officeDocument/2006/relationships/image" Target="/ppt/media/image33.png" Id="R7dc473053574498e"/><Relationship Type="http://schemas.openxmlformats.org/officeDocument/2006/relationships/image" Target="/ppt/media/image34.png" Id="R04e83ad082a14367"/><Relationship Id="rIdCourseUrl4" Type="http://schemas.openxmlformats.org/officeDocument/2006/relationships/hyperlink" Target="https://arbenl.github.io/lendet/2026-2027/mobile/java-07/ushtrimet.html" TargetMode="External"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a24ba092d3064f5d"/><Relationship Type="http://schemas.openxmlformats.org/officeDocument/2006/relationships/image" Target="/ppt/media/image35.png" Id="R8e1d7aed0fb74c79"/><Relationship Type="http://schemas.openxmlformats.org/officeDocument/2006/relationships/image" Target="/ppt/media/image36.png" Id="R8ac9bf62b4074557"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79ffb5d2b7946e1"/><Relationship Type="http://schemas.openxmlformats.org/officeDocument/2006/relationships/image" Target="/ppt/media/image37.png" Id="Re44d6e0ec74843d6"/><Relationship Type="http://schemas.openxmlformats.org/officeDocument/2006/relationships/image" Target="/ppt/media/image38.png" Id="R357f89e2d7134760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75FC12-1636-4B7B-9EBC-05CB224B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0–2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8394CC-F32D-473C-B6C7-A518F634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 / 18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ACCACB-693B-4A8D-AA36-8F51C51472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36af31560640c3"/>
          <a:stretch xmlns:a="http://schemas.openxmlformats.org/drawingml/2006/main"/>
        </p:blipFill>
        <p:spPr>
          <a:xfrm xmlns:a="http://schemas.openxmlformats.org/drawingml/2006/main">
            <a:off x="10382250" y="906327"/>
            <a:ext cx="1190625" cy="23522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3265E0-9503-4F1A-853E-B4435E2F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52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Kontrolli i MVP-së së RideShare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E1D198-C987-4A3D-B0F6-6D26A35351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ff6ec8c49047f4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529F7E-6B03-4595-BB76-A27FBF80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 e sotme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9036D2-C2DB-49FF-9728-D25FEF4F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Ekranet, të dhënat dhe lejet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8E8E4A-A532-4318-92C8-4EF7C11A3E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133937467441bb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365177-3766-4F12-8705-16850F05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 do ta zbërthejmë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5EA985-C05F-4DA1-B797-F8CD1DCB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Demonstrim, votime dhe prova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5062AA-7019-474B-864E-A9B2A00D7A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6a4515296d4f49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CB0C9A-F5CA-4BD0-9D0D-FBEF6519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Në fund do të mundesh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4778C9-900A-4116-8516-5EB0B8212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Të shpjegosh e të provosh një korrigjim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8186F0-D4EC-47F8-8338-874B1B44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MVP (Minimum Viable Product) do të thotë produkti minimal i përdorshëm.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fund do të shpjegosh rrjedhën e aplikacionit, të dallosh një problem dhe të provosh korrigjimin.</a:t>
            </a:r>
          </a:p>
        </p:txBody>
      </p:sp>
    </p:spTree>
    <p:extLst>
      <p:ext uri="{BB962C8B-B14F-4D97-AF65-F5344CB8AC3E}">
        <p14:creationId xmlns:p14="http://schemas.microsoft.com/office/powerpoint/2010/main" val="17505140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25F8B7-E772-4EC8-94C7-CAEF7575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2–4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06EB1B-80AF-405A-A064-B61FF360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D02F2F-392C-4C50-BCA0-8CEC17A8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kemi ndërtuar deri tani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7EEF62-C004-4E3E-AEDC-17BD329F4A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258458414a79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4CAD5F-36D7-4E9B-9FF9-600329EA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Ekranet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BAD9F7-14A0-40FE-8E7D-A1988702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Lista, detajet dhe kërkesa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5FF1C5-F66E-4D82-9728-DF059A7E14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c24e98151d47e2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DCAA9C-2C20-421F-802D-C0CD8AE22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Të dhënat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223E60-8164-4CB2-A7FA-6CDD66DD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Neon PostgreSQL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D092EF-4F24-45A2-91CA-EB85D2AFDA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70980915024c50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BEEEA7-FB4E-488E-AAE3-13A094FA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Besimi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5AC3A0-4EE6-4E9D-BBFE-2FCB624A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Lejet dhe kufijtë offline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A8F709-E441-4ADE-90A8-3304726A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Java 3 lidhi listën me detajet. Java 4 solli të dhënat nga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Java 5 shtoi hyrjen dhe lejet. Java 6 na mësoi të lexojmë një kopje pa internet.</a:t>
            </a:r>
          </a:p>
        </p:txBody>
      </p:sp>
    </p:spTree>
    <p:extLst>
      <p:ext uri="{BB962C8B-B14F-4D97-AF65-F5344CB8AC3E}">
        <p14:creationId xmlns:p14="http://schemas.microsoft.com/office/powerpoint/2010/main" val="4335028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9FBB86-1B4F-4CD9-88B6-FD0A7336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4–7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89D4AD-6A48-4840-B15F-6B885745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3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276FB7-9D79-442E-9100-8E532441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Ora në dy ekrane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847A68-4D58-42E8-8867-5082A975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Lista thotë 08:15. Arta hap udhëtimin e Dritonit dhe detajet thonë 08:40.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çift: cili informacion ju duhet para se të ndryshoni kodin?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0A0577-D3B9-4AC1-930A-AC152F9FA0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db7e1acb7046c8"/>
          <a:stretch xmlns:a="http://schemas.openxmlformats.org/drawingml/2006/main"/>
        </p:blipFill>
        <p:spPr>
          <a:xfrm xmlns:a="http://schemas.openxmlformats.org/drawingml/2006/main">
            <a:off x="6334125" y="1952625"/>
            <a:ext cx="2190750" cy="34099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A01005-DCDC-4EAC-B963-02AFA700B1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bbf6eb41624716"/>
          <a:stretch xmlns:a="http://schemas.openxmlformats.org/drawingml/2006/main"/>
        </p:blipFill>
        <p:spPr>
          <a:xfrm xmlns:a="http://schemas.openxmlformats.org/drawingml/2006/main">
            <a:off x="9001125" y="1952625"/>
            <a:ext cx="2190750" cy="3409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8D8C18-8D7D-4EA6-90E1-B60DAF3DE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533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kontrollojmë së pari?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E2D34A-F7B2-49BC-87A4-90B5568D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Vetëm ngjyrën e kartës.</a:t>
            </a:r>
          </a:p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ID-në, burimin dhe kohën e leximit.</a:t>
            </a:r>
          </a:p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I shkruajmë të dyja orët 08:15.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B2FC04-D895-4C99-9EBF-CDE5C2B5A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DBA74"/>
                </a:solidFill>
                <a:latin typeface="Arial"/>
                <a:ea typeface="Arial"/>
                <a:cs typeface="Arial"/>
              </a:rPr>
              <a:t>Votoni dhe diskutoni arsyen përpara përgjigjes.</a:t>
            </a:r>
          </a:p>
        </p:txBody>
      </p:sp>
    </p:spTree>
    <p:extLst>
      <p:ext uri="{BB962C8B-B14F-4D97-AF65-F5344CB8AC3E}">
        <p14:creationId xmlns:p14="http://schemas.microsoft.com/office/powerpoint/2010/main" val="12986169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6BADC4-2443-48F5-9C56-69A9D612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7–9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07CB6C-A35A-4E22-9580-48F5C1E75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4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10B56C-B832-42B5-B58C-BA478094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njëjti udhëtim, një burim i qartë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56956A-DF1E-4E87-9AA4-8CA0CF9BAB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ca7d475d1d43bb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5942F2-E328-4D12-AC59-2BB45AB6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ID-ja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8B8A7E-3065-4790-A7A1-82771A40D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Cilin udhëtim lexova?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767061-5E5C-481D-9CD5-5B8ED684E3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bbf56e801c45f5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04B460-8293-4E37-BDF2-57663DD1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Burimi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54F2A3-F34F-4989-A397-564E9C4E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Server apo kopje?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442072-A7C1-473A-94E2-ED28E948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Kontrollojmë ID-në në link dhe në të dhëna. Pastaj kontrollojmë nëse pamja vjen nga serveri ose nga kopja.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Nëse të dhënat kanë ndryshuar mes leximeve, e shpjegojmë dhe rifreskojmë. Nuk premtojmë që dy lexime janë gjithmonë identike.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5F8053-0EC7-4B79-AF59-C4358F7A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Pse ndryshimi i tekstit në kartë mund ta fshehë gabimin?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08CB70-6B68-4CB3-ACB8-28B5B054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Detajet mund të lexojnë udhëtimin e gabuar ose një version tjetër. Ndryshimi i tekstit nuk korrigjon shkakun.</a:t>
            </a:r>
          </a:p>
        </p:txBody>
      </p:sp>
    </p:spTree>
    <p:extLst>
      <p:ext uri="{BB962C8B-B14F-4D97-AF65-F5344CB8AC3E}">
        <p14:creationId xmlns:p14="http://schemas.microsoft.com/office/powerpoint/2010/main" val="19202550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393EA3-6BDA-46B4-898E-760601E6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9–12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AEE19C-96ED-49EB-A2DA-32B6BE93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5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724A41-E5CA-4313-B334-49A7C651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 kalon veprimi i Artës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631BEE-EBF2-4E49-85D0-00C22F52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PUBLIKIMI I KODIT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60F6D6-01EB-4616-9BF6-68895B56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Git në kompjuter   →   GitHub   →   Vercel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C936F6-B040-4FEF-A717-5830876E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TË DHËNAT GJATË PËRDORIMIT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BF312A-DFE0-49B0-BF04-9B82C77C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Telefoni   ↔   Vercel / Next.js   ↔   Neon PostgreSQL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F03191-FCA2-4FAB-8645-DDB191F4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DBA74"/>
                </a:solidFill>
                <a:latin typeface="Arial"/>
                <a:ea typeface="Arial"/>
                <a:cs typeface="Arial"/>
              </a:rPr>
              <a:t>Kopja offline qëndron në telefon. GitHub nuk është ndalesë e çdo klikimi.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16CB1C-B17C-450F-96AA-62540CA8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Git dhe GitHub ruajnë e publikojnë kodin. Vercel e ndërton dhe e shërben aplikacionin.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Gjatë përdorimit, shfletuesi kërkon të dhëna nga serveri Next.js në Vercel. Serveri lexon Neon PostgreSQL.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3AD0E5-0107-468E-A88E-78A0206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https://nextjs.org/docs/app/guides/data-security</a:t>
            </a:r>
          </a:p>
        </p:txBody>
      </p:sp>
    </p:spTree>
    <p:extLst>
      <p:ext uri="{BB962C8B-B14F-4D97-AF65-F5344CB8AC3E}">
        <p14:creationId xmlns:p14="http://schemas.microsoft.com/office/powerpoint/2010/main" val="15250940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C35609-36C8-450B-99F5-4B654BD2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12–15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D859BF-AE0B-4D64-8E2D-1FA3A49DD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6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4D6AFE-FB30-4B2B-80C4-09910C037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Demo: vendoseni aplikacionin në vështirësi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AFABBC-6095-44F2-90F7-FD9B19373D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554550cdeb4fe6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D21216-04F3-44BC-B9EF-7F022512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Parashiko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A1A6C0-B32C-4BD9-974E-6E9CD14B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Para klikimit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3DB314-2447-4729-95F3-79DC2B083A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746576a41f472c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D2477C-8922-4099-9DD6-C83A59668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9809A9-39D5-482D-A14D-88E9C4DA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Ndrysho vetëm një kusht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EA859D-56C5-4FC9-8210-5618FAE3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Klasa zgjedh një rast: funksionim normal, pa vende, ID i gabuar ose kopje offline.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Parashikoni mesazhin. Pastaj hapni demonstrimin dhe ndiqni hapat e infrastrukturës.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D05616-B71E-45CE-8E01-4EF8A678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Demonstrimi interaktiv: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507DA1-8589-4CF4-9FAA-E8F5ECCF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BA74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urseUrl4"/>
              </a:rPr>
              <a:t>https://arbenl.github.io/lendet/2026-2027/mobile/java-07/demonstrimi.html</a:t>
            </a:r>
          </a:p>
        </p:txBody>
      </p:sp>
    </p:spTree>
    <p:extLst>
      <p:ext uri="{BB962C8B-B14F-4D97-AF65-F5344CB8AC3E}">
        <p14:creationId xmlns:p14="http://schemas.microsoft.com/office/powerpoint/2010/main" val="9722457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017C77-7AEA-49A5-9F4E-B94D8173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15–18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7CA627-DC3F-49FA-B468-5B2FF750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7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A2561-4ECD-49A4-9794-7A1B85A2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u shtyp. A u rezervua vendi?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CA9CDC-4BC5-423E-823C-E79A4367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Faqja e Javës 3 shfaq “Në pritje” në një simulim. Nuk ka ende kërkesë të ruajtur në server.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B028F4-4D43-4BAE-8B66-E9FFCC7415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9dd3d0e31d4eab"/>
          <a:stretch xmlns:a="http://schemas.openxmlformats.org/drawingml/2006/main"/>
        </p:blipFill>
        <p:spPr>
          <a:xfrm xmlns:a="http://schemas.openxmlformats.org/drawingml/2006/main">
            <a:off x="6334125" y="1952625"/>
            <a:ext cx="2190750" cy="34099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F1D9E5-3007-4330-B157-020D9FCC42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9d91dc45044bf"/>
          <a:stretch xmlns:a="http://schemas.openxmlformats.org/drawingml/2006/main"/>
        </p:blipFill>
        <p:spPr>
          <a:xfrm xmlns:a="http://schemas.openxmlformats.org/drawingml/2006/main">
            <a:off x="9001125" y="1952625"/>
            <a:ext cx="2190750" cy="3409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FDD585-A503-460C-9279-48B6767C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533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Cila fjali përshkruan saktë këtë rezultat?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2769C6-2DD4-46CB-A920-30048494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Vendi është rezervuar përfundimisht.</a:t>
            </a:r>
          </a:p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Shoferi e ka pranuar Artën.</a:t>
            </a:r>
          </a:p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Simulimi shfaq Në pritje, pa rezervim real.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21EB98-E160-4610-AD3F-0BC443BF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DBA74"/>
                </a:solidFill>
                <a:latin typeface="Arial"/>
                <a:ea typeface="Arial"/>
                <a:cs typeface="Arial"/>
              </a:rPr>
              <a:t>Votoni dhe diskutoni arsyen përpara përgjigjes.</a:t>
            </a:r>
          </a:p>
        </p:txBody>
      </p:sp>
    </p:spTree>
    <p:extLst>
      <p:ext uri="{BB962C8B-B14F-4D97-AF65-F5344CB8AC3E}">
        <p14:creationId xmlns:p14="http://schemas.microsoft.com/office/powerpoint/2010/main" val="560611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107C4A-A38F-4E51-91E6-F063E2BF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18–20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2401FC-307E-48B9-A27B-969AD298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8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A4A990-C7C3-4934-9155-5ED9DFE9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Gjendjet e një kërkese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AA0586-61D3-4C39-8512-410C7680AF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0dfd01ed64314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699AF5-EC6C-41DF-A56E-2589D6AD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Në pritje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FDB282-0A15-4C98-AE40-0C9AA1458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Në simulim: shënohet qartë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EC8000-8746-4D12-803C-5078DB3540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dac0d1d01a4ecb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3150EA-AD37-42C5-9D4C-A6F1B636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 pranuar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9C7D32-4515-40B7-9BD7-2839E596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Kërkon proces real konfirmimi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8FACD5-CF94-4BED-A76B-C250FD0E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“E padërguar”, “Në pritje” dhe “E pranuar” përfaqësojnë ngjarje të ndryshme.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MVP-në (Minimum Viable Product – produkti minimal i përdorshëm) të sotme e emërtojmë qartë çfarë kemi provuar realisht.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BE291-B400-46F0-80EE-CCEB1073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duhet të shkruajë një buton demonstrues?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66E5BF-2B81-4069-8237-1D468E83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“Provo kërkesën · simulim”. Pas klikimit: “Në pritje · simulim, pa rezervim real”.</a:t>
            </a:r>
          </a:p>
        </p:txBody>
      </p:sp>
    </p:spTree>
    <p:extLst>
      <p:ext uri="{BB962C8B-B14F-4D97-AF65-F5344CB8AC3E}">
        <p14:creationId xmlns:p14="http://schemas.microsoft.com/office/powerpoint/2010/main" val="3370246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8B803F-72DB-4CD5-9EDD-3CF96B9B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20–23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C56428-6198-49C2-AB3C-885AC293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9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D57A9B-070B-42A2-B75B-AD7024CF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Një provë që mund ta përsërisë kolegu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A2E7E2-2245-40DF-8764-D8A500E021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3a957811d5400a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D9951E-6F8D-410F-B2C2-5A2379B67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Pritshmëria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8C10AD-BBE3-4BD3-B0F2-1EA1E306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Çfarë duhet të ndodhë?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F1E5F-CA37-4300-A97E-23DE9AA4AD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30752e585b448b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AFCF63-5BED-45BC-B7B0-388B3A82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Vëzhgimi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FF948A-6B68-4786-9EF2-8AF96997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Çfarë ndodhi realisht?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378D5E-602B-47BA-965D-6442F3B609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cd06cc7f464158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EC7536-B732-48C3-AE76-50D634F8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Përsëritja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4880A7-1994-4B3B-BB0A-B6CEBEBC7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Cilët hapa e prodhojnë?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B49E62-C337-4FC7-BF8D-054FEA3A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Përgatit të dhënat. Shkruaj çfarë pret. Kryej vetëm veprimin që po provon.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Krahaso atë që pe me pritshmërinë. Ruaj rezultatin edhe nëse prova dështoi.</a:t>
            </a:r>
          </a:p>
        </p:txBody>
      </p:sp>
    </p:spTree>
    <p:extLst>
      <p:ext uri="{BB962C8B-B14F-4D97-AF65-F5344CB8AC3E}">
        <p14:creationId xmlns:p14="http://schemas.microsoft.com/office/powerpoint/2010/main" val="12973265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52CB65-2532-4FF3-B352-E0F1DC3F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23–26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F2500D-B9A5-498A-993F-22061EB5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10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AFA0E2-8A1B-450E-BC61-ED5C9903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Ikona online është ndezur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613CE4-3876-4F0F-8D47-945E4A7D3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Arta ka kopjen e fundit me 1 vend. Telefoni shfaq lidhje aktive, por serveri nuk përgjigjet.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28ADCB-DA9B-4CF9-98B4-54998ED6A2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272a5865494a1a"/>
          <a:stretch xmlns:a="http://schemas.openxmlformats.org/drawingml/2006/main"/>
        </p:blipFill>
        <p:spPr>
          <a:xfrm xmlns:a="http://schemas.openxmlformats.org/drawingml/2006/main">
            <a:off x="6334125" y="1952625"/>
            <a:ext cx="2190750" cy="34099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DF2D-C3C6-41D7-A8D2-BAAF57926D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eab2134b004df3"/>
          <a:stretch xmlns:a="http://schemas.openxmlformats.org/drawingml/2006/main"/>
        </p:blipFill>
        <p:spPr>
          <a:xfrm xmlns:a="http://schemas.openxmlformats.org/drawingml/2006/main">
            <a:off x="9001125" y="1952625"/>
            <a:ext cx="2190750" cy="3409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1C2753-3AC0-498C-B4B9-06B97AC75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533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mund të premtojë aplikacioni?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EC3C82-2647-4AC6-A8D9-C2E92CFC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Rezervim të konfirmuar nga kopja.</a:t>
            </a:r>
          </a:p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Listën e ruajtur, me paralajmërim.</a:t>
            </a:r>
          </a:p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Që vendi i fundit është ende i lirë.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395070-4223-4172-B07D-A85F2F7A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DBA74"/>
                </a:solidFill>
                <a:latin typeface="Arial"/>
                <a:ea typeface="Arial"/>
                <a:cs typeface="Arial"/>
              </a:rPr>
              <a:t>Votoni dhe diskutoni arsyen përpara përgjigjes.</a:t>
            </a:r>
          </a:p>
        </p:txBody>
      </p:sp>
    </p:spTree>
    <p:extLst>
      <p:ext uri="{BB962C8B-B14F-4D97-AF65-F5344CB8AC3E}">
        <p14:creationId xmlns:p14="http://schemas.microsoft.com/office/powerpoint/2010/main" val="13036762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FC2CD8-BBE3-4679-BDE4-5C5098E05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26–28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172B28-FEB4-41FD-ACC5-54070AC5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11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B85F38-BE11-4507-B6CC-30B43916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Kopja është ndihmë për lexim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6F211A-AA59-456A-B010-9385796463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c5a14e710841b4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A72FDB-21A0-43E6-811A-76737745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Kopja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FF4A8A-BA17-44DE-B2E9-F029ABD0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Mund të jetë e vjetër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AF3787-90C5-4A5F-96B4-D19B4A3A7A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bb897c7a14a20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73935B-9C08-454C-B0AF-777A1B87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Përditësimi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C35524-E4A1-4AF4-8D4B-FA19CA5E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Pasi përgjigjet serveri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73F068-B114-429A-95AE-B9C59AEC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Shfaq kohën e ruajtjes dhe paralajmërimin për të dhënat e vjetra.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Rikthimi i lidhjes lejon një kërkesë të re. Vetëm përgjigjja e suksesshme sjell të dhëna të reja.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B5C24A-CCF4-41CD-BAC4-C1DC1138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A mjafton që një faqe e hapur të mbetet në ekran për të provuar offline?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75CF0E-3168-4C57-A9AC-982ADF21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Hape online, ndalo rrjetin e atij tab-i dhe rifresko faqen e listës. Vëzhgo çfarë ngarkohet sërish.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D11825-E9F7-4A0C-888C-ED4C1473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https://developer.mozilla.org/en-US/docs/Web/API/Navigator/onLine</a:t>
            </a:r>
          </a:p>
        </p:txBody>
      </p:sp>
    </p:spTree>
    <p:extLst>
      <p:ext uri="{BB962C8B-B14F-4D97-AF65-F5344CB8AC3E}">
        <p14:creationId xmlns:p14="http://schemas.microsoft.com/office/powerpoint/2010/main" val="196906340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B33C92-7F94-43BA-A024-D1307956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28–31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861252-E2A5-491C-BA3B-8E9630DC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12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E8BF84-8DB9-4280-8845-EFADF8B3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Dy probleme, një korrigjim i vogël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178608-0EAA-4804-BF0A-DA1FA3D7CE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2877c896b844b4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67258B-2A2E-43AC-B061-89B07B2E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Shkaku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8E6301-7468-4513-A4EB-6F6E2848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Rruga ose kushti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6CD694-6375-49A6-A67C-66878908D2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29660a275b4327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33238B-7B91-44F9-B69C-AA7FE044D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Korrigjimi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92A5B-0A12-46C1-A1FF-5BFECC9B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ndryshim i kuptueshëm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9ACFAB-D152-4ACE-8456-C293DE86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Shembull vëzhgimi: ID i panjohur hap të njëjtat detaje. Pasoja: Arta mund të zgjedhë udhëtimin e gabuar.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Zgjidh një problem të riprodhueshëm në projektin tënd. Ndrysho pjesën më të vogël që e korrigjon.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61BD9F-4A93-45BB-BEF6-8FF01659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Nëse aplikacioni yt nuk ka këtë gabim, çfarë bën?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F0AAF3-3785-44F3-8623-2624191E2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Zgjedh një problem tjetër real ose përmirëson një kufi të vogël, p.sh. mesazhin e listës bosh. Mos e prish qëllimisht projektin.</a:t>
            </a:r>
          </a:p>
        </p:txBody>
      </p:sp>
    </p:spTree>
    <p:extLst>
      <p:ext uri="{BB962C8B-B14F-4D97-AF65-F5344CB8AC3E}">
        <p14:creationId xmlns:p14="http://schemas.microsoft.com/office/powerpoint/2010/main" val="17707647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A76FF2-D911-4BF3-820B-6B36A7C6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31–34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72A9FE-5FF2-45D9-A554-29020D50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13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484FF4-E92C-4223-85D8-A1D1DC5A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Prova para dhe pas ndryshimit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A8C9F9-AAFF-4860-8C9F-E91BED694C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a1361415124aef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0CAE36-89B5-40CB-980E-5EC9347E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E09978-8E8B-4823-A2D9-5C9ED1F2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Gjendja fillestare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50D088-CEB5-454E-AC83-E8A7CB9DB5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113cd0605f482e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665E43-5B30-4543-B040-FB4045CE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EA75DE-62B2-4C94-AFB4-5A0992A2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Kodi i korrigjuar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DA7A82-52B8-42AC-A05E-83002645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Commit-i i parë ruan parashikimin dhe gjendjen fillestare. Commit-i pas korrigjimit ruan ndryshimin e kodit.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Raporti lidh të dy versionet me rezultatet. Lidhjet na ndihmojnë të diskutojmë punën konkrete.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0BF5B-399E-482F-9D5A-C2CA15595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A provon një histori commit-esh se studenti e kupton kodin?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458E39-94CB-4D42-B2B8-9C0087CA5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Historia tregon versione. Studenti e demonstron kuptimin duke shpjeguar dhe ndryshuar sjelljen në projektin e vet.</a:t>
            </a:r>
          </a:p>
        </p:txBody>
      </p:sp>
    </p:spTree>
    <p:extLst>
      <p:ext uri="{BB962C8B-B14F-4D97-AF65-F5344CB8AC3E}">
        <p14:creationId xmlns:p14="http://schemas.microsoft.com/office/powerpoint/2010/main" val="20152707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27D41A-F062-4539-8D88-329502AB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34–37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72C8B3-A5F6-4609-BDE7-325C0979B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14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FFF5A4-23AB-4652-9E6B-FEF066EE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i fshehur dhe leja në server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8DA88-0EDF-42CE-9C70-DC50113BD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Arta nuk është pronarja e udhëtimit të Dritonit. Ndërfaqja fsheh ndryshimin e orës.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FD5921-836F-43DC-B81F-3B5D2DDBA1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854627dea54cee"/>
          <a:stretch xmlns:a="http://schemas.openxmlformats.org/drawingml/2006/main"/>
        </p:blipFill>
        <p:spPr>
          <a:xfrm xmlns:a="http://schemas.openxmlformats.org/drawingml/2006/main">
            <a:off x="6334125" y="1952625"/>
            <a:ext cx="2190750" cy="34099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3E7324-7271-4C62-94A2-23872CBFDF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1518911d2c42c5"/>
          <a:stretch xmlns:a="http://schemas.openxmlformats.org/drawingml/2006/main"/>
        </p:blipFill>
        <p:spPr>
          <a:xfrm xmlns:a="http://schemas.openxmlformats.org/drawingml/2006/main">
            <a:off x="9001125" y="1952625"/>
            <a:ext cx="2190750" cy="3409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AFD6B9-AD5F-404F-B66B-4810CFB69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533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Ku duhet të kontrollohet leja për ruajtje?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A07BB6-3F56-445D-8D13-6DB301793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Vetëm te butoni i fshehur.</a:t>
            </a:r>
          </a:p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Te mesazhi në raport.</a:t>
            </a:r>
          </a:p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Në server, për çdo veprim ndryshimi.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41F224-283B-46AD-87C0-6B20E026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DBA74"/>
                </a:solidFill>
                <a:latin typeface="Arial"/>
                <a:ea typeface="Arial"/>
                <a:cs typeface="Arial"/>
              </a:rPr>
              <a:t>Votoni dhe diskutoni arsyen përpara përgjigjes.</a:t>
            </a:r>
          </a:p>
        </p:txBody>
      </p:sp>
    </p:spTree>
    <p:extLst>
      <p:ext uri="{BB962C8B-B14F-4D97-AF65-F5344CB8AC3E}">
        <p14:creationId xmlns:p14="http://schemas.microsoft.com/office/powerpoint/2010/main" val="94445074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636814-B9D6-47B9-BB74-B603C47E7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37–39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1317E7-7AA2-417C-BED6-89ADE397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15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A1FEE7-4318-4C80-B6ED-6290FC51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Kufijtë e MVP-së që ruajmë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540C3-1377-4BCC-9A62-B5283BD8C8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5232128cc4f50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11B7E0-3E0E-42F4-B5CE-2176CFFF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Lejet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5CEBBC-5382-4383-8083-2258FDCB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Mbeten në server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CA0AF4-D9C7-48C1-9D36-992B3F766C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3635bf50c45b5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FBDEEC-ACAF-4B48-8880-4A916537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MVP-ja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452A7-A1F5-4C39-9377-6E43AA6E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rrjedhë e demonstrueshme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57947C-6635-4C44-87DB-13B1FF4C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Lista publike mund të lexohet pa hyrje. Veprimi i pronarit kërkon verifikimin e serverit të Javës 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Sot nuk ndërtojmë pagesa, rezervime reale ose sinkronizim të ri. Provojmë pjesët që kemi dhe shpjegojmë kufijtë.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B2287-5792-4B1D-9385-D31982CEC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bën nëse hyrja reale nuk të funksionon ende?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E71FEA-AF76-4696-87D4-645D8DFC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Shënoje si pengesë dhe kërko ndihmë. Mund të punosh te lista dhe detajet, por nuk raporton që prova e lejeve kaloi.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46A0FE-E82A-48E5-A191-351072F2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https://nextjs.org/docs/app/guides/authentication</a:t>
            </a:r>
          </a:p>
        </p:txBody>
      </p:sp>
    </p:spTree>
    <p:extLst>
      <p:ext uri="{BB962C8B-B14F-4D97-AF65-F5344CB8AC3E}">
        <p14:creationId xmlns:p14="http://schemas.microsoft.com/office/powerpoint/2010/main" val="135707181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AFAF13-B886-47E4-89E8-BE42DED2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39–41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C652F5-AC27-46FE-96B9-8B5FD25B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16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C63A71-9BA8-4F37-A8BF-303BB17C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Rasti yt, në projektin tënd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E7390F-A4BB-4B94-9FB5-E76858D0AB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c473053574498e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3F270-6FEA-4E2E-A3DA-A49D4694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Të dhëna fiktive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E1AD48-E4B4-41DB-BB48-94568C93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Ora dhe vendet e provës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A103F8-C89E-4DAA-B8BA-A16FEBC04F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e83ad082a14367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995259-CC31-4A6E-9817-9DAB2C5D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njëjti 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C746B2-FF85-42B3-86D4-1241D619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Ndiqe në të gjitha ekranet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7DAC38-ED01-4775-B974-3043ED56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Gjenero rastin nga emri yt GitHub. Përdor të dhëna fiktive dhe një udhëtim që ekziston në projekt.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Kodi i rastit organizon variantin e provës. Ai është publik dhe nuk provon autorësinë.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E9BD00-0241-4E9E-A599-29641F0C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Vazhdo në faqen e ushtrimeve: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E7220E-8EF8-4C2D-834A-3AC50C7F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BA74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urseUrl4"/>
              </a:rPr>
              <a:t>https://arbenl.github.io/lendet/2026-2027/mobile/java-07/ushtrimet.html</a:t>
            </a:r>
          </a:p>
        </p:txBody>
      </p:sp>
    </p:spTree>
    <p:extLst>
      <p:ext uri="{BB962C8B-B14F-4D97-AF65-F5344CB8AC3E}">
        <p14:creationId xmlns:p14="http://schemas.microsoft.com/office/powerpoint/2010/main" val="91942444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E806E7-C2C4-4D67-A57C-1FE0C3F0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41–43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ACA5A5-738B-464C-AD52-B40350D5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17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952A8B-9CB6-4BD4-B584-2C4C3481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Shpjegimi që tregon kuptim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413BCB-18D0-4F54-A1FE-EB0AD783A1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1d7aed0fb74c79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7EA0AC-191F-42D8-A3B5-E36EDBF4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Pse?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8680B6-3F4A-469C-BEAA-90C6EDF2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Shpjego arsyen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F79EE-6535-43DC-AB05-01F9601827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c9bf62b4074557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DC66F-9048-4BF3-B83A-9F5F3BC0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 sikur?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8BCA0B-DE96-4A3F-BE6C-19E223C5D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hyrje e 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A3346B-7E2A-40E9-AEE5-3AF7328AC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çift: studenti tregon skedarin, shpjegon një kusht dhe parashikon rezultatin kur ndryshon hyrja.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Kolegu ndryshon vetëm një vlerë. Studenti e provon dhe shpjegon ndryshimin pa përdorur AI në këtë kontroll.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4A31C7-8F9B-4CF1-BDE4-B4CC0F64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bën profesori kur shpjegimi mbetet i paqartë?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57023E-90AC-433E-9CAF-91D9314E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Kërkon një demonstrim të shkurtër me hyrje tjetër. Fotografia, raporti dhe kontrolli automatik nuk mjaftojnë për të vërtetuar kuptimin.</a:t>
            </a:r>
          </a:p>
        </p:txBody>
      </p:sp>
    </p:spTree>
    <p:extLst>
      <p:ext uri="{BB962C8B-B14F-4D97-AF65-F5344CB8AC3E}">
        <p14:creationId xmlns:p14="http://schemas.microsoft.com/office/powerpoint/2010/main" val="39427427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2C3574-01F5-40E6-8C98-F7FFF260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43–45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98E256-DBB7-4DBD-B99B-C080750C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18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9DFF7-2E21-4903-B412-5D86D395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do t’ia tregoje një klienti?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965427-30F8-4771-918F-058777153C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4d6e0ec74843d6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5F0F16-CD3A-4989-9FE4-F9A90137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Demonstrimi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6281E7-8B99-4B31-85BB-B8B621CF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Veprim dhe rezultat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CD15C-D8DC-4221-A4D7-FAB804516B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7f89e2d7134760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CEDA92-89D0-4A9F-813E-8B7DD38F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Biznesi yt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433CF3-4C38-4576-B5EF-EA05ABCF8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I njëjti mendim, problem tjetër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8D11AA-7E90-41FF-89F6-3B544DEA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Trego rrjedhën e Artës në 60 sekonda. Emërto një gjë që punon dhe një kufi që duhet ta dijë përdoruesi.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Te një biznes shërbimesh, e njëjta provë vlen për zgjedhjen e një termini ose dërgimin e një porosie.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5D8168-88FB-4083-AEE4-09AD57D3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Cilën provë do ta përsërisje para se t’ia jepje aplikacionin një përdoruesi?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D17FDA-76C9-4ACA-9DE3-0ABC1325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Zgjidh një rast që mund ta mashtrojë përdoruesin dhe shpjego rezultatin e pritur. Në laborator do ta provosh në projektin tënd.</a:t>
            </a:r>
          </a:p>
        </p:txBody>
      </p:sp>
    </p:spTree>
    <p:extLst>
      <p:ext uri="{BB962C8B-B14F-4D97-AF65-F5344CB8AC3E}">
        <p14:creationId xmlns:p14="http://schemas.microsoft.com/office/powerpoint/2010/main" val="425790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2026-10-29T06:49:37.4780000Z</dcterms:created>
  <dcterms:modified xsi:type="dcterms:W3CDTF">2026-10-29T06:49:37.4780000Z</dcterms:modified>
</coreProperties>
</file>