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1db6cc92c4574cc4"/><Relationship Type="http://schemas.openxmlformats.org/officeDocument/2006/relationships/extended-properties" Target="/docProps/app.xml" Id="Rd9e82831c6334c57"/><Relationship Type="http://schemas.openxmlformats.org/officeDocument/2006/relationships/officeDocument" Target="/ppt/presentation.xml" Id="R9fe08bc87fa44759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f94551f4344da3"/>
  </p:sldMasterIdLst>
  <p:sldIdLst>
    <p:sldId xmlns:r="http://schemas.openxmlformats.org/officeDocument/2006/relationships" id="256" r:id="R28e70c729894401b"/>
    <p:sldId xmlns:r="http://schemas.openxmlformats.org/officeDocument/2006/relationships" id="257" r:id="R0da88d6f62d44d65"/>
    <p:sldId xmlns:r="http://schemas.openxmlformats.org/officeDocument/2006/relationships" id="258" r:id="R1f768431ac894dee"/>
    <p:sldId xmlns:r="http://schemas.openxmlformats.org/officeDocument/2006/relationships" id="259" r:id="Rbfa570bbf7684c26"/>
    <p:sldId xmlns:r="http://schemas.openxmlformats.org/officeDocument/2006/relationships" id="260" r:id="R9875eebe5750433b"/>
    <p:sldId xmlns:r="http://schemas.openxmlformats.org/officeDocument/2006/relationships" id="261" r:id="R1f4e7782d3234bf2"/>
    <p:sldId xmlns:r="http://schemas.openxmlformats.org/officeDocument/2006/relationships" id="262" r:id="Rcb0387f3e5a9450f"/>
    <p:sldId xmlns:r="http://schemas.openxmlformats.org/officeDocument/2006/relationships" id="263" r:id="Racb5c879ae18463a"/>
    <p:sldId xmlns:r="http://schemas.openxmlformats.org/officeDocument/2006/relationships" id="264" r:id="R932abbc3b39e4429"/>
    <p:sldId xmlns:r="http://schemas.openxmlformats.org/officeDocument/2006/relationships" id="265" r:id="Re01a5db980b946d4"/>
    <p:sldId xmlns:r="http://schemas.openxmlformats.org/officeDocument/2006/relationships" id="266" r:id="Rb35714187d724e13"/>
    <p:sldId xmlns:r="http://schemas.openxmlformats.org/officeDocument/2006/relationships" id="267" r:id="R4e2b029bfa63443b"/>
    <p:sldId xmlns:r="http://schemas.openxmlformats.org/officeDocument/2006/relationships" id="268" r:id="R58c80f2cdf01483d"/>
    <p:sldId xmlns:r="http://schemas.openxmlformats.org/officeDocument/2006/relationships" id="269" r:id="Rdaf64c3fd35d4c98"/>
    <p:sldId xmlns:r="http://schemas.openxmlformats.org/officeDocument/2006/relationships" id="270" r:id="R43aff0abf4db44f8"/>
    <p:sldId xmlns:r="http://schemas.openxmlformats.org/officeDocument/2006/relationships" id="271" r:id="Rfeefd70d13b247c9"/>
    <p:sldId xmlns:r="http://schemas.openxmlformats.org/officeDocument/2006/relationships" id="272" r:id="Rf01dd7872a2949e6"/>
    <p:sldId xmlns:r="http://schemas.openxmlformats.org/officeDocument/2006/relationships" id="273" r:id="R2e1af6cfb3a54558"/>
    <p:sldId xmlns:r="http://schemas.openxmlformats.org/officeDocument/2006/relationships" id="274" r:id="R46a35a46c33a4f43"/>
    <p:sldId xmlns:r="http://schemas.openxmlformats.org/officeDocument/2006/relationships" id="275" r:id="Rd2b938edafc14a47"/>
    <p:sldId xmlns:r="http://schemas.openxmlformats.org/officeDocument/2006/relationships" id="276" r:id="Rb06ddffa96284fab"/>
    <p:sldId xmlns:r="http://schemas.openxmlformats.org/officeDocument/2006/relationships" id="277" r:id="R815983083d8c429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b07c509677674e61"/><Relationship Type="http://schemas.openxmlformats.org/officeDocument/2006/relationships/slideMaster" Target="/ppt/slideMasters/slideMaster1.xml" Id="Re4f94551f4344da3"/><Relationship Type="http://schemas.openxmlformats.org/officeDocument/2006/relationships/presProps" Target="/ppt/presProps.xml" Id="Rb7ad5a7c18ef4e8a"/><Relationship Type="http://schemas.openxmlformats.org/officeDocument/2006/relationships/tableStyles" Target="/ppt/tableStyles.xml" Id="R491d04ee41c34c2d"/><Relationship Type="http://schemas.openxmlformats.org/officeDocument/2006/relationships/slide" Target="/ppt/slides/slide1.xml" Id="R28e70c729894401b"/><Relationship Type="http://schemas.openxmlformats.org/officeDocument/2006/relationships/slide" Target="/ppt/slides/slide2.xml" Id="R0da88d6f62d44d65"/><Relationship Type="http://schemas.openxmlformats.org/officeDocument/2006/relationships/slide" Target="/ppt/slides/slide3.xml" Id="R1f768431ac894dee"/><Relationship Type="http://schemas.openxmlformats.org/officeDocument/2006/relationships/slide" Target="/ppt/slides/slide4.xml" Id="Rbfa570bbf7684c26"/><Relationship Type="http://schemas.openxmlformats.org/officeDocument/2006/relationships/slide" Target="/ppt/slides/slide5.xml" Id="R9875eebe5750433b"/><Relationship Type="http://schemas.openxmlformats.org/officeDocument/2006/relationships/slide" Target="/ppt/slides/slide6.xml" Id="R1f4e7782d3234bf2"/><Relationship Type="http://schemas.openxmlformats.org/officeDocument/2006/relationships/slide" Target="/ppt/slides/slide7.xml" Id="Rcb0387f3e5a9450f"/><Relationship Type="http://schemas.openxmlformats.org/officeDocument/2006/relationships/slide" Target="/ppt/slides/slide8.xml" Id="Racb5c879ae18463a"/><Relationship Type="http://schemas.openxmlformats.org/officeDocument/2006/relationships/slide" Target="/ppt/slides/slide9.xml" Id="R932abbc3b39e4429"/><Relationship Type="http://schemas.openxmlformats.org/officeDocument/2006/relationships/slide" Target="/ppt/slides/slide10.xml" Id="Re01a5db980b946d4"/><Relationship Type="http://schemas.openxmlformats.org/officeDocument/2006/relationships/slide" Target="/ppt/slides/slide11.xml" Id="Rb35714187d724e13"/><Relationship Type="http://schemas.openxmlformats.org/officeDocument/2006/relationships/slide" Target="/ppt/slides/slide12.xml" Id="R4e2b029bfa63443b"/><Relationship Type="http://schemas.openxmlformats.org/officeDocument/2006/relationships/slide" Target="/ppt/slides/slide13.xml" Id="R58c80f2cdf01483d"/><Relationship Type="http://schemas.openxmlformats.org/officeDocument/2006/relationships/slide" Target="/ppt/slides/slide14.xml" Id="Rdaf64c3fd35d4c98"/><Relationship Type="http://schemas.openxmlformats.org/officeDocument/2006/relationships/slide" Target="/ppt/slides/slide15.xml" Id="R43aff0abf4db44f8"/><Relationship Type="http://schemas.openxmlformats.org/officeDocument/2006/relationships/slide" Target="/ppt/slides/slide16.xml" Id="Rfeefd70d13b247c9"/><Relationship Type="http://schemas.openxmlformats.org/officeDocument/2006/relationships/slide" Target="/ppt/slides/slide17.xml" Id="Rf01dd7872a2949e6"/><Relationship Type="http://schemas.openxmlformats.org/officeDocument/2006/relationships/slide" Target="/ppt/slides/slide18.xml" Id="R2e1af6cfb3a54558"/><Relationship Type="http://schemas.openxmlformats.org/officeDocument/2006/relationships/slide" Target="/ppt/slides/slide19.xml" Id="R46a35a46c33a4f43"/><Relationship Type="http://schemas.openxmlformats.org/officeDocument/2006/relationships/slide" Target="/ppt/slides/slide20.xml" Id="Rd2b938edafc14a47"/><Relationship Type="http://schemas.openxmlformats.org/officeDocument/2006/relationships/slide" Target="/ppt/slides/slide21.xml" Id="Rb06ddffa96284fab"/><Relationship Type="http://schemas.openxmlformats.org/officeDocument/2006/relationships/slide" Target="/ppt/slides/slide22.xml" Id="R815983083d8c4297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912f0ae011604b0a"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332c4cfd865145f9"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23eded03a0534fed"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7a8cd49389448d1"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1e0e4f0d064d42f3"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223e7fa050d246f4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8448457-55DE-43BB-B76A-6BD5A38BEB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FAB098D-7B23-458F-A0CC-CF89247F376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FD8C420-E49A-4C2D-9A9C-7BD08BE4FC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C938AE4-3EA8-49EC-BD2D-E10CFCD490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17002CB-C737-4A13-B7FC-2E82C3293A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537F7D5-818F-4D03-A045-8AF939C17F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EE4C9DF-9D06-47B9-B7A9-21E4BC8E82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7A15D9B-46FC-4A80-A026-2FD1EF54347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CB2F9E7-7E7D-4DA1-8F3B-64A5975BA1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5243189-8A86-4B52-8E9C-AFD7CDA9BE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905aaeaa5342450f"/><Relationship Type="http://schemas.openxmlformats.org/officeDocument/2006/relationships/slideLayout" Target="/ppt/slideLayouts/slideLayout1.xml" Id="Redeef425420648db"/><Relationship Type="http://schemas.openxmlformats.org/officeDocument/2006/relationships/slideLayout" Target="/ppt/slideLayouts/slideLayout2.xml" Id="Rff59ca020d6047fb"/><Relationship Type="http://schemas.openxmlformats.org/officeDocument/2006/relationships/slideLayout" Target="/ppt/slideLayouts/slideLayout3.xml" Id="R442af3a237ef41e3"/><Relationship Type="http://schemas.openxmlformats.org/officeDocument/2006/relationships/slideLayout" Target="/ppt/slideLayouts/slideLayout4.xml" Id="R15cbcf3df6054973"/><Relationship Type="http://schemas.openxmlformats.org/officeDocument/2006/relationships/slideLayout" Target="/ppt/slideLayouts/slideLayout5.xml" Id="Rb67ec6ba1b044fbb"/><Relationship Type="http://schemas.openxmlformats.org/officeDocument/2006/relationships/slideLayout" Target="/ppt/slideLayouts/slideLayout6.xml" Id="Ra2f1db5909f94bb2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deef425420648db"/>
    <p:sldLayoutId xmlns:r="http://schemas.openxmlformats.org/officeDocument/2006/relationships" id="2147483650" r:id="Rff59ca020d6047fb"/>
    <p:sldLayoutId xmlns:r="http://schemas.openxmlformats.org/officeDocument/2006/relationships" id="2147483651" r:id="R442af3a237ef41e3"/>
    <p:sldLayoutId xmlns:r="http://schemas.openxmlformats.org/officeDocument/2006/relationships" id="2147483652" r:id="R15cbcf3df6054973"/>
    <p:sldLayoutId xmlns:r="http://schemas.openxmlformats.org/officeDocument/2006/relationships" id="2147483653" r:id="Rb67ec6ba1b044fbb"/>
    <p:sldLayoutId xmlns:r="http://schemas.openxmlformats.org/officeDocument/2006/relationships" id="2147483654" r:id="Ra2f1db5909f94bb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a108ebe8d2d4287"/><Relationship Type="http://schemas.openxmlformats.org/officeDocument/2006/relationships/image" Target="/ppt/media/image.png" Id="Rc0fe81decd10494e"/><Relationship Type="http://schemas.openxmlformats.org/officeDocument/2006/relationships/image" Target="/ppt/media/image2.png" Id="R9d049802b5704d79"/><Relationship Type="http://schemas.openxmlformats.org/officeDocument/2006/relationships/image" Target="/ppt/media/image3.png" Id="Rb9c185b4a14f4e42"/><Relationship Type="http://schemas.openxmlformats.org/officeDocument/2006/relationships/image" Target="/ppt/media/image4.png" Id="R55698f36c3c94f9a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a7c628a1b01459d"/><Relationship Type="http://schemas.openxmlformats.org/officeDocument/2006/relationships/image" Target="/ppt/media/image5.png" Id="Rff09cab4c40e4bc4"/><Relationship Type="http://schemas.openxmlformats.org/officeDocument/2006/relationships/image" Target="/ppt/media/image6.png" Id="R0cf4d62577c64520"/><Relationship Type="http://schemas.openxmlformats.org/officeDocument/2006/relationships/image" Target="/ppt/media/image7.png" Id="R6b9a6cbd4c884165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0ddfd3d78144811"/><Relationship Type="http://schemas.openxmlformats.org/officeDocument/2006/relationships/image" Target="/ppt/media/image8.png" Id="Rb656f19585234209"/><Relationship Type="http://schemas.openxmlformats.org/officeDocument/2006/relationships/image" Target="/ppt/media/image9.png" Id="R16fd6832705f4a81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341e95da03f459e"/><Relationship Type="http://schemas.openxmlformats.org/officeDocument/2006/relationships/image" Target="/ppt/media/image10.png" Id="Rdc1f5b32fdbc4464"/><Relationship Type="http://schemas.openxmlformats.org/officeDocument/2006/relationships/image" Target="/ppt/media/image11.png" Id="R09dc842e576147ea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d3886f27fc34535"/><Relationship Type="http://schemas.openxmlformats.org/officeDocument/2006/relationships/image" Target="/ppt/media/image12.png" Id="R6b6e61702f6142dd"/><Relationship Type="http://schemas.openxmlformats.org/officeDocument/2006/relationships/image" Target="/ppt/media/image13.png" Id="R28b4cb0cba694e76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8eb033eb8074de7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492f904fe844bd1"/><Relationship Type="http://schemas.openxmlformats.org/officeDocument/2006/relationships/image" Target="/ppt/media/image14.png" Id="R2675354b5bb440ae"/><Relationship Type="http://schemas.openxmlformats.org/officeDocument/2006/relationships/image" Target="/ppt/media/image15.png" Id="R3a6d14d0a07e45bc"/><Relationship Id="rIdCourseUrl4" Type="http://schemas.openxmlformats.org/officeDocument/2006/relationships/hyperlink" Target="https://arbenl.github.io/lendet/2026-2027/mobile/java-07/demonstrimi.html" TargetMode="External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d6e40f82a3b4ef2"/><Relationship Type="http://schemas.openxmlformats.org/officeDocument/2006/relationships/image" Target="/ppt/media/image16.png" Id="Rfdb7b435681f4358"/><Relationship Type="http://schemas.openxmlformats.org/officeDocument/2006/relationships/image" Target="/ppt/media/image17.png" Id="R2741ff3e2a054860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801db895e7946bf"/><Relationship Type="http://schemas.openxmlformats.org/officeDocument/2006/relationships/image" Target="/ppt/media/image18.png" Id="R975f8d74e21c416d"/><Relationship Type="http://schemas.openxmlformats.org/officeDocument/2006/relationships/image" Target="/ppt/media/image19.png" Id="Rf86288116e774bed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531b010d04b4697"/><Relationship Type="http://schemas.openxmlformats.org/officeDocument/2006/relationships/image" Target="/ppt/media/image20.png" Id="R0574032faa754206"/><Relationship Type="http://schemas.openxmlformats.org/officeDocument/2006/relationships/image" Target="/ppt/media/image21.png" Id="Rc3a3f0bbd2054c09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189965634df4037"/><Relationship Type="http://schemas.openxmlformats.org/officeDocument/2006/relationships/image" Target="/ppt/media/image22.png" Id="Rcf42c9eece7944c1"/><Relationship Type="http://schemas.openxmlformats.org/officeDocument/2006/relationships/image" Target="/ppt/media/image23.png" Id="R492c47b3d9004d69"/><Relationship Type="http://schemas.openxmlformats.org/officeDocument/2006/relationships/image" Target="/ppt/media/image24.png" Id="R35c391674dbe42cd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d02eaec2ce774626"/><Relationship Type="http://schemas.openxmlformats.org/officeDocument/2006/relationships/image" Target="/ppt/media/image25.png" Id="R1fc48627dd0d4eeb"/><Relationship Type="http://schemas.openxmlformats.org/officeDocument/2006/relationships/image" Target="/ppt/media/image26.png" Id="R4bb9e25c019543f7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acce2d028fd84feb"/><Relationship Type="http://schemas.openxmlformats.org/officeDocument/2006/relationships/image" Target="/ppt/media/image27.png" Id="Re9839edbafda4e2b"/><Relationship Type="http://schemas.openxmlformats.org/officeDocument/2006/relationships/image" Target="/ppt/media/image28.png" Id="R3e14291f8ba9445c"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fd521882950d4440"/><Relationship Type="http://schemas.openxmlformats.org/officeDocument/2006/relationships/image" Target="/ppt/media/image29.png" Id="R8fad99fab3da44b4"/><Relationship Type="http://schemas.openxmlformats.org/officeDocument/2006/relationships/image" Target="/ppt/media/image30.png" Id="Rad11a3bf21bc4b4e"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4e9b39155a84cc9"/><Relationship Type="http://schemas.openxmlformats.org/officeDocument/2006/relationships/image" Target="/ppt/media/image31.png" Id="R115dfe698efe49c4"/><Relationship Type="http://schemas.openxmlformats.org/officeDocument/2006/relationships/image" Target="/ppt/media/image32.png" Id="R61d820bd4f0d41a1"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01bb2470f3be490d"/><Relationship Type="http://schemas.openxmlformats.org/officeDocument/2006/relationships/image" Target="/ppt/media/image33.png" Id="Red7177163e384f1e"/><Relationship Type="http://schemas.openxmlformats.org/officeDocument/2006/relationships/image" Target="/ppt/media/image34.png" Id="R38fc40ba70e04a18"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4952a819412455c"/><Relationship Type="http://schemas.openxmlformats.org/officeDocument/2006/relationships/image" Target="/ppt/media/image35.png" Id="R0095e79415564233"/><Relationship Type="http://schemas.openxmlformats.org/officeDocument/2006/relationships/image" Target="/ppt/media/image36.png" Id="R22d9703dee5c4dfe"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f8ecb81e40624cb2"/><Relationship Type="http://schemas.openxmlformats.org/officeDocument/2006/relationships/image" Target="/ppt/media/image37.png" Id="Rd7c85c542a4949c7"/><Relationship Type="http://schemas.openxmlformats.org/officeDocument/2006/relationships/image" Target="/ppt/media/image38.png" Id="R933540fd92d9415b"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9a8ab25ae3d4c0d"/><Relationship Type="http://schemas.openxmlformats.org/officeDocument/2006/relationships/image" Target="/ppt/media/image39.png" Id="Rd1d5776a898e46ff"/><Relationship Type="http://schemas.openxmlformats.org/officeDocument/2006/relationships/image" Target="/ppt/media/image40.png" Id="R979c50970386432c"/></Relationships>
</file>

<file path=ppt/slides/_rels/slide2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2c01f0000ac4eaa"/><Relationship Type="http://schemas.openxmlformats.org/officeDocument/2006/relationships/image" Target="/ppt/media/image41.png" Id="R70115b54f49c43ef"/><Relationship Type="http://schemas.openxmlformats.org/officeDocument/2006/relationships/image" Target="/ppt/media/image42.png" Id="Rf535b32052d1451c"/><Relationship Id="rIdCourseUrl4" Type="http://schemas.openxmlformats.org/officeDocument/2006/relationships/hyperlink" Target="https://arbenl.github.io/lendet/2026-2027/mobile/java-07/ushtrimet.html" TargetMode="External"/></Relationships>
</file>

<file path=ppt/slides/_rels/slide2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fbee0f6361414c2b"/><Relationship Type="http://schemas.openxmlformats.org/officeDocument/2006/relationships/image" Target="/ppt/media/image43.png" Id="R9d0e0c70ea054c29"/><Relationship Type="http://schemas.openxmlformats.org/officeDocument/2006/relationships/image" Target="/ppt/media/image44.png" Id="R1494b5ca28c5483f"/></Relationships>
</file>

<file path=ppt/slides/_rels/slide2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07fc606c0d4459b"/><Relationship Type="http://schemas.openxmlformats.org/officeDocument/2006/relationships/image" Target="/ppt/media/image45.png" Id="R9f6e74a8e1bf45b0"/><Relationship Type="http://schemas.openxmlformats.org/officeDocument/2006/relationships/image" Target="/ppt/media/image46.png" Id="R48a88d5ea86d44c4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93D047-5459-40A7-92C9-784E1463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0–2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A8A290-99BA-41E9-B385-4178FE78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 / 22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2663AF-0822-4C6A-A9E9-E114BB517D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fe81decd10494e"/>
          <a:stretch xmlns:a="http://schemas.openxmlformats.org/drawingml/2006/main"/>
        </p:blipFill>
        <p:spPr>
          <a:xfrm xmlns:a="http://schemas.openxmlformats.org/drawingml/2006/main">
            <a:off x="10382250" y="906327"/>
            <a:ext cx="1190625" cy="235221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2A2EB6-126E-49B7-BA84-A452115C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52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Kontrolli i MVP-së së RideShare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7D75AE-2C86-4A3E-B5FD-E238945056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049802b5704d79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5C52CA-A0B6-4DD4-A096-A84C390F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 e sotme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C5C9AB-AEF2-481E-AEB8-1D0735F2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Ekranet, të dhënat dhe lejet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9BA101-DA62-4833-825B-7D6C97D9B1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c185b4a14f4e42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D8E2F9-E9D3-4439-8830-A496AE4A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 do ta zbërthejmë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FE5D32-CEFF-451E-816E-A3A833E9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Demonstrim, votime dhe prova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5E0A38-A0E2-4E7D-971B-E2667F5D8C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698f36c3c94f9a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2FC005-8061-4277-AE8D-B9697361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Në fund do të mundesh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EDF5D4-AAB7-4DA3-BDBC-4F6B430C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Të shpjegosh e të provosh një korrigjim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E1AAF3-C644-4736-B544-B2E77A8C8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MVP (Minimum Viable Product) do të thotë produkti minimal i përdorshëm.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fund do të shpjegosh rrjedhën e aplikacionit, të dallosh një problem dhe të provosh korrigjimin.</a:t>
            </a:r>
          </a:p>
        </p:txBody>
      </p:sp>
    </p:spTree>
    <p:extLst>
      <p:ext uri="{BB962C8B-B14F-4D97-AF65-F5344CB8AC3E}">
        <p14:creationId xmlns:p14="http://schemas.microsoft.com/office/powerpoint/2010/main" val="5498463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CA8CDD-707C-49D8-A5BB-A913B704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2–4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856D01-0C6A-4D5A-A49B-E8D8FBEC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AFECCF-A110-4560-A031-ACBBA7E9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kemi ndërtuar deri tani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723D3C-2C11-46F2-9DA8-ADA7419922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09cab4c40e4bc4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6CB5BD-75D9-4350-9153-865E1048C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Ekranet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360FB4-FBE0-4075-9218-1646C862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Lista, detajet dhe kërkesa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97C145-8896-421C-8A31-B605B3F8E3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f4d62577c64520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125419-1335-423D-B565-FCA7ADB9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Të dhënat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2E5011-9364-4A3E-985D-48D9076F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Neon PostgreSQL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89A01A-AB34-4484-9E24-729EB40494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9a6cbd4c884165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CFC58E-2E35-4922-96DD-3047C5B3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Besimi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BCE22B-7A0E-464D-916E-7DB579352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Lejet dhe kufijtë offline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21FE9F-900A-43C1-ADB0-358FDBCE8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Java 3 lidhi listën me detajet. Java 4 solli të dhënat nga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Java 5 shtoi hyrjen dhe lejet. Java 6 na mësoi të lexojmë një kopje pa internet.</a:t>
            </a:r>
          </a:p>
        </p:txBody>
      </p:sp>
    </p:spTree>
    <p:extLst>
      <p:ext uri="{BB962C8B-B14F-4D97-AF65-F5344CB8AC3E}">
        <p14:creationId xmlns:p14="http://schemas.microsoft.com/office/powerpoint/2010/main" val="12010327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264700-9DC9-4B86-A6FC-5D6E8476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4–7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237A52-0CAB-426F-B3AE-C1B2557F8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3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61CC4B-9660-423E-97D8-3D3DAC5E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Ora në dy ekrane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D81EBB-A3F8-42AB-AE23-1E57133A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SHOFERI · DRITONI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6E21DB-01F2-420F-AA17-C931578792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56f19585234209"/>
          <a:stretch xmlns:a="http://schemas.openxmlformats.org/drawingml/2006/main"/>
        </p:blipFill>
        <p:spPr>
          <a:xfrm xmlns:a="http://schemas.openxmlformats.org/drawingml/2006/main">
            <a:off x="609600" y="2371725"/>
            <a:ext cx="4762500" cy="2765323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F3058A-7C84-4C82-84AB-D9C5E2C3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288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UDHËTARI · ARTA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D6E927-220A-46C4-A9B6-2DD9AEBADD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fd6832705f4a81"/>
          <a:stretch xmlns:a="http://schemas.openxmlformats.org/drawingml/2006/main"/>
        </p:blipFill>
        <p:spPr>
          <a:xfrm xmlns:a="http://schemas.openxmlformats.org/drawingml/2006/main">
            <a:off x="6324600" y="2371725"/>
            <a:ext cx="4762500" cy="325693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3D746C-FE3D-4111-A5F8-4DA7CA28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Pamje e zmadhuar nga aplikacioni. Përdor shigjetën për të vazhduar.</a:t>
            </a:r>
          </a:p>
        </p:txBody>
      </p:sp>
    </p:spTree>
    <p:extLst>
      <p:ext uri="{BB962C8B-B14F-4D97-AF65-F5344CB8AC3E}">
        <p14:creationId xmlns:p14="http://schemas.microsoft.com/office/powerpoint/2010/main" val="11013648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76A7A6-CD5B-4ED7-970D-FACF1B93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4–7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876F68-752E-441B-932D-8E7E3132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4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4D2008-478E-4A24-B829-CC07F7C9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Ora në dy ekrane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39C378-D871-4062-A2A6-C3BE6D82CC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1f5b32fdbc4464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19A7C-A5E8-44BD-B328-6083AE705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Lista: 08:15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B10953-6980-48E9-BD5F-CEC432D08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Udhëtimi 2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77359D-627C-4050-AAF6-07ECA5AFCC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dc842e576147ea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D7574A-E3E1-4418-BA30-42ED61391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Detajet: 08:40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339EE8-1AED-40A8-A592-EBEAB6C6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Po i njëjti udhëtim?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44B3F5-5CF3-4DC1-9D07-2BE7E317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Lista thotë 08:15. Arta hap udhëtimin e Dritonit dhe detajet thonë 08:40.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çift: cili informacion ju duhet para se të ndryshoni kodin?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434AB0-391B-4B7D-864B-FE5E54E9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kontrollojmë së pari?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80DAF9-86CA-4E36-97A3-9E8FD4AED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Vetëm ngjyrën e kartës.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ID-në, burimin dhe kohën e leximit.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I shkruajmë të dyja orët 08:15.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09157A-5805-4F0B-A0A8-36AA032E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20169651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AAC314-F581-42CA-B442-4C130C3B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7–9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E0C8E2-4B1A-40BB-A839-F8E7A2B2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5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0F6E5F-ABB0-4A79-9919-A33AC29FD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njëjti udhëtim, një burim i qartë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FC3497-67D1-449E-AC0D-30C7C14805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6e61702f6142dd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0FB0EE-226E-408F-A5B1-6AB17E3DB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ID-ja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18A8A-9556-4C50-B97A-2E4CE972B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Cilin udhëtim lexova?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3E5147-44EA-41D3-8FDA-4A64758363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b4cb0cba694e76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0C9896-6BB3-4883-8539-CB4B3257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Burimi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7628A1-D9D0-4790-9ABB-3F20AE49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Server apo kopje?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9DBA03-C5AB-463A-AE67-3ECFDD4A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Kontrollojmë ID-në në link dhe në të dhëna. Pastaj kontrollojmë nëse pamja vjen nga serveri ose nga kopja.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Nëse të dhënat kanë ndryshuar mes leximeve, e shpjegojmë dhe rifreskojmë. Nuk premtojmë që dy lexime janë gjithmonë identike.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BC2758-9B6E-4FFD-A7AD-494BDAC64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Pse ndryshimi i tekstit në kartë mund ta fshehë gabimin?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A8D463-1C93-4EEB-9245-AE82F159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Detajet mund të lexojnë udhëtimin e gabuar ose një version tjetër. Ndryshimi i tekstit nuk korrigjon shkakun.</a:t>
            </a:r>
          </a:p>
        </p:txBody>
      </p:sp>
    </p:spTree>
    <p:extLst>
      <p:ext uri="{BB962C8B-B14F-4D97-AF65-F5344CB8AC3E}">
        <p14:creationId xmlns:p14="http://schemas.microsoft.com/office/powerpoint/2010/main" val="6639352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E8572A-864F-449C-86DE-29503C756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9–12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D05917-F568-4AFA-8E76-E12C5DE1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6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A259C6-F661-4982-9AC2-1A0CF78C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 kalon veprimi i Artës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1865E4-589D-46EB-931E-25A88B2C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PUBLIKIMI I KODIT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95DFE6-ABB4-45C4-918A-BFDB8356D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Git në kompjuter   →   GitHub   →   Vercel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2623C8-4B1E-4D98-9BD9-214C5510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TË DHËNAT GJATË PËRDORIMIT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B7CB9D-B473-40D0-A8F4-E707ABBC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Telefoni   ↔   Vercel / Next.js   ↔   Neon PostgreSQL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6248E7-EB75-48E4-94A6-6B7CCDCB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DBA74"/>
                </a:solidFill>
                <a:latin typeface="Arial"/>
                <a:ea typeface="Arial"/>
                <a:cs typeface="Arial"/>
              </a:rPr>
              <a:t>Kopja offline qëndron në telefon. GitHub nuk është ndalesë e çdo klikimi.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B1ECBD-2C85-4883-8F1E-955E703A2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Git dhe GitHub ruajnë e publikojnë kodin. Vercel e ndërton dhe e shërben aplikacionin.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Gjatë përdorimit, shfletuesi kërkon të dhëna nga serveri Next.js në Vercel. Serveri lexon Neon PostgreSQL.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E4AB4F-2358-4292-BA19-0BDFE1FC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https://nextjs.org/docs/app/guides/data-security</a:t>
            </a:r>
          </a:p>
        </p:txBody>
      </p:sp>
    </p:spTree>
    <p:extLst>
      <p:ext uri="{BB962C8B-B14F-4D97-AF65-F5344CB8AC3E}">
        <p14:creationId xmlns:p14="http://schemas.microsoft.com/office/powerpoint/2010/main" val="7286179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B73513-DB92-4FA1-ADA4-9390C633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12–15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507256-55DE-40A0-9D15-5589C90E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7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D667D-4291-4064-9217-58CBC4852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Demo: vendoseni aplikacionin në vështirësi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EAB3E-581E-48B9-A564-CA1A119947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75354b5bb440ae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C647E1-50D8-4868-A400-9D2D18305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Parashiko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8852CB-48D5-414A-903E-482ED3C5A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Para klikimit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002E9C-004F-4D3D-A0A1-22EAD29B97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6d14d0a07e45bc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0AA94E-5F35-4958-AC21-7E67B852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634749-31E0-4135-8EDD-88BA9C37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Ndrysho vetëm një kusht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02518B-17C4-43B5-A528-B3301E63F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Klasa zgjedh një rast: funksionim normal, pa vende, ID i gabuar ose kopje offline.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Parashikoni mesazhin. Pastaj hapni demonstrimin dhe ndiqni hapat e infrastrukturës.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7366C5-39EC-411C-A785-2CE4FECB9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Demonstrimi interaktiv: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6B5CBA-2521-4F70-BBC1-07AD18AB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DBA74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urseUrl4"/>
              </a:rPr>
              <a:t>https://arbenl.github.io/lendet/2026-2027/mobile/java-07/demonstrimi.html</a:t>
            </a:r>
          </a:p>
        </p:txBody>
      </p:sp>
    </p:spTree>
    <p:extLst>
      <p:ext uri="{BB962C8B-B14F-4D97-AF65-F5344CB8AC3E}">
        <p14:creationId xmlns:p14="http://schemas.microsoft.com/office/powerpoint/2010/main" val="7992197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72A76B-B0FD-4F33-803F-6CCEDB6D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15–18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919A98-9B92-4A80-B870-3234AF69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8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EC0584-245B-4B66-BB75-1537E4BAF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u shtyp. A u rezervua vendi?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3008E2-47F4-498A-9815-5E8A8A322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SHOFERI · DRITONI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CE9C3A-9C2C-47D6-9F4D-BF0777A61B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b7b435681f4358"/>
          <a:stretch xmlns:a="http://schemas.openxmlformats.org/drawingml/2006/main"/>
        </p:blipFill>
        <p:spPr>
          <a:xfrm xmlns:a="http://schemas.openxmlformats.org/drawingml/2006/main">
            <a:off x="609600" y="2371725"/>
            <a:ext cx="4762500" cy="2765323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AB1F0D-92FC-4D13-A6CB-4B850694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288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UDHËTARI · ARTA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C6F8C-E59F-485A-9EA5-4F4574EB1B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41ff3e2a054860"/>
          <a:stretch xmlns:a="http://schemas.openxmlformats.org/drawingml/2006/main"/>
        </p:blipFill>
        <p:spPr>
          <a:xfrm xmlns:a="http://schemas.openxmlformats.org/drawingml/2006/main">
            <a:off x="6324600" y="2371725"/>
            <a:ext cx="4762500" cy="325693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356381-20A4-4081-B38F-3BC7D189A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Pamje e zmadhuar nga aplikacioni. Përdor shigjetën për të vazhduar.</a:t>
            </a:r>
          </a:p>
        </p:txBody>
      </p:sp>
    </p:spTree>
    <p:extLst>
      <p:ext uri="{BB962C8B-B14F-4D97-AF65-F5344CB8AC3E}">
        <p14:creationId xmlns:p14="http://schemas.microsoft.com/office/powerpoint/2010/main" val="4702446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CBE273-42AA-4C30-AAB0-DED98ECA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15–18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D18CEE-E27A-415A-A141-24B05DBA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9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43DCA9-8058-4038-9A8B-EF2AB3A0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u shtyp. A u rezervua vendi?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F7FE81-BC05-40D8-A9D4-78035364A4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5f8d74e21c416d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21A05-F666-4625-BE3B-EDB69E20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Klikimi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D8B89C-513C-43BD-8626-8A680CF0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Veprim në ndërfaqe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B6A138-F8C1-4BED-88DB-71C7DBE289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6288116e774bed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217443-47C5-4918-A07E-5A4A86A6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Ruajtja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D4CBE9-B66C-422B-BF90-3D88BA43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Duhet provuar veçmas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80EEC9-341B-4B15-878F-2C2B9C75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Faqja e Javës 3 shfaq “Në pritje” në një simulim. Nuk ka ende kërkesë të ruajtur në server.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58F7A0-6498-4D45-B328-782CB48CC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Cila fjali përshkruan saktë këtë rezultat?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7DF350-372F-44B0-8187-2D37F334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Vendi është rezervuar përfundimisht.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Shoferi e ka pranuar Artën.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Simulimi shfaq Në pritje, pa rezervim real.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BBEF35-4759-409D-B084-B3228C0F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20217301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3367B9-799C-44DA-A1C9-B5DDA3B2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18–20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79F210-60F4-489B-9232-D5A4C2F3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10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96332-C814-4E2C-9CAE-2FDAC865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Gjendjet e një kërkese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57E55D-5051-4610-BA15-43125A607E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74032faa754206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428AFA-05BE-4DB1-9E12-65031A0A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Në pritje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25548A-FD13-4DC9-9408-42AE64F7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Në simulim: shënohet qartë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892461-8398-490E-AE67-8AA59406AA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a3f0bbd2054c09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13C0D3-ECFA-4A98-81D7-76E36E95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 pranuar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F340B6-0BAA-4D13-BAFA-34D4B1BB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Kërkon proces real konfirmimi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601AE0-6AA1-4AA6-9C9E-105C896C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“E padërguar”, “Në pritje” dhe “E pranuar” përfaqësojnë ngjarje të ndryshme.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MVP-në (Minimum Viable Product – produkti minimal i përdorshëm) të sotme e emërtojmë qartë çfarë kemi provuar realisht.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99859E-A02A-44BF-8641-9BF6BAD6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duhet të shkruajë një buton demonstrues?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A6735E-650F-4C02-9E6C-35C0C953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“Provo kërkesën · simulim”. Pas klikimit: “Në pritje · simulim, pa rezervim real”.</a:t>
            </a:r>
          </a:p>
        </p:txBody>
      </p:sp>
    </p:spTree>
    <p:extLst>
      <p:ext uri="{BB962C8B-B14F-4D97-AF65-F5344CB8AC3E}">
        <p14:creationId xmlns:p14="http://schemas.microsoft.com/office/powerpoint/2010/main" val="14765745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ADF644-958B-423B-AD28-BB379B68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20–23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615C2F-797E-4814-856B-34F8B5AD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11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CDD1B3-70EF-413C-A9EB-DC02B7C3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Një provë që mund ta përsërisë kolegu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F50BB9-1B61-4C6E-B79A-753F00F1EB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42c9eece7944c1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2289DE-582C-47D0-BBE0-91B74A84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Pritshmëria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1EDCF2-ED61-43BB-A7D6-8B3E6CF8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Çfarë duhet të ndodhë?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05958F-AC37-42C6-9EED-6F0AA77DCD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2c47b3d9004d69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8E083C-DB7F-471E-8844-6AB81A29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Vëzhgimi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E26BB6-A718-4177-99A2-075FAD2A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Çfarë ndodhi realisht?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93B096-F447-4E9F-850D-232D1DEBC9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c391674dbe42cd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176E8E-53BD-4630-A253-4EC44C63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Përsëritja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FB4D42-E148-422B-9004-79976BCD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Cilët hapa e prodhojnë?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7E2124-015C-408C-94F1-B32CBFE1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Përgatit të dhënat. Shkruaj çfarë pret. Kryej vetëm veprimin që po provon.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Krahaso atë që pe me pritshmërinë. Ruaj rezultatin edhe nëse prova dështoi.</a:t>
            </a:r>
          </a:p>
        </p:txBody>
      </p:sp>
    </p:spTree>
    <p:extLst>
      <p:ext uri="{BB962C8B-B14F-4D97-AF65-F5344CB8AC3E}">
        <p14:creationId xmlns:p14="http://schemas.microsoft.com/office/powerpoint/2010/main" val="161484121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C003EF-BFFF-4484-8D5E-D174AE2D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23–26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C7AE36-1C3D-472B-B6AA-F1D65D3B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12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D2DA32-2E9E-4643-AAC8-9DF0A749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Ikona online është ndezur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1BF0A9-AF4B-47BC-8EC7-FC21BDC2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SHOFERI · DRITONI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415602-4635-4F44-A15D-A8221D4A59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c48627dd0d4eeb"/>
          <a:stretch xmlns:a="http://schemas.openxmlformats.org/drawingml/2006/main"/>
        </p:blipFill>
        <p:spPr>
          <a:xfrm xmlns:a="http://schemas.openxmlformats.org/drawingml/2006/main">
            <a:off x="609600" y="2371725"/>
            <a:ext cx="4762500" cy="2765323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EF7A8B-1C66-495D-AF3B-A739C0FC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288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UDHËTARI · ARTA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1263A5-61EC-4830-8EB6-6E7B89A82B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b9e25c019543f7"/>
          <a:stretch xmlns:a="http://schemas.openxmlformats.org/drawingml/2006/main"/>
        </p:blipFill>
        <p:spPr>
          <a:xfrm xmlns:a="http://schemas.openxmlformats.org/drawingml/2006/main">
            <a:off x="6324600" y="2371725"/>
            <a:ext cx="4762500" cy="325693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E3AE54-DFB4-4BB5-A00D-C2D60348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Pamje e zmadhuar nga aplikacioni. Përdor shigjetën për të vazhduar.</a:t>
            </a:r>
          </a:p>
        </p:txBody>
      </p:sp>
    </p:spTree>
    <p:extLst>
      <p:ext uri="{BB962C8B-B14F-4D97-AF65-F5344CB8AC3E}">
        <p14:creationId xmlns:p14="http://schemas.microsoft.com/office/powerpoint/2010/main" val="181615786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DE4EC8-8E9B-4460-9AEB-19ACED9E8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23–26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213D0A-CEC0-4623-91A5-D3F9D0AB8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13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AFA223-9926-41DB-B4D2-9996E66F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Ikona online është ndezur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DED06E-4995-4235-9390-3B58F9AD16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39edbafda4e2b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31F28C-2BFB-4A7F-8B08-B306A9C55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Lidhja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B16285-D3F8-4767-A66D-59425400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Duket aktive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0FA8B-03F3-4539-8802-135440B2C0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14291f8ba9445c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B39453-727D-41B4-8687-820DCA5C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Serveri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13D34C-40D0-46EA-8F48-ED0AD2FB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Nuk kthen përgjigje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D6DBC2-37A9-4BFC-B542-43B3936A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Arta ka kopjen e fundit me 1 vend. Telefoni shfaq lidhje aktive, por serveri nuk përgjigjet.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A4E707-9463-4F51-B646-1C1A5D3E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mund të premtojë aplikacioni?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9974AA-D492-4584-97E2-74FFE3C3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Rezervim të konfirmuar nga kopja.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Listën e ruajtur, me paralajmërim.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Që vendi i fundit është ende i lirë.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CCD197-8DE1-424E-9DE0-97BA18D60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1378096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32E69E-F283-41A0-A32D-0302D461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26–28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1FF63C-4C15-4BA6-9C91-25C0AB20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14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961234-25EB-4D2C-A81C-83E5BA11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Kopja është ndihmë për lexim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411090-A4A1-4D98-A40E-470E4396B5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ad99fab3da44b4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3AB4E8-8889-4682-A879-46F3DD06A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Kopja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EA1D5E-C2BA-442D-88F9-EFA035C3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Mund të jetë e vjetër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266233-3EDA-49E6-A4CC-26C3305AD9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1a3bf21bc4b4e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BC8BBC-7999-4551-AAEA-E1262520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Përditësimi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EDE4CD-8766-4597-B525-B5E3B87F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Pasi përgjigjet serveri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35E1BB-F763-45EF-B90C-F9C806AD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Shfaq kohën e ruajtjes dhe paralajmërimin për të dhënat e vjetra.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Rikthimi i lidhjes lejon një kërkesë të re. Vetëm përgjigjja e suksesshme sjell të dhëna të reja.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C1BFA7-2C4C-4D1F-9912-F65E990B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A mjafton që një faqe e hapur të mbetet në ekran për të provuar offline?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22E751-8FF6-4AA9-B6F1-1E72F152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Jo. Hape online, ndalo rrjetin e atij tab-i dhe rifresko faqen e listës. Vëzhgo çfarë ngarkohet sërish.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3CA3FB-B0BD-4BCB-9B3A-38E81B18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https://developer.mozilla.org/en-US/docs/Web/API/Navigator/onLine</a:t>
            </a:r>
          </a:p>
        </p:txBody>
      </p:sp>
    </p:spTree>
    <p:extLst>
      <p:ext uri="{BB962C8B-B14F-4D97-AF65-F5344CB8AC3E}">
        <p14:creationId xmlns:p14="http://schemas.microsoft.com/office/powerpoint/2010/main" val="146717603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790267-123B-47F3-860E-E423E65A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28–31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8AA1F4-E558-4137-800F-E35C2129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15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FB874C-B4EC-44F1-9564-DF7C5735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Dy probleme, një korrigjim i vogël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620173-65E0-4C27-B627-6B5DAA5B8B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5dfe698efe49c4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F0B3A6-EB2C-46AD-B75F-317C8A56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Shkaku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7CAAFE-2A18-44A4-9A70-69280742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Rruga ose kushti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6F3403-729D-41B2-98D5-56EE7A5075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d820bd4f0d41a1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A78F4B-7CDE-407C-BC86-D49F2068B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Korrigjimi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A07C38-6D30-4EF7-8A48-A38189E25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ndryshim i kuptueshëm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AA07AC-B34A-4BD8-838A-3AD54322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Shembull vëzhgimi: ID i panjohur hap të njëjtat detaje. Pasoja: Arta mund të zgjedhë udhëtimin e gabuar.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Zgjidh një problem të riprodhueshëm në projektin tënd. Ndrysho pjesën më të vogël që e korrigjon.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C1039B-4B6B-4B19-89AD-5337DFA0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Nëse aplikacioni yt nuk ka këtë gabim, çfarë bën?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500E08-DB27-4026-9706-7DC05DB6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Zgjedh një problem tjetër real ose përmirëson një kufi të vogël, p.sh. mesazhin e listës bosh. Mos e prish qëllimisht projektin.</a:t>
            </a:r>
          </a:p>
        </p:txBody>
      </p:sp>
    </p:spTree>
    <p:extLst>
      <p:ext uri="{BB962C8B-B14F-4D97-AF65-F5344CB8AC3E}">
        <p14:creationId xmlns:p14="http://schemas.microsoft.com/office/powerpoint/2010/main" val="99696173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940F5D-ADF7-4945-94E6-5C99A99C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31–34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A0EE04-B82C-484B-8D19-C48AE3992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16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1D8E17-AA80-4037-8B5A-1A67743C7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Prova para dhe pas ndryshimit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FBE603-F1BD-409B-952F-696C5EA092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7177163e384f1e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C04D1C-4F53-456E-B055-F75F4544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696776-1788-404A-8A27-5B80F65B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Gjendja fillestare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C0BD3-2424-4930-944B-64B7BBAEF4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fc40ba70e04a18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12D760-E750-49C6-9766-D70D92B1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3BE51-E48E-473D-94FF-0EE03BC7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Kodi i korrigjuar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FD6F9D-5B1F-481C-821F-41E50976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Commit-i i parë ruan parashikimin dhe gjendjen fillestare. Commit-i pas korrigjimit ruan ndryshimin e kodit.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Raporti lidh të dy versionet me rezultatet. Lidhjet na ndihmojnë të diskutojmë punën konkrete.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A4BD60-8D37-4869-805B-B2DF8300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A provon një histori commit-esh se studenti e kupton kodin?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5642D9-AB65-4262-9D61-6521F62E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Jo. Historia tregon versione. Studenti e demonstron kuptimin duke shpjeguar dhe ndryshuar sjelljen në projektin e vet.</a:t>
            </a:r>
          </a:p>
        </p:txBody>
      </p:sp>
    </p:spTree>
    <p:extLst>
      <p:ext uri="{BB962C8B-B14F-4D97-AF65-F5344CB8AC3E}">
        <p14:creationId xmlns:p14="http://schemas.microsoft.com/office/powerpoint/2010/main" val="188825784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08ACE5-5B35-48AC-8551-F958603C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34–37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13FD5-47D9-4FEA-AE8D-3265537B2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17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F919F0-4BAE-412C-87C0-8C4C7BA5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i fshehur dhe leja në server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29BA3A-B6C1-4AE3-949E-CFEE191A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SHOFERI · DRITONI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60935E-4A24-4382-BB42-45A89BA7F2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95e79415564233"/>
          <a:stretch xmlns:a="http://schemas.openxmlformats.org/drawingml/2006/main"/>
        </p:blipFill>
        <p:spPr>
          <a:xfrm xmlns:a="http://schemas.openxmlformats.org/drawingml/2006/main">
            <a:off x="609600" y="2371725"/>
            <a:ext cx="4762500" cy="2765323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F19761-126D-4EB3-82EC-A6445302D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288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UDHËTARI · ARTA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94E90D-0308-4CC1-9A0E-48D61CB9DB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d9703dee5c4dfe"/>
          <a:stretch xmlns:a="http://schemas.openxmlformats.org/drawingml/2006/main"/>
        </p:blipFill>
        <p:spPr>
          <a:xfrm xmlns:a="http://schemas.openxmlformats.org/drawingml/2006/main">
            <a:off x="6324600" y="2371725"/>
            <a:ext cx="4762500" cy="325693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33DE76-2BC8-43DF-BB81-58998ACC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Pamje e zmadhuar nga aplikacioni. Përdor shigjetën për të vazhduar.</a:t>
            </a:r>
          </a:p>
        </p:txBody>
      </p:sp>
    </p:spTree>
    <p:extLst>
      <p:ext uri="{BB962C8B-B14F-4D97-AF65-F5344CB8AC3E}">
        <p14:creationId xmlns:p14="http://schemas.microsoft.com/office/powerpoint/2010/main" val="139903211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F39A26-4FC9-4B7E-880D-5F16783C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34–37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590712-2AE1-43C7-95AC-471BF1D3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18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517B1A-FEDD-46BF-827E-9B356477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i fshehur dhe leja në server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33BFFE-F4E4-4C65-B8FF-869AB9C1CC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85c542a4949c7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9A3D35-986A-47EF-8C76-50E66A7A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Ndërfaqja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BCF366-5549-49E5-B022-E91CDF00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Ndihmon përdoruesin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547237-4587-4ABD-BC86-B6125D0D99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3540fd92d9415b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854078-ADF8-47FB-AFAD-4601D5FD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Serveri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6C02C2-2353-482F-BB03-89D7BF58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Verifikon sesionin dhe pronarin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B26343-1150-4C24-9A86-8F518207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Arta nuk është pronarja e udhëtimit të Dritonit. Ndërfaqja fsheh ndryshimin e orës.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CC7AD3-C321-4F19-98A8-8BF7EF513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Ku duhet të kontrollohet leja për ruajtje?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6F1390-C078-4FB1-9665-D6BF4DBD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Vetëm te butoni i fshehur.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Te mesazhi në raport.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Në server, për çdo veprim ndryshimi.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C6F140-BF2C-4F5A-A1FC-088DF8AA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199019588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2325E8-4B57-452B-819E-9B458630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37–39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B3838A-C493-47E0-B1E5-7257A9114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19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54E7BE-470F-4F01-82C5-E5780238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Kufijtë e MVP-së që ruajmë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19DE8A-6679-4EEE-992B-3167A79159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d5776a898e46ff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E36CBD-BE87-4077-904D-98D147D5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Lejet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D49A0E-3C03-4831-B560-663BE8709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Mbeten në server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E237CE-2204-4A05-B434-2D232547EF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9c50970386432c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E768B3-094E-485D-9FE0-9AB9918E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MVP-ja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DD58FF-EB9D-462B-93CF-85B02D36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rrjedhë e demonstrueshme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0B9FB1-CD6C-45CE-A250-282E919F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Lista publike mund të lexohet pa hyrje. Veprimi i pronarit kërkon verifikimin e serverit të Javës 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Sot nuk ndërtojmë pagesa, rezervime reale ose sinkronizim të ri. Provojmë pjesët që kemi dhe shpjegojmë kufijtë.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A86791-DEAF-4C3E-AD3F-0E02E7C3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bën nëse hyrja reale nuk të funksionon ende?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B54CA9-106D-4876-B84D-BB285860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Shënoje si pengesë dhe kërko ndihmë. Mund të punosh te lista dhe detajet, por nuk raporton që prova e lejeve kaloi.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4A2B6E-DD7E-427B-83FF-43B99074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https://nextjs.org/docs/app/guides/authentication</a:t>
            </a:r>
          </a:p>
        </p:txBody>
      </p:sp>
    </p:spTree>
    <p:extLst>
      <p:ext uri="{BB962C8B-B14F-4D97-AF65-F5344CB8AC3E}">
        <p14:creationId xmlns:p14="http://schemas.microsoft.com/office/powerpoint/2010/main" val="19673993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179125-2067-4FE4-BA55-B0ED24B6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39–41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DA8831-C202-4FA4-BB03-8EA53632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20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5331F2-406D-4692-B874-27CE43A80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Rasti yt, në projektin tënd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A30848-27BC-4382-8280-2BEE82E67B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115b54f49c43ef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0974E2-FF37-4C0C-A292-8973D413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Të dhëna fiktive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449C4D-AB58-41D8-9E56-B5E21EEA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Ora dhe vendet e provës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EA91C1-C112-4D37-BD6E-0708F7D3FE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35b32052d1451c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1CBDEF-79F3-4BE4-9A69-A54CB9DE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njëjti 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FF9798-18BE-477F-B891-FCE68A99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Ndiqe në të gjitha ekranet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E1C2C5-569F-4EFE-AC8E-A7B778C9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Gjenero rastin nga emri yt GitHub. Përdor të dhëna fiktive dhe një udhëtim që ekziston në projekt.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Kodi i rastit organizon variantin e provës. Ai është publik dhe nuk provon autorësinë.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DB0EE8-DEDC-435D-8FD7-9212C478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Vazhdo në faqen e ushtrimeve: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459E7-40DE-46E2-A4D3-CDCA9414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DBA74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urseUrl4"/>
              </a:rPr>
              <a:t>https://arbenl.github.io/lendet/2026-2027/mobile/java-07/ushtrimet.html</a:t>
            </a:r>
          </a:p>
        </p:txBody>
      </p:sp>
    </p:spTree>
    <p:extLst>
      <p:ext uri="{BB962C8B-B14F-4D97-AF65-F5344CB8AC3E}">
        <p14:creationId xmlns:p14="http://schemas.microsoft.com/office/powerpoint/2010/main" val="9119179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DC2FB3-A165-419A-BA9F-EE30AAA8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41–43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3C3516-4DC2-4AF4-8944-849F6877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21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0B2B7D-CFF8-4D49-9CC6-6E61B304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Shpjegimi që tregon kuptim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2E3988-B493-4530-9763-46360561D3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0e0c70ea054c29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AB2AD3-2245-4FED-BE1F-62137974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Pse?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F54593-919D-427F-94F7-A2EB35D6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Shpjego arsyen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606C9B-396D-4C2A-8B91-D98B4466B3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94b5ca28c5483f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DFE1C-7494-4904-939A-A8489B4B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 sikur?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690665-4127-4647-90AF-B2FC514F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hyrje e 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491686-CEB1-4580-A146-A5BBF024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çift: studenti tregon skedarin, shpjegon një kusht dhe parashikon rezultatin kur ndryshon hyrja.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Kolegu ndryshon vetëm një vlerë. Studenti e provon dhe shpjegon ndryshimin pa përdorur AI në këtë kontroll.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01115E-4735-4BC0-8DB8-ECD0A9D8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bën profesori kur shpjegimi mbetet i paqartë?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B8D223-3FBA-444A-867F-0E870B93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Kërkon një demonstrim të shkurtër me hyrje tjetër. Fotografia, raporti dhe kontrolli automatik nuk mjaftojnë për të vërtetuar kuptimin.</a:t>
            </a:r>
          </a:p>
        </p:txBody>
      </p:sp>
    </p:spTree>
    <p:extLst>
      <p:ext uri="{BB962C8B-B14F-4D97-AF65-F5344CB8AC3E}">
        <p14:creationId xmlns:p14="http://schemas.microsoft.com/office/powerpoint/2010/main" val="142123000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9B3D02-0F4E-4E04-A1E6-6AE624F9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43–45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D67AA1-2964-4198-9D2F-A1AA0AAB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22 / 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DA04E6-3EB8-41B1-A115-2DA7CD03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do t’ia tregoje një klienti?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566B0A-3BA4-4D81-8514-F97C35D6C9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6e74a8e1bf45b0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F528BC-3DAD-4214-81FB-2A4D5D4A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Demonstrimi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6C4EE4-BD02-4207-B472-18BFEE32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Veprim dhe rezultat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244D16-4784-4EE4-8C1E-312E8AB6B4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a88d5ea86d44c4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7DDF3D-504A-4E8D-93CF-07CACB634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Biznesi yt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34A23B-85A4-4A8E-8D48-46C1923D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I njëjti mendim, problem tjetër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AD2024-E86F-401F-84BB-8626D692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Trego rrjedhën e Artës në 60 sekonda. Emërto një gjë që punon dhe një kufi që duhet ta dijë përdoruesi.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Te një biznes shërbimesh, e njëjta provë vlen për zgjedhjen e një termini ose dërgimin e një porosie.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2564E5-A429-4F9B-8BD6-9B76518E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Cilën provë do ta përsërisje para se t’ia jepje aplikacionin një përdoruesi?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492BA5-61F0-4AC8-9224-4E8B254D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Zgjidh një rast që mund ta mashtrojë përdoruesin dhe shpjego rezultatin e pritur. Në laborator do ta provosh në projektin tënd.</a:t>
            </a:r>
          </a:p>
        </p:txBody>
      </p:sp>
    </p:spTree>
    <p:extLst>
      <p:ext uri="{BB962C8B-B14F-4D97-AF65-F5344CB8AC3E}">
        <p14:creationId xmlns:p14="http://schemas.microsoft.com/office/powerpoint/2010/main" val="10687106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2026-10-29T07:19:15.6200000Z</dcterms:created>
  <dcterms:modified xsi:type="dcterms:W3CDTF">2026-10-29T07:19:15.6200000Z</dcterms:modified>
</coreProperties>
</file>