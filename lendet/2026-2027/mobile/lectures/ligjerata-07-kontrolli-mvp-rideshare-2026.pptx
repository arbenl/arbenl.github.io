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928aea5e098d4be9"/><Relationship Type="http://schemas.openxmlformats.org/officeDocument/2006/relationships/extended-properties" Target="/docProps/app.xml" Id="R5a8e8e75d878438f"/><Relationship Type="http://schemas.openxmlformats.org/officeDocument/2006/relationships/officeDocument" Target="/ppt/presentation.xml" Id="R34ac52611da44227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ae7f1c8315b4505"/>
  </p:sldMasterIdLst>
  <p:sldIdLst>
    <p:sldId xmlns:r="http://schemas.openxmlformats.org/officeDocument/2006/relationships" id="256" r:id="Rd34778afc006456f"/>
    <p:sldId xmlns:r="http://schemas.openxmlformats.org/officeDocument/2006/relationships" id="257" r:id="Rcc0b57e9cd6946ee"/>
    <p:sldId xmlns:r="http://schemas.openxmlformats.org/officeDocument/2006/relationships" id="258" r:id="R45b7a600c6954b67"/>
    <p:sldId xmlns:r="http://schemas.openxmlformats.org/officeDocument/2006/relationships" id="259" r:id="R690f5f9f27a44b1c"/>
    <p:sldId xmlns:r="http://schemas.openxmlformats.org/officeDocument/2006/relationships" id="260" r:id="R4b3dd44e1e104d75"/>
    <p:sldId xmlns:r="http://schemas.openxmlformats.org/officeDocument/2006/relationships" id="261" r:id="R0dd0c3de3dae480e"/>
    <p:sldId xmlns:r="http://schemas.openxmlformats.org/officeDocument/2006/relationships" id="262" r:id="Rcb9e5146843246ba"/>
    <p:sldId xmlns:r="http://schemas.openxmlformats.org/officeDocument/2006/relationships" id="263" r:id="R8890a8820dda40e4"/>
    <p:sldId xmlns:r="http://schemas.openxmlformats.org/officeDocument/2006/relationships" id="264" r:id="Re43c2c8531cb46aa"/>
    <p:sldId xmlns:r="http://schemas.openxmlformats.org/officeDocument/2006/relationships" id="265" r:id="R088238a11f694369"/>
    <p:sldId xmlns:r="http://schemas.openxmlformats.org/officeDocument/2006/relationships" id="266" r:id="R7b2b360dce1b43c0"/>
    <p:sldId xmlns:r="http://schemas.openxmlformats.org/officeDocument/2006/relationships" id="267" r:id="Rd896cf5226664b02"/>
    <p:sldId xmlns:r="http://schemas.openxmlformats.org/officeDocument/2006/relationships" id="268" r:id="Rba0400967b6c4bc6"/>
    <p:sldId xmlns:r="http://schemas.openxmlformats.org/officeDocument/2006/relationships" id="269" r:id="R2eacc7c61fac4380"/>
    <p:sldId xmlns:r="http://schemas.openxmlformats.org/officeDocument/2006/relationships" id="270" r:id="R754469c7ebcb4340"/>
    <p:sldId xmlns:r="http://schemas.openxmlformats.org/officeDocument/2006/relationships" id="271" r:id="R1da0f65f5be945f8"/>
    <p:sldId xmlns:r="http://schemas.openxmlformats.org/officeDocument/2006/relationships" id="272" r:id="Re8915cc7f7444e28"/>
    <p:sldId xmlns:r="http://schemas.openxmlformats.org/officeDocument/2006/relationships" id="273" r:id="R195b89831e994d0c"/>
    <p:sldId xmlns:r="http://schemas.openxmlformats.org/officeDocument/2006/relationships" id="274" r:id="R29d57445e1c54ad2"/>
    <p:sldId xmlns:r="http://schemas.openxmlformats.org/officeDocument/2006/relationships" id="275" r:id="R6736ce76eb8745c8"/>
    <p:sldId xmlns:r="http://schemas.openxmlformats.org/officeDocument/2006/relationships" id="276" r:id="R8f1e0c08fcd64b17"/>
    <p:sldId xmlns:r="http://schemas.openxmlformats.org/officeDocument/2006/relationships" id="277" r:id="Re660de4f07fb46f6"/>
    <p:sldId xmlns:r="http://schemas.openxmlformats.org/officeDocument/2006/relationships" id="278" r:id="Reb9b4fce210a477b"/>
    <p:sldId xmlns:r="http://schemas.openxmlformats.org/officeDocument/2006/relationships" id="279" r:id="Re08d5ac479384f04"/>
    <p:sldId xmlns:r="http://schemas.openxmlformats.org/officeDocument/2006/relationships" id="280" r:id="Rb7d25723e65f403f"/>
    <p:sldId xmlns:r="http://schemas.openxmlformats.org/officeDocument/2006/relationships" id="281" r:id="R28432506a38a4c9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ee084c1aa2f34c8d"/><Relationship Type="http://schemas.openxmlformats.org/officeDocument/2006/relationships/slideMaster" Target="/ppt/slideMasters/slideMaster1.xml" Id="Reae7f1c8315b4505"/><Relationship Type="http://schemas.openxmlformats.org/officeDocument/2006/relationships/presProps" Target="/ppt/presProps.xml" Id="Ra642ab41120f4ee4"/><Relationship Type="http://schemas.openxmlformats.org/officeDocument/2006/relationships/tableStyles" Target="/ppt/tableStyles.xml" Id="R3213b46a5b034821"/><Relationship Type="http://schemas.openxmlformats.org/officeDocument/2006/relationships/slide" Target="/ppt/slides/slide1.xml" Id="Rd34778afc006456f"/><Relationship Type="http://schemas.openxmlformats.org/officeDocument/2006/relationships/slide" Target="/ppt/slides/slide2.xml" Id="Rcc0b57e9cd6946ee"/><Relationship Type="http://schemas.openxmlformats.org/officeDocument/2006/relationships/slide" Target="/ppt/slides/slide3.xml" Id="R45b7a600c6954b67"/><Relationship Type="http://schemas.openxmlformats.org/officeDocument/2006/relationships/slide" Target="/ppt/slides/slide4.xml" Id="R690f5f9f27a44b1c"/><Relationship Type="http://schemas.openxmlformats.org/officeDocument/2006/relationships/slide" Target="/ppt/slides/slide5.xml" Id="R4b3dd44e1e104d75"/><Relationship Type="http://schemas.openxmlformats.org/officeDocument/2006/relationships/slide" Target="/ppt/slides/slide6.xml" Id="R0dd0c3de3dae480e"/><Relationship Type="http://schemas.openxmlformats.org/officeDocument/2006/relationships/slide" Target="/ppt/slides/slide7.xml" Id="Rcb9e5146843246ba"/><Relationship Type="http://schemas.openxmlformats.org/officeDocument/2006/relationships/slide" Target="/ppt/slides/slide8.xml" Id="R8890a8820dda40e4"/><Relationship Type="http://schemas.openxmlformats.org/officeDocument/2006/relationships/slide" Target="/ppt/slides/slide9.xml" Id="Re43c2c8531cb46aa"/><Relationship Type="http://schemas.openxmlformats.org/officeDocument/2006/relationships/slide" Target="/ppt/slides/slide10.xml" Id="R088238a11f694369"/><Relationship Type="http://schemas.openxmlformats.org/officeDocument/2006/relationships/slide" Target="/ppt/slides/slide11.xml" Id="R7b2b360dce1b43c0"/><Relationship Type="http://schemas.openxmlformats.org/officeDocument/2006/relationships/slide" Target="/ppt/slides/slide12.xml" Id="Rd896cf5226664b02"/><Relationship Type="http://schemas.openxmlformats.org/officeDocument/2006/relationships/slide" Target="/ppt/slides/slide13.xml" Id="Rba0400967b6c4bc6"/><Relationship Type="http://schemas.openxmlformats.org/officeDocument/2006/relationships/slide" Target="/ppt/slides/slide14.xml" Id="R2eacc7c61fac4380"/><Relationship Type="http://schemas.openxmlformats.org/officeDocument/2006/relationships/slide" Target="/ppt/slides/slide15.xml" Id="R754469c7ebcb4340"/><Relationship Type="http://schemas.openxmlformats.org/officeDocument/2006/relationships/slide" Target="/ppt/slides/slide16.xml" Id="R1da0f65f5be945f8"/><Relationship Type="http://schemas.openxmlformats.org/officeDocument/2006/relationships/slide" Target="/ppt/slides/slide17.xml" Id="Re8915cc7f7444e28"/><Relationship Type="http://schemas.openxmlformats.org/officeDocument/2006/relationships/slide" Target="/ppt/slides/slide18.xml" Id="R195b89831e994d0c"/><Relationship Type="http://schemas.openxmlformats.org/officeDocument/2006/relationships/slide" Target="/ppt/slides/slide19.xml" Id="R29d57445e1c54ad2"/><Relationship Type="http://schemas.openxmlformats.org/officeDocument/2006/relationships/slide" Target="/ppt/slides/slide20.xml" Id="R6736ce76eb8745c8"/><Relationship Type="http://schemas.openxmlformats.org/officeDocument/2006/relationships/slide" Target="/ppt/slides/slide21.xml" Id="R8f1e0c08fcd64b17"/><Relationship Type="http://schemas.openxmlformats.org/officeDocument/2006/relationships/slide" Target="/ppt/slides/slide22.xml" Id="Re660de4f07fb46f6"/><Relationship Type="http://schemas.openxmlformats.org/officeDocument/2006/relationships/slide" Target="/ppt/slides/slide23.xml" Id="Reb9b4fce210a477b"/><Relationship Type="http://schemas.openxmlformats.org/officeDocument/2006/relationships/slide" Target="/ppt/slides/slide24.xml" Id="Re08d5ac479384f04"/><Relationship Type="http://schemas.openxmlformats.org/officeDocument/2006/relationships/slide" Target="/ppt/slides/slide25.xml" Id="Rb7d25723e65f403f"/><Relationship Type="http://schemas.openxmlformats.org/officeDocument/2006/relationships/slide" Target="/ppt/slides/slide26.xml" Id="R28432506a38a4c96"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5e9d2483f8be4709"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a35bce6ca4764ba9"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ef56bfebf3454954"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951aeafe8cac44f8"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0ad9d61f7b24edb"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5085c92bf30f413d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3973903-4D62-408D-9CD5-A8CF015983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71BD2C2-A075-4560-8B06-71AD98C27FD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857707F-5E5F-4892-BFEE-D0ACDF952E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08592CD-8C82-41F5-9DB8-A81979961D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110BAA1-63EC-4DCD-8D46-19E8A9BE0F1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6E19230-E2C4-493A-8434-DB61778979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C904A23-6DB9-453D-9C14-0ED37400076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539DF80-39D7-4C3D-AEBA-3337D7BF148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2F92925-1C42-4FD2-85AC-396F8DBD31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0F9AC71-A005-42E6-B657-061FE014FF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7170465a604f422d"/><Relationship Type="http://schemas.openxmlformats.org/officeDocument/2006/relationships/slideLayout" Target="/ppt/slideLayouts/slideLayout1.xml" Id="R13248a3504124b2e"/><Relationship Type="http://schemas.openxmlformats.org/officeDocument/2006/relationships/slideLayout" Target="/ppt/slideLayouts/slideLayout2.xml" Id="R6ced2f46f7984d7a"/><Relationship Type="http://schemas.openxmlformats.org/officeDocument/2006/relationships/slideLayout" Target="/ppt/slideLayouts/slideLayout3.xml" Id="Rf9cca6914dc74b9e"/><Relationship Type="http://schemas.openxmlformats.org/officeDocument/2006/relationships/slideLayout" Target="/ppt/slideLayouts/slideLayout4.xml" Id="Rae7f9a2a75d848a2"/><Relationship Type="http://schemas.openxmlformats.org/officeDocument/2006/relationships/slideLayout" Target="/ppt/slideLayouts/slideLayout5.xml" Id="R039413e912e045d8"/><Relationship Type="http://schemas.openxmlformats.org/officeDocument/2006/relationships/slideLayout" Target="/ppt/slideLayouts/slideLayout6.xml" Id="R754db82f368d4dac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3248a3504124b2e"/>
    <p:sldLayoutId xmlns:r="http://schemas.openxmlformats.org/officeDocument/2006/relationships" id="2147483650" r:id="R6ced2f46f7984d7a"/>
    <p:sldLayoutId xmlns:r="http://schemas.openxmlformats.org/officeDocument/2006/relationships" id="2147483651" r:id="Rf9cca6914dc74b9e"/>
    <p:sldLayoutId xmlns:r="http://schemas.openxmlformats.org/officeDocument/2006/relationships" id="2147483652" r:id="Rae7f9a2a75d848a2"/>
    <p:sldLayoutId xmlns:r="http://schemas.openxmlformats.org/officeDocument/2006/relationships" id="2147483653" r:id="R039413e912e045d8"/>
    <p:sldLayoutId xmlns:r="http://schemas.openxmlformats.org/officeDocument/2006/relationships" id="2147483654" r:id="R754db82f368d4da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39a5c65599064d51"/><Relationship Type="http://schemas.openxmlformats.org/officeDocument/2006/relationships/image" Target="/ppt/media/image.png" Id="R43ce024a12794811"/><Relationship Type="http://schemas.openxmlformats.org/officeDocument/2006/relationships/image" Target="/ppt/media/image2.png" Id="R368e0e5634934bc0"/><Relationship Type="http://schemas.openxmlformats.org/officeDocument/2006/relationships/image" Target="/ppt/media/image3.png" Id="R6239bf4956154f7d"/><Relationship Type="http://schemas.openxmlformats.org/officeDocument/2006/relationships/image" Target="/ppt/media/image4.png" Id="R8e21fb55dddf4850"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e40d1c8f772b4dac"/><Relationship Type="http://schemas.openxmlformats.org/officeDocument/2006/relationships/image" Target="/ppt/media/image5.png" Id="R9bbce73e09484926"/><Relationship Type="http://schemas.openxmlformats.org/officeDocument/2006/relationships/image" Target="/ppt/media/image6.png" Id="R8f8f3e11735c4a6e"/><Relationship Type="http://schemas.openxmlformats.org/officeDocument/2006/relationships/image" Target="/ppt/media/image7.png" Id="R56134e7ad8984893"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800bf0cabb144a0"/><Relationship Type="http://schemas.openxmlformats.org/officeDocument/2006/relationships/image" Target="/ppt/media/image8.png" Id="R4449b9aa587149b8"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da59629305d94ed8"/><Relationship Type="http://schemas.openxmlformats.org/officeDocument/2006/relationships/image" Target="/ppt/media/image9.png" Id="Rf0ad5cd567024fdc"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8575c81bb9b49c1"/><Relationship Type="http://schemas.openxmlformats.org/officeDocument/2006/relationships/image" Target="/ppt/media/image10.png" Id="R64074d3e2acd4b61"/><Relationship Type="http://schemas.openxmlformats.org/officeDocument/2006/relationships/image" Target="/ppt/media/image11.png" Id="Rfaef16d52bc145b4"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c9a2546b077e42b5"/><Relationship Type="http://schemas.openxmlformats.org/officeDocument/2006/relationships/image" Target="/ppt/media/image12.png" Id="R49464c2da1dc4db6"/><Relationship Type="http://schemas.openxmlformats.org/officeDocument/2006/relationships/image" Target="/ppt/media/image13.png" Id="R6d1ad862941640a8"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fa02ce57c9194e1c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eb1b1cd6be2b4d76"/><Relationship Type="http://schemas.openxmlformats.org/officeDocument/2006/relationships/image" Target="/ppt/media/image14.png" Id="R6a8782f2539c40ef"/><Relationship Type="http://schemas.openxmlformats.org/officeDocument/2006/relationships/image" Target="/ppt/media/image15.png" Id="Ra3169922bb114283"/><Relationship Id="rIdCourseUrl4" Type="http://schemas.openxmlformats.org/officeDocument/2006/relationships/hyperlink" Target="https://arbenl.github.io/lendet/2026-2027/mobile/java-07/demonstrimi.html" TargetMode="External"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334f87508994e88"/><Relationship Type="http://schemas.openxmlformats.org/officeDocument/2006/relationships/image" Target="/ppt/media/image16.png" Id="R8c809b7c021c4058"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f1dc8fdb91484e4d"/><Relationship Type="http://schemas.openxmlformats.org/officeDocument/2006/relationships/image" Target="/ppt/media/image17.png" Id="Rb049be8cca734d19"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8cc18f0de7054d3c"/><Relationship Type="http://schemas.openxmlformats.org/officeDocument/2006/relationships/image" Target="/ppt/media/image18.png" Id="Rb37ce0545aac4b78"/><Relationship Type="http://schemas.openxmlformats.org/officeDocument/2006/relationships/image" Target="/ppt/media/image19.png" Id="Ra3acdd5c70b44755"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deaad97a9694a0c"/><Relationship Type="http://schemas.openxmlformats.org/officeDocument/2006/relationships/image" Target="/ppt/media/image20.png" Id="R7c386e1938ef403f"/><Relationship Type="http://schemas.openxmlformats.org/officeDocument/2006/relationships/image" Target="/ppt/media/image21.png" Id="R752fae869f494c4b"/><Relationship Type="http://schemas.openxmlformats.org/officeDocument/2006/relationships/image" Target="/ppt/media/image22.png" Id="Rb5111d6db8d34d85"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3a1db2bc2dce4ec6"/><Relationship Type="http://schemas.openxmlformats.org/officeDocument/2006/relationships/image" Target="/ppt/media/image23.png" Id="Refa721cfdeaa4214"/><Relationship Type="http://schemas.openxmlformats.org/officeDocument/2006/relationships/image" Target="/ppt/media/image24.png" Id="R41454f69246f4067"/><Relationship Type="http://schemas.openxmlformats.org/officeDocument/2006/relationships/image" Target="/ppt/media/image25.png" Id="R9c2ab4b2c51247b0"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ee4827cdc012405a"/><Relationship Type="http://schemas.openxmlformats.org/officeDocument/2006/relationships/image" Target="/ppt/media/image26.png" Id="R91a9b5f16ce340bb"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fa8416bcf3f4c53"/><Relationship Type="http://schemas.openxmlformats.org/officeDocument/2006/relationships/image" Target="/ppt/media/image27.png" Id="Rd17fa663290d447c"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f943b631cfc54153"/><Relationship Type="http://schemas.openxmlformats.org/officeDocument/2006/relationships/image" Target="/ppt/media/image28.png" Id="R4fffeb41fb714cea"/><Relationship Type="http://schemas.openxmlformats.org/officeDocument/2006/relationships/image" Target="/ppt/media/image29.png" Id="Re490f7c54a704fe3"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df9aa0933b364234"/><Relationship Type="http://schemas.openxmlformats.org/officeDocument/2006/relationships/image" Target="/ppt/media/image30.png" Id="Rb163d48cbb794b98"/><Relationship Type="http://schemas.openxmlformats.org/officeDocument/2006/relationships/image" Target="/ppt/media/image31.png" Id="R81c2ec8da0644954"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8158617b416a4cc6"/><Relationship Type="http://schemas.openxmlformats.org/officeDocument/2006/relationships/image" Target="/ppt/media/image32.png" Id="Ra4cd4189332b4fbb"/><Relationship Type="http://schemas.openxmlformats.org/officeDocument/2006/relationships/image" Target="/ppt/media/image33.png" Id="Rc06d1a133e8349fe"/></Relationships>
</file>

<file path=ppt/slides/_rels/slide19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1610c82b4244a11"/><Relationship Type="http://schemas.openxmlformats.org/officeDocument/2006/relationships/image" Target="/ppt/media/image34.png" Id="Re6703c48ea6f426e"/><Relationship Type="http://schemas.openxmlformats.org/officeDocument/2006/relationships/image" Target="/ppt/media/image35.png" Id="R817ca436f94d45c8"/><Relationship Type="http://schemas.openxmlformats.org/officeDocument/2006/relationships/image" Target="/ppt/media/image36.png" Id="R07ec6b4122534eb0"/></Relationships>
</file>

<file path=ppt/slides/_rels/slide20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42ac5be0d8e4af2"/><Relationship Type="http://schemas.openxmlformats.org/officeDocument/2006/relationships/image" Target="/ppt/media/image37.png" Id="R05b4435a75a849f2"/></Relationships>
</file>

<file path=ppt/slides/_rels/slide2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ce26d704c2d04a7a"/><Relationship Type="http://schemas.openxmlformats.org/officeDocument/2006/relationships/image" Target="/ppt/media/image38.png" Id="Re71a62fcb2eb4dcd"/></Relationships>
</file>

<file path=ppt/slides/_rels/slide2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bcb4748cb917421e"/><Relationship Type="http://schemas.openxmlformats.org/officeDocument/2006/relationships/image" Target="/ppt/media/image39.png" Id="Rba55f88d806448a0"/><Relationship Type="http://schemas.openxmlformats.org/officeDocument/2006/relationships/image" Target="/ppt/media/image40.png" Id="Rffa1d680d2754f85"/></Relationships>
</file>

<file path=ppt/slides/_rels/slide2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98121a648324ad6"/><Relationship Type="http://schemas.openxmlformats.org/officeDocument/2006/relationships/image" Target="/ppt/media/image41.png" Id="R1822bee9cad743f6"/><Relationship Type="http://schemas.openxmlformats.org/officeDocument/2006/relationships/image" Target="/ppt/media/image42.png" Id="Ra63f56df52b84d71"/></Relationships>
</file>

<file path=ppt/slides/_rels/slide2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892f5de989ed43b6"/><Relationship Type="http://schemas.openxmlformats.org/officeDocument/2006/relationships/image" Target="/ppt/media/image43.png" Id="Ref7c889ef8954290"/><Relationship Type="http://schemas.openxmlformats.org/officeDocument/2006/relationships/image" Target="/ppt/media/image44.png" Id="Rcdbd3a77e35d4387"/><Relationship Type="http://schemas.openxmlformats.org/officeDocument/2006/relationships/image" Target="/ppt/media/image45.png" Id="Rb10db11856564666"/></Relationships>
</file>

<file path=ppt/slides/_rels/slide2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3ae14375dec4542"/><Relationship Type="http://schemas.openxmlformats.org/officeDocument/2006/relationships/image" Target="/ppt/media/image46.png" Id="R5136ecc228b4466f"/><Relationship Type="http://schemas.openxmlformats.org/officeDocument/2006/relationships/image" Target="/ppt/media/image47.png" Id="Rfab5b803a4fe431f"/><Relationship Type="http://schemas.openxmlformats.org/officeDocument/2006/relationships/image" Target="/ppt/media/image48.png" Id="R6663021717794fe8"/></Relationships>
</file>

<file path=ppt/slides/_rels/slide2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5be128a1f7c4705"/><Relationship Type="http://schemas.openxmlformats.org/officeDocument/2006/relationships/image" Target="/ppt/media/image49.png" Id="Rb33552fb35b449be"/><Relationship Type="http://schemas.openxmlformats.org/officeDocument/2006/relationships/image" Target="/ppt/media/image50.png" Id="Rcc5c30313f574271"/><Relationship Type="http://schemas.openxmlformats.org/officeDocument/2006/relationships/image" Target="/ppt/media/image51.png" Id="Rc1b464435abe434f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917A7A-24BC-4FE0-B19B-2E7D2D9D0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0–2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FE4502-35A4-4308-84EF-6070BFB2E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 / 26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FE454C-3997-40AA-98E1-A66056B963F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ce024a12794811"/>
          <a:stretch xmlns:a="http://schemas.openxmlformats.org/drawingml/2006/main"/>
        </p:blipFill>
        <p:spPr>
          <a:xfrm xmlns:a="http://schemas.openxmlformats.org/drawingml/2006/main">
            <a:off x="10382250" y="906327"/>
            <a:ext cx="1190625" cy="235221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5A0B36-FF73-4A08-BED8-0C6CE1BA7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525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Java 7 · Kur MVP-ja është e përdorshme?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5C93CC-E2DE-492B-8DC7-1D30DF9898A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8e0e5634934bc0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001DA1-4630-4378-B128-C05F17C9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Çfarë po lidhim?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94190F-55C0-45B5-A385-E97D5E2E1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Ekranet, të dhënat, hyrjen, offline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F9E8C5-1676-4F59-A716-20CEF92A149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39bf4956154f7d"/>
          <a:stretch xmlns:a="http://schemas.openxmlformats.org/drawingml/2006/main"/>
        </p:blipFill>
        <p:spPr>
          <a:xfrm xmlns:a="http://schemas.openxmlformats.org/drawingml/2006/main">
            <a:off x="43815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1264FA-FCA6-4CC1-BD6C-F11341864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 e kuptojmë?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071F7B-FFE3-4FB1-BC51-B3D4B5AC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Katër votime dhe diagnozë në klasë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FDC33A-FC69-4796-999A-B46DF21A82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21fb55dddf4850"/>
          <a:stretch xmlns:a="http://schemas.openxmlformats.org/drawingml/2006/main"/>
        </p:blipFill>
        <p:spPr>
          <a:xfrm xmlns:a="http://schemas.openxmlformats.org/drawingml/2006/main">
            <a:off x="81534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6396E1-BC70-4D38-8DBF-15E824878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Çfarë do të dish?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DD2CAF-3236-445E-96C5-CE71AFC90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Pse punon, ku dështon, çfarë premton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8DA86F-54FF-4DDE-8580-10290416C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MVP (Minimum Viable Product) është produkti minimal i përdorshëm: një zgjidhje e vogël që kryen një punë të qartë.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Sot lidhim javët 3–6: ndjekim rrjedhën, kuptojmë ku lind problemi dhe arsyetojmë si provohet korrigjimi.</a:t>
            </a:r>
          </a:p>
        </p:txBody>
      </p:sp>
    </p:spTree>
    <p:extLst>
      <p:ext uri="{BB962C8B-B14F-4D97-AF65-F5344CB8AC3E}">
        <p14:creationId xmlns:p14="http://schemas.microsoft.com/office/powerpoint/2010/main" val="5459455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878F4C-3AF4-4516-AB43-8B47AAEA0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2–4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7845D1-605B-4E9F-BEF5-7FCFDE558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2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E4DE06-F248-4437-8076-3D604077E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Pjesët duhet të punojnë së bashku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5291D6-AA5B-4821-B3BD-88F6D8A199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bce73e09484926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A01DA0-E374-48EB-800A-9D4668CB1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Zgjedh një udhëtim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1318D1-056C-4656-A4A9-E4336D64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Lista dhe detajet lidhen me ID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4A352B-B1C7-4F52-8427-14F4CA04E18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8f3e11735c4a6e"/>
          <a:stretch xmlns:a="http://schemas.openxmlformats.org/drawingml/2006/main"/>
        </p:blipFill>
        <p:spPr>
          <a:xfrm xmlns:a="http://schemas.openxmlformats.org/drawingml/2006/main">
            <a:off x="43815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38FEAA-A4D0-47A1-846E-DFF91EF35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Lexon të dhënat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CCEBF3-253E-43D8-AE70-BD1B5A32B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Dallon serverin nga kopja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4344F4-B1E3-4504-9F82-10FA30F268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134e7ad8984893"/>
          <a:stretch xmlns:a="http://schemas.openxmlformats.org/drawingml/2006/main"/>
        </p:blipFill>
        <p:spPr>
          <a:xfrm xmlns:a="http://schemas.openxmlformats.org/drawingml/2006/main">
            <a:off x="81534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1CF799-D866-4851-B106-03FB6DB4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Kupton çfarë lejohet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B14882-782C-4200-B91A-11D8B507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Hyrja nuk jep çdo të drejtë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07E0D6-48A2-40CA-82E4-AC5093B45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Javët 3–4: lista → detajet → të dhënat në Neon. Javët 5–6: kush lejohet të veprojë dhe çfarë shohim pa internet.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Një MVP nuk ka nevojë t’i ketë të gjitha funksionet. Rrjedha që ofron duhet të jetë e kuptueshme dhe kufijtë të jenë të qartë.</a:t>
            </a:r>
          </a:p>
        </p:txBody>
      </p:sp>
    </p:spTree>
    <p:extLst>
      <p:ext uri="{BB962C8B-B14F-4D97-AF65-F5344CB8AC3E}">
        <p14:creationId xmlns:p14="http://schemas.microsoft.com/office/powerpoint/2010/main" val="19525002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CA32DF-45E0-4582-9FE7-5DEACF6E3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4–7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97A00F-FA0F-47FC-A257-5A70F55A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3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CEE3FB-9A9E-45FA-8F45-0503E1A89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Ora në dy ekrane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0ABDB3-4A2A-4CAB-B8BC-24C385EA07B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49b9aa587149b8"/>
          <a:stretch xmlns:a="http://schemas.openxmlformats.org/drawingml/2006/main"/>
        </p:blipFill>
        <p:spPr>
          <a:xfrm xmlns:a="http://schemas.openxmlformats.org/drawingml/2006/main">
            <a:off x="857250" y="1238250"/>
            <a:ext cx="3429000" cy="5334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78565A-8D23-4B80-B5E7-B4B49172D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42875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SHOFERI · DRITONI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FE0073-0F94-4831-89B4-ADC5C2EF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2098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Udhëtimi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50A1B4-C950-42B7-A080-8E3096C73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5622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 2 · Ferizaj → AAB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549A45-B94A-43E0-BE24-2FFF4DBCD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2385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Nisja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035061-011E-4376-A896-BBF2D990E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5909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08:15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D80280-2907-465E-8B9D-1FA638A35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2672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Vende të lira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B1BCC4-24FA-4899-9DC0-6BA3C83A8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6196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47DBF0-06F5-4B7F-A02E-8879DEEC8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476875"/>
            <a:ext cx="6334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B8EDDB"/>
                </a:solidFill>
                <a:latin typeface="Arial"/>
                <a:ea typeface="Arial"/>
                <a:cs typeface="Arial"/>
              </a:rPr>
              <a:t>Të dhënat e udhëtimit të provës.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B33E58-C1E7-4168-8C7A-2C1B8A05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6115050"/>
            <a:ext cx="633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Krahaso 08:15 te shoferi me 08:40 në detajet e udhëtarit.</a:t>
            </a:r>
          </a:p>
        </p:txBody>
      </p:sp>
    </p:spTree>
    <p:extLst>
      <p:ext uri="{BB962C8B-B14F-4D97-AF65-F5344CB8AC3E}">
        <p14:creationId xmlns:p14="http://schemas.microsoft.com/office/powerpoint/2010/main" val="21298028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FD813C-B4F7-411D-BDD0-ADC91F05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4–7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D7F0A8-894B-42FC-92E4-9E971977D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4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2C6682-EF93-4622-9D24-A09D2FE9B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Ora në dy ekrane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E9746D-25DC-444F-A685-4A1BBADEDFD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ad5cd567024fdc"/>
          <a:stretch xmlns:a="http://schemas.openxmlformats.org/drawingml/2006/main"/>
        </p:blipFill>
        <p:spPr>
          <a:xfrm xmlns:a="http://schemas.openxmlformats.org/drawingml/2006/main">
            <a:off x="857250" y="1238250"/>
            <a:ext cx="3429000" cy="5334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0B2957-0726-41EE-B5A9-FC3EBAB87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42875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UDHËTARI · ARTA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4B7E31-AC8B-4B71-96F9-307B4F554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2098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Udhëtimi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C91394-2695-4208-B699-267720E1A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5622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 2 · Ferizaj → AAB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4E8ACA-90AD-49DF-9373-2DBBD7ACB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2385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Nisja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9DAA24-E2EA-428B-B58B-8350D2403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5909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08:40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AE2722-750B-44A1-980A-9BFB4B731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2672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Vende të lira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5E7B6A-0025-4562-BBB0-D6481009F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6196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275641-CCC6-46A3-9F01-36BD773AF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476875"/>
            <a:ext cx="6334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B8EDDB"/>
                </a:solidFill>
                <a:latin typeface="Arial"/>
                <a:ea typeface="Arial"/>
                <a:cs typeface="Arial"/>
              </a:rPr>
              <a:t>Provo kërkesën · simulim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47B21A-1BBC-43DD-A747-0CD9DCE06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6115050"/>
            <a:ext cx="633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Krahaso 08:15 te shoferi me 08:40 në detajet e udhëtarit.</a:t>
            </a:r>
          </a:p>
        </p:txBody>
      </p:sp>
    </p:spTree>
    <p:extLst>
      <p:ext uri="{BB962C8B-B14F-4D97-AF65-F5344CB8AC3E}">
        <p14:creationId xmlns:p14="http://schemas.microsoft.com/office/powerpoint/2010/main" val="7264760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D51421-0B08-4289-8118-EFE39C27A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4–7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477197-B33C-4455-BF20-0919900A3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5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97D5C3-F030-4AAB-828A-083D548D6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Ora në dy ekrane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77E972-3F43-4293-AF28-4BC7123ECF2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074d3e2acd4b61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4BBEB4-71CF-4F4D-92F4-5B3297C83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Lista: 08:15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F7C166-E7B6-4AE5-BE5C-040D7290B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Udhëtimi 2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4A0E7A-AC1C-4934-A593-3ADC716D98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ef16d52bc145b4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73D385-64BA-4007-888F-CEA529D3A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Detajet: 08:40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D640EA-2C91-42D3-968E-9AB728AAF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Po i njëjti udhëtim?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EACF89-E15C-439A-B257-553C1410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Lista thotë 08:15. Arta hap udhëtimin e Dritonit dhe detajet thonë 08:40.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 çift: cili informacion ju duhet para se të ndryshoni kodin?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D5C9D8-5F70-4902-8A60-AEBD1E0F8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Çfarë kontrollojmë së pari?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EF1FEA-4846-4D30-9A60-0C406271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 · Vetëm ngjyrën e kartës.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B · ID-në, burimin dhe kohën e leximit.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 · I shkruajmë të dyja orët 08:15.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B44F0F-084D-43BD-A5E0-DDF3500EB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0953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Votoni, shpjegoni arsyen dhe pastaj kaloni te slajdi vijues</a:t>
            </a:r>
          </a:p>
        </p:txBody>
      </p:sp>
    </p:spTree>
    <p:extLst>
      <p:ext uri="{BB962C8B-B14F-4D97-AF65-F5344CB8AC3E}">
        <p14:creationId xmlns:p14="http://schemas.microsoft.com/office/powerpoint/2010/main" val="21185864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C3D916-BE65-4D17-B051-6AC9CA515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7–9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147D3F-F35A-4765-ADBC-DD3502D45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6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218C30-B78B-45E3-8859-D59459A0D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njëjti udhëtim, një burim i qartë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BFC8F4-08AE-4C9A-BA2D-02E1BB5BA2F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464c2da1dc4db6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28C09C-A287-43BF-B3E2-58CFE0324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ID-ja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105AB9-27B1-45A2-81F3-96E5D24E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Cilin udhëtim lexova?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4A6A01-479F-43A2-8469-D8796717324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1ad862941640a8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2C779-144A-496C-BF12-C56B6B7AA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Burimi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19A084-C13E-45B1-83D8-C9CB7021C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Server apo kopje?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3AB741-A847-46A3-A04B-367BA664C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Simptoma: dy orë të ndryshme. Shkaqet e mundshme: ID i gabuar, tekst i shkruar në kod ose kopje e vjetër.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Nëse të dhënat ndryshuan mes leximeve, shpjegojmë kohën dhe burimin. Së pari kërkojmë provë për shkakun.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531C1A-03F9-494B-AA43-36EBE8FF0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Çfarë mëson klasa nëse i shkruajmë të dyja orët 08:15?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A5AA84-CE5A-4C68-AACA-0DB802B44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Vetëm e mbulojmë simptomën. Pa kontrolluar ID-në dhe burimin, gabimi mund të shfaqet sërish te udhëtimi tjetër.</a:t>
            </a:r>
          </a:p>
        </p:txBody>
      </p:sp>
    </p:spTree>
    <p:extLst>
      <p:ext uri="{BB962C8B-B14F-4D97-AF65-F5344CB8AC3E}">
        <p14:creationId xmlns:p14="http://schemas.microsoft.com/office/powerpoint/2010/main" val="1146254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4ABFF0-883D-43B3-A365-C197490DF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9–12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A32489-8251-426F-985E-058B4A4D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7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C1A776-AE0A-47F3-9549-5241F107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Ku kalon veprimi i Artës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ACF81D-B197-4EC1-8F8F-51A375CC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PUBLIKIMI I KODIT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604C80-DEF8-413B-8D53-1F7E2D06C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Git në kompjuter   →   GitHub   →   Vercel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B3DE6F-3969-4E5E-B84F-179881CCE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TË DHËNAT GJATË PËRDORIMIT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0790B2-2BC1-42CC-A0B7-0AE7F7E6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Telefoni   ↔   Vercel / Next.js   ↔   Neon PostgreSQL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560164-1AF6-4B2E-A39F-2FB054B4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DBA74"/>
                </a:solidFill>
                <a:latin typeface="Arial"/>
                <a:ea typeface="Arial"/>
                <a:cs typeface="Arial"/>
              </a:rPr>
              <a:t>Kopja offline qëndron në telefon. GitHub nuk është ndalesë e çdo klikimi.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1A2009-57A1-4FC3-B381-CB213BDAE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Git dhe GitHub ruajnë e publikojnë kodin. Vercel e ndërton dhe e shërben aplikacionin.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Gjatë përdorimit, shfletuesi kërkon të dhëna nga serveri Next.js në Vercel. Serveri lexon Neon PostgreSQL.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DF92EF-0869-4483-8681-D5C813E3C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86550"/>
            <a:ext cx="1095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https://nextjs.org/docs/app/guides/data-security</a:t>
            </a:r>
          </a:p>
        </p:txBody>
      </p:sp>
    </p:spTree>
    <p:extLst>
      <p:ext uri="{BB962C8B-B14F-4D97-AF65-F5344CB8AC3E}">
        <p14:creationId xmlns:p14="http://schemas.microsoft.com/office/powerpoint/2010/main" val="15717143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48B2FD-82FD-41DC-8062-F7F132E16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12–15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7F38B1-3255-4331-9836-BF4F127A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8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762CDE-C613-4A52-B163-77AAB71F8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Klasa vendos: çfarë duhet të ndodhë?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B51907-7262-472D-9330-7E88FF44E02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8782f2539c40ef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8A2004-6F33-44F7-9DB2-D8AF119C1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Parashiko mesazhin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A825B2-C410-4888-9DDE-CD87712E4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Çfarë mund t’i premtojmë Artës?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6BE394-A629-45DB-B865-5D19FE1CFB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169922bb114283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F31E58-AB13-41F8-ABA8-C0DE7122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Mbro përgjigjen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39551E-0308-465E-A4BC-C6A979F5E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Cila e dhënë e justifikon?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80C9A3-8F3C-4034-B025-2E53E4090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Zgjidhni një rast: pa vende, ID i panjohur ose kopje offline. Para klikimit, thoni çfarë duhet të kuptojë Arta.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Profesori hap demonstrimin. Klasa krahason rezultatin me parashikimin dhe shpjegon arsyen.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CC18B0-8A22-49A8-928E-2AB54B82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Demonstrimi interaktiv: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146718-95ED-446A-B59C-E33A05A3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DBA74"/>
                </a:solidFill>
                <a:latin typeface="Arial"/>
                <a:ea typeface="Arial"/>
                <a:cs typeface="Arial"/>
                <a:hlinkClick xmlns:ns0="http://schemas.openxmlformats.org/officeDocument/2006/relationships" ns0:id="rIdCourseUrl4"/>
              </a:rPr>
              <a:t>https://arbenl.github.io/lendet/2026-2027/mobile/java-07/demonstrimi.html</a:t>
            </a:r>
          </a:p>
        </p:txBody>
      </p:sp>
    </p:spTree>
    <p:extLst>
      <p:ext uri="{BB962C8B-B14F-4D97-AF65-F5344CB8AC3E}">
        <p14:creationId xmlns:p14="http://schemas.microsoft.com/office/powerpoint/2010/main" val="55726360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069102-7742-470A-A01E-54F27C28B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15–18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65BB94-4E8A-4374-A425-57BF4C5F9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9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808E4B-7EB9-424A-866C-41B78007C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Butoni u shtyp. A u rezervua vendi?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2B03B0-0800-4A7F-BA81-06085D09172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809b7c021c4058"/>
          <a:stretch xmlns:a="http://schemas.openxmlformats.org/drawingml/2006/main"/>
        </p:blipFill>
        <p:spPr>
          <a:xfrm xmlns:a="http://schemas.openxmlformats.org/drawingml/2006/main">
            <a:off x="857250" y="1238250"/>
            <a:ext cx="3429000" cy="5334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AC85F7-8C8E-40E1-8653-7512622C1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42875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SHOFERI · DRITONI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C0937F-8B88-4681-904F-475BA1726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2098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Udhëtimi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D781FF-CAAC-4D69-8D7B-EF0EF720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5622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 2 · Ferizaj → AAB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762100-600F-4C91-A528-77263F11B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2385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Nisja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37CF0B-596D-4C62-B7D9-A9055A00C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5909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08:15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245595-9536-4502-9EE7-705A9226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2672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Vende të lira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E8C6F2-E43D-4258-BD9E-813286113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6196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B9F987-A8D1-4D13-ADCE-0D07B6F1D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476875"/>
            <a:ext cx="6334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B8EDDB"/>
                </a:solidFill>
                <a:latin typeface="Arial"/>
                <a:ea typeface="Arial"/>
                <a:cs typeface="Arial"/>
              </a:rPr>
              <a:t>Të dhënat e udhëtimit të provës.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4C4F08-BABD-44CE-AFB4-7D81E2B70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6115050"/>
            <a:ext cx="633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Klikimi nuk rezervon vend dhe nuk njofton shoferin.</a:t>
            </a:r>
          </a:p>
        </p:txBody>
      </p:sp>
    </p:spTree>
    <p:extLst>
      <p:ext uri="{BB962C8B-B14F-4D97-AF65-F5344CB8AC3E}">
        <p14:creationId xmlns:p14="http://schemas.microsoft.com/office/powerpoint/2010/main" val="13078654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37770F-D40E-4EBC-91EA-6FC1E2A4B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15–18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094D0F-B810-443E-8AA6-4BA1F5788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10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69F632-25AA-4387-829E-DAA23A9A1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Butoni u shtyp. A u rezervua vendi?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D6B3C4-6FBD-47A9-91F7-D4061DE1ED7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49be8cca734d19"/>
          <a:stretch xmlns:a="http://schemas.openxmlformats.org/drawingml/2006/main"/>
        </p:blipFill>
        <p:spPr>
          <a:xfrm xmlns:a="http://schemas.openxmlformats.org/drawingml/2006/main">
            <a:off x="857250" y="1238250"/>
            <a:ext cx="3429000" cy="5334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83BBC-11B9-4EBC-AED7-748A82B0F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42875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UDHËTARI · ARTA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F9CB87-1963-48FF-9697-5CED2A722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2098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Udhëtimi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15A295-0C4F-46B3-9BA0-8CECD99B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5622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 2 · Ferizaj → AAB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2F7287-D540-4419-977F-A1A6CA9C1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2385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Nisja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157C36-E8DF-4FF2-B505-9E8F90669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5909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08:15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8F3AF6-B598-481F-8637-057003ADB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2672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Vende të lira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2785E3-7DA1-4246-B3D2-BBC2CEC8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6196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B3725E-7D40-480D-A5A4-F700AC525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476875"/>
            <a:ext cx="6334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B8EDDB"/>
                </a:solidFill>
                <a:latin typeface="Arial"/>
                <a:ea typeface="Arial"/>
                <a:cs typeface="Arial"/>
              </a:rPr>
              <a:t>Në pritje · SIMULIM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AE69FD-66E8-4623-A97E-5AAE96CF6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6115050"/>
            <a:ext cx="633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Klikimi nuk rezervon vend dhe nuk njofton shoferin.</a:t>
            </a:r>
          </a:p>
        </p:txBody>
      </p:sp>
    </p:spTree>
    <p:extLst>
      <p:ext uri="{BB962C8B-B14F-4D97-AF65-F5344CB8AC3E}">
        <p14:creationId xmlns:p14="http://schemas.microsoft.com/office/powerpoint/2010/main" val="20344518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9911DF-F26C-4063-B251-FEC5D8A29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15–18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AFD2EC-8DAE-4A02-AE36-25A2D84D2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11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6C0040-56EB-4CE0-A535-7715E6488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Butoni u shtyp. A u rezervua vendi?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14607B-2010-4AF5-AD91-9056C2F1D0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7ce0545aac4b78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C3F144-D65D-4CD9-9F86-329CC15F5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Klikimi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EA25B2-8C55-4DCA-9016-7D87C4A93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Veprim në ndërfaqe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D72CBB-173C-4B69-B95B-31AFBC9D9FE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acdd5c70b44755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09FD28-D566-49F7-A2F3-DDAE220EA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Ruajtja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CF8CBC-8F61-4D8A-8F67-BC219DB0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Duhet provuar veçmas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BBEB34-A4E6-47DE-8A45-8056201BE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Faqja e Javës 3 shfaq “Në pritje” në një simulim. Nuk ka ende kërkesë të ruajtur në server.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1659E6-9EEF-4C4A-B2B0-A70BBAD47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Cila fjali përshkruan saktë këtë rezultat?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B80FB7-6770-4E5D-8EF2-5A9A1EBE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 · Vendi është rezervuar përfundimisht.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B · Shoferi e ka pranuar Artën.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 · Simulimi shfaq Në pritje, pa rezervim real.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E35005-3A60-4B93-8500-2A1262ACD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0953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Votoni, shpjegoni arsyen dhe pastaj kaloni te slajdi vijues</a:t>
            </a:r>
          </a:p>
        </p:txBody>
      </p:sp>
    </p:spTree>
    <p:extLst>
      <p:ext uri="{BB962C8B-B14F-4D97-AF65-F5344CB8AC3E}">
        <p14:creationId xmlns:p14="http://schemas.microsoft.com/office/powerpoint/2010/main" val="115207885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7F1217-5F5E-4360-9FCC-86FB3BB0C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18–20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E64F46-701F-4B3A-BF8F-6CEEE7B6A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12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DDCBCD-28F6-4FB8-8746-EBE6C4D1F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Një klikim dhe tri kuptime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5951C5-7A25-4F84-8249-392CE6D798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386e1938ef403f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916325-0874-4F85-9365-F86722601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Veprimi në ekran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A65900-1BA4-42FC-805C-DA657525D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Butoni reagon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A19215-93C4-4223-921D-35C47A7DBA6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2fae869f494c4b"/>
          <a:stretch xmlns:a="http://schemas.openxmlformats.org/drawingml/2006/main"/>
        </p:blipFill>
        <p:spPr>
          <a:xfrm xmlns:a="http://schemas.openxmlformats.org/drawingml/2006/main">
            <a:off x="43815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9AA48E-5424-47A3-9A13-7FEB47E40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Gjendja e kërkesës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889295-F5D1-453E-9B5E-DEA499F68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Përdoruesi pret përgjigje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22B751-6B04-452E-A45C-8D6A98A3687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111d6db8d34d85"/>
          <a:stretch xmlns:a="http://schemas.openxmlformats.org/drawingml/2006/main"/>
        </p:blipFill>
        <p:spPr>
          <a:xfrm xmlns:a="http://schemas.openxmlformats.org/drawingml/2006/main">
            <a:off x="81534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AB108B-0480-4E9F-A7AB-28D03EBA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Konfirmimi real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F0F4B0-903A-4C9C-9016-1A9DE2E99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Duhet proces i ruajtur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E2765B-4C65-4276-A94B-348067CBF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Klikova: telefoni mori veprimin. Në pritje: kërkesa ende nuk ka një vendim. E pranuar: procesi real e ka konfirmuar.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 demonstrimin tonë “Në pritje” është vetëm simulim. Nuk ka kërkesë të ruajtur ose vend të rezervuar.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47DB2C-D76F-463B-9CBD-9B94AFC24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Pse një mesazh i bukur “Sukses” mund ta mashtrojë Artën?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D2511F-4C05-48A8-9DAD-32EFE9DB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Ajo mund ta kuptojë si vend të siguruar. Mesazhi duhet të tregojë vetëm atë që sistemi ka kryer realisht.</a:t>
            </a:r>
          </a:p>
        </p:txBody>
      </p:sp>
    </p:spTree>
    <p:extLst>
      <p:ext uri="{BB962C8B-B14F-4D97-AF65-F5344CB8AC3E}">
        <p14:creationId xmlns:p14="http://schemas.microsoft.com/office/powerpoint/2010/main" val="8900777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AC9282-BE6A-4BB7-B03A-5D30A9882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20–23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3F8DC2-1B80-433A-BD24-9168973EC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13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DA20FF-4628-4C78-9797-878D3633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Nga simptoma te shkaku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5B911A-2F1C-45F5-80EF-81F0B28A39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a721cfdeaa4214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53C07C-B86A-4C50-9CE7-24BD57F4F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Çfarë u pa?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4907D1-8B26-42C2-AC29-068E58E7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Ora ndryshon në ekran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32D2DF-6CE9-46C2-960D-72E6DEBF0E6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454f69246f4067"/>
          <a:stretch xmlns:a="http://schemas.openxmlformats.org/drawingml/2006/main"/>
        </p:blipFill>
        <p:spPr>
          <a:xfrm xmlns:a="http://schemas.openxmlformats.org/drawingml/2006/main">
            <a:off x="43815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F87871-331D-41E1-9CD0-BB1ED55C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Çfarë e shpjegon?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3A940E-2C5C-4E90-A0C4-81FC3989A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ID, burimi ose koha e leximit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F8206E-C40C-458B-8531-57A5C0D5E7D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2ab4b2c51247b0"/>
          <a:stretch xmlns:a="http://schemas.openxmlformats.org/drawingml/2006/main"/>
        </p:blipFill>
        <p:spPr>
          <a:xfrm xmlns:a="http://schemas.openxmlformats.org/drawingml/2006/main">
            <a:off x="81534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01C76C-376B-45BA-B7C3-9FEA77495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Çfarë prove na duhet?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0CDA24-AAE4-4FFF-BDB2-0B7064731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Krahasojmë të njëjtin udhëtim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1B2C55-8685-4D24-80C7-C187BE1A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Arta thotë: “Zgjodha Dritonin, por shoh orë tjetër”. Ky është vëzhgimi; ende nuk e dimë shkakun.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Pyesim: a është i njëjti ID, nga cili burim erdhën të dhënat dhe kur u lexuan? Secila përgjigje ngushton kërkimin.</a:t>
            </a:r>
          </a:p>
        </p:txBody>
      </p:sp>
    </p:spTree>
    <p:extLst>
      <p:ext uri="{BB962C8B-B14F-4D97-AF65-F5344CB8AC3E}">
        <p14:creationId xmlns:p14="http://schemas.microsoft.com/office/powerpoint/2010/main" val="178941064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888FFF-C3A9-4C2E-BCA8-0880BECB4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23–26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17CAC7-596F-4D80-8E76-0F28E7E5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14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9DBBED-3E98-4628-9594-7CD3C1825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Ikona online është ndezur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55725E-26FF-4D74-B47B-C175C64080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a9b5f16ce340bb"/>
          <a:stretch xmlns:a="http://schemas.openxmlformats.org/drawingml/2006/main"/>
        </p:blipFill>
        <p:spPr>
          <a:xfrm xmlns:a="http://schemas.openxmlformats.org/drawingml/2006/main">
            <a:off x="857250" y="1238250"/>
            <a:ext cx="3429000" cy="5334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F2DBF4-DB0A-4E4B-AC24-D8DCA306C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42875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SHOFERI · DRITONI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424F7B-CA52-404D-9F4E-001FD9F8C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2098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Udhëtimi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CFD3CB-8FD9-4D92-8C5B-3A5C29CEF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5622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 2 · Ferizaj → AAB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FE5679-FD42-402C-8C51-4E69FB502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2385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Nisja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86AA5E-B8AD-406F-A5AD-2B9237DEF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5909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08:15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562EF-5228-4E6E-AE00-09A7B4073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2672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Vende të lira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C08952-B675-4573-8D16-9D969449A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6196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1614D8-F8EB-435A-8ACE-95A07CB8F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476875"/>
            <a:ext cx="6334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B8EDDB"/>
                </a:solidFill>
                <a:latin typeface="Arial"/>
                <a:ea typeface="Arial"/>
                <a:cs typeface="Arial"/>
              </a:rPr>
              <a:t>Të dhënat e udhëtimit të provës.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D849A6-727B-43D7-86D5-33AC3251A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6115050"/>
            <a:ext cx="633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Shfaqet kopja e ruajtur në 07:00. Vendet aktuale nuk janë verifikuar.</a:t>
            </a:r>
          </a:p>
        </p:txBody>
      </p:sp>
    </p:spTree>
    <p:extLst>
      <p:ext uri="{BB962C8B-B14F-4D97-AF65-F5344CB8AC3E}">
        <p14:creationId xmlns:p14="http://schemas.microsoft.com/office/powerpoint/2010/main" val="62588738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D4B85F-9CE8-41FD-AB03-1899D6DA3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23–26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356299-6B22-4F39-99A4-78DB46855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15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DF7E39-4061-4C1A-B618-1D630D1FF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Ikona online është ndezur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10FECF-BC2E-49A7-A15A-3D5E3F3C5B2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7fa663290d447c"/>
          <a:stretch xmlns:a="http://schemas.openxmlformats.org/drawingml/2006/main"/>
        </p:blipFill>
        <p:spPr>
          <a:xfrm xmlns:a="http://schemas.openxmlformats.org/drawingml/2006/main">
            <a:off x="857250" y="1238250"/>
            <a:ext cx="3429000" cy="5334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3F8793-6851-44E1-929A-C3F1A9FBF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42875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UDHËTARI · ARTA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54C597-C9FA-4CAD-9682-EAF6F69F1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2098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Udhëtimi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982D38-79D0-450A-A275-ABD499413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5622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 2 · Ferizaj → AAB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981F87-2E94-43D3-9C81-517A59BA4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2385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Nisja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16E9D1-DFCF-4AD9-AE6D-71005735C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5909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08:15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940052-8E66-4983-9180-39F93992E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2672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Vende të lira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7A0465-EDBE-4252-8375-9752C8894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6196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ECFA45-9704-4A78-A2E6-324711991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476875"/>
            <a:ext cx="6334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B8EDDB"/>
                </a:solidFill>
                <a:latin typeface="Arial"/>
                <a:ea typeface="Arial"/>
                <a:cs typeface="Arial"/>
              </a:rPr>
              <a:t>Kopje e vjetër · pa rezervim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A161D0-7355-42C3-ABAA-B8DF1FEA5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6115050"/>
            <a:ext cx="633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Shfaqet kopja e ruajtur në 07:00. Vendet aktuale nuk janë verifikuar.</a:t>
            </a:r>
          </a:p>
        </p:txBody>
      </p:sp>
    </p:spTree>
    <p:extLst>
      <p:ext uri="{BB962C8B-B14F-4D97-AF65-F5344CB8AC3E}">
        <p14:creationId xmlns:p14="http://schemas.microsoft.com/office/powerpoint/2010/main" val="78095123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AF476F-922D-486C-B686-A73D13338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23–26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05AF06-AABB-4C38-B1E5-974764A57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16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EA4238-4066-4E0B-A772-8314E44B3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Ikona online është ndezur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F07C2B-6DFE-4195-8424-8DF60CE948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ffeb41fb714cea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DF09A2-F8F5-49D2-BCF1-C1526D2B4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Lidhja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D0A91C-A518-4359-A46F-52D614F63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Duket aktive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82FE35-DE83-4E35-995A-A449A43BBD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90f7c54a704fe3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C0D76B-E131-45CC-B137-182B25BB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Serveri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488F4D-FAC6-465A-9473-88DD51FF4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Nuk kthen përgjigje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749866-7D28-40D7-909E-C652C3056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Arta ka kopjen e fundit me 1 vend. Telefoni shfaq lidhje aktive, por serveri nuk përgjigjet.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AF445E-DD6A-4095-BE2F-017D8137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Çfarë mund të premtojë aplikacioni?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FEBD67-8C07-4E06-BE70-41299D331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 · Rezervim të konfirmuar nga kopja.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B · Listën e ruajtur, me paralajmërim.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 · Që vendi i fundit është ende i lirë.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5C2715-A9C1-435B-AD95-72FE14958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0953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Votoni, shpjegoni arsyen dhe pastaj kaloni te slajdi vijues</a:t>
            </a:r>
          </a:p>
        </p:txBody>
      </p:sp>
    </p:spTree>
    <p:extLst>
      <p:ext uri="{BB962C8B-B14F-4D97-AF65-F5344CB8AC3E}">
        <p14:creationId xmlns:p14="http://schemas.microsoft.com/office/powerpoint/2010/main" val="97250493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DD5DF1-DC9F-4C27-9D53-CC885F938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26–28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A257FA-018D-448C-92C1-D1B5E744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17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CF2567-2F11-4231-9217-2335CF844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 dhënë e ruajtur apo gjendje e tanishme?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2988F0-1ACD-4A60-A1AF-986D7AA67B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63d48cbb794b98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EC4779-9747-414C-93F0-9623A8F48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Çfarë dimë?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DB3D79-E033-40F7-A126-6DEBCAF1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Vlerën në kohën e ruajtjes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5D01C2-5C87-4745-9B30-D5606FE1713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c2ec8da0644954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197AB2-3782-4059-BDC1-D470DBCC4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Çfarë duhet të verifikojmë?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1AC81A-F638-4602-89E9-354B610A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Vlerën aktuale në server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8F5C6D-9FCD-46E6-84E0-128BE282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Kopja thotë: “Në 07:00 kishte 1 vend”. Kjo nuk do të thotë: “Tani ka 1 vend”.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Rrjeti mund të rikthehet ndërsa serveri ende nuk përgjigjet. Gjendjen e re e njohim pasi marrim përgjigjen e suksesshme.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E00931-1BB9-40F3-9CF3-DBEE4435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Çfarë i duhet Artës që të mos e ngatërrojë kopjen me të dhënat e reja?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8DB290-91E8-4D17-8231-E089E4E2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Koha e ruajtjes, shënimi që kopja mund të jetë e vjetër dhe mesazh i qartë kur përditësimi nuk arrihet.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D39678-CB9F-45A1-9D89-DE3CF8B5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86550"/>
            <a:ext cx="1095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https://developer.mozilla.org/en-US/docs/Web/API/Navigator/onLine</a:t>
            </a:r>
          </a:p>
        </p:txBody>
      </p:sp>
    </p:spTree>
    <p:extLst>
      <p:ext uri="{BB962C8B-B14F-4D97-AF65-F5344CB8AC3E}">
        <p14:creationId xmlns:p14="http://schemas.microsoft.com/office/powerpoint/2010/main" val="141389222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EAC933-130E-42C2-8460-E87D869F0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28–31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94111E-BFCB-4E5D-8F78-E7A6D6607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18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308F52-4EB3-41E6-A106-72C5FC6AB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Cilin problem korrigjojmë së pari?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20F116-58F3-4B40-9A82-59E143A8754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cd4189332b4fbb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3CBD9F-9C8E-4870-BE2B-28E8404C3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Sa e pengon?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27D61D-9A1A-45FF-9579-2CB1D5092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A e kupton përdoruesi veprimin?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01CE92-0262-435A-97BB-CB14221187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6d1a133e8349fe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30BD3F-3873-4922-8462-7573AEBA1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Çfarë mund të dëmtojë?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43A6BE-DA6E-4E58-BC21-61FF854D4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A ndryshon të dhënat e tjetrit?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90234E-69B3-4359-89D4-C72E4B61A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Dy vëzhgime: ngjyra e kartës nuk dallohet mirë; Arta mund të ndryshojë udhëtimin e Dritonit.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Diskutoni 30 sekonda në çift: cilin zgjidhni së pari dhe çfarë pasoje shmangni për përdoruesin?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BE100C-D81F-4915-8DAE-125BC342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Pse në këtë shembull kontrollojmë lejen përpara ngjyrës?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930664-0922-48AA-87B3-7C7CBA75E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Ndryshimi pa leje prek të dhënat e një personi tjetër. Të dy problemet vlejnë, por pasoja na ndihmon të vendosim rendin.</a:t>
            </a:r>
          </a:p>
        </p:txBody>
      </p:sp>
    </p:spTree>
    <p:extLst>
      <p:ext uri="{BB962C8B-B14F-4D97-AF65-F5344CB8AC3E}">
        <p14:creationId xmlns:p14="http://schemas.microsoft.com/office/powerpoint/2010/main" val="58727158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E4E020-64A0-4AB2-A89E-997F28FA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31–34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332810-42E4-4709-92F8-7BCA3B4DA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19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809C7A-6D60-46C5-AD67-C442D4453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Një provë kaloi. Çfarë kemi vërtetuar?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9B34F4-9C2F-4299-A0ED-71750AE3BD2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703c48ea6f426e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1C9096-6F68-4921-9197-6F431888E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Rasti normal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9CDF7F-FE9B-4E91-ACE3-AF4F94FB5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Udhëtimi ekziston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3E7ED1-625E-41F7-92C7-CF46F9AFB94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7ca436f94d45c8"/>
          <a:stretch xmlns:a="http://schemas.openxmlformats.org/drawingml/2006/main"/>
        </p:blipFill>
        <p:spPr>
          <a:xfrm xmlns:a="http://schemas.openxmlformats.org/drawingml/2006/main">
            <a:off x="43815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A339CF-1012-4886-9FDD-98C7A39F0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Rasti kufitar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85188B-8730-4DFA-8CC4-B609AF3D1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ID mungon ose nuk ka vende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DCB9FF-54E7-478F-B528-BEFB135A2C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ec6b4122534eb0"/>
          <a:stretch xmlns:a="http://schemas.openxmlformats.org/drawingml/2006/main"/>
        </p:blipFill>
        <p:spPr>
          <a:xfrm xmlns:a="http://schemas.openxmlformats.org/drawingml/2006/main">
            <a:off x="81534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1B3A49-63BB-407E-A0F7-AB95C8E26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Rasti pas korrigjimit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31C853-CE03-417C-82D7-8880516D0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Funksioni i mëparshëm ende punon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F64F29-8DC0-48E5-9BD5-272FC2C45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Detajet hapen saktë për ID 2. Kjo vërteton vetëm atë rast, me ato të dhëna, në atë version.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ID 999, lista bosh ose 0 vende mund të zbulojnë një sjellje tjetër. Provat duhet të përfshijnë edhe kufijtë.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F7FB53-6EAA-4959-B336-FFBEA08D4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A mjafton një ekran i saktë për të thënë “aplikacioni punon gjithmonë”?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BBF0A1-0ECF-4442-810B-F4E9BE1F4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Jo. Një provë jep besim për rastin e provuar. Zgjedhim edhe raste që mund ta nxjerrin gabimin në pah.</a:t>
            </a:r>
          </a:p>
        </p:txBody>
      </p:sp>
    </p:spTree>
    <p:extLst>
      <p:ext uri="{BB962C8B-B14F-4D97-AF65-F5344CB8AC3E}">
        <p14:creationId xmlns:p14="http://schemas.microsoft.com/office/powerpoint/2010/main" val="179502213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9CDB2A-7245-4A4B-AC62-1BE5BF06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34–37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AF5906-949A-4259-865F-547FCCCF7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20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2A0B4E-17E7-4A1E-92DF-11134768D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Butoni i fshehur dhe leja në server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B8593A-B241-4B4D-8C97-71813472300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b4435a75a849f2"/>
          <a:stretch xmlns:a="http://schemas.openxmlformats.org/drawingml/2006/main"/>
        </p:blipFill>
        <p:spPr>
          <a:xfrm xmlns:a="http://schemas.openxmlformats.org/drawingml/2006/main">
            <a:off x="857250" y="1238250"/>
            <a:ext cx="3429000" cy="5334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36ECA5-53A7-4C46-8FBA-C81F0D61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42875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SHOFERI · DRITONI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C0AB67-E7D7-4DC1-A2E0-204BEFDDF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2098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Udhëtimi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A9EE42-6092-401B-BD7A-456842CED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5622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 2 · Ferizaj → AAB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9B7D48-F516-4A46-94D2-A8DCEF501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2385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Nisja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C06A7A-3FE5-45BF-A379-78444F6A2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5909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08:15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839AA7-843F-462D-B424-E36AB706A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2672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Vende të lira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BB0B1D-B9B9-4A1B-8829-999C52B1D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6196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339A45-E9A2-4776-AA53-663A2878A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476875"/>
            <a:ext cx="6334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B8EDDB"/>
                </a:solidFill>
                <a:latin typeface="Arial"/>
                <a:ea typeface="Arial"/>
                <a:cs typeface="Arial"/>
              </a:rPr>
              <a:t>Të dhënat e udhëtimit të provës.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2B46A6-30B7-4089-BE5F-D5156997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6115050"/>
            <a:ext cx="633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Ndiq të njëjtin ID nga lista te detajet.</a:t>
            </a:r>
          </a:p>
        </p:txBody>
      </p:sp>
    </p:spTree>
    <p:extLst>
      <p:ext uri="{BB962C8B-B14F-4D97-AF65-F5344CB8AC3E}">
        <p14:creationId xmlns:p14="http://schemas.microsoft.com/office/powerpoint/2010/main" val="211146762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BA49C9-E490-4B6B-A015-55A0489F0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34–37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429993-5B3E-4BC0-9BF5-30199C0AE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21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D31D59-A16C-4E9B-AF82-1C4C28097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Butoni i fshehur dhe leja në server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6AE9C1-4A03-4F48-B8EA-EB932A8AD8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1a62fcb2eb4dcd"/>
          <a:stretch xmlns:a="http://schemas.openxmlformats.org/drawingml/2006/main"/>
        </p:blipFill>
        <p:spPr>
          <a:xfrm xmlns:a="http://schemas.openxmlformats.org/drawingml/2006/main">
            <a:off x="857250" y="1238250"/>
            <a:ext cx="3429000" cy="5334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FCAD32-BED7-4603-A0B1-0579D939E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42875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UDHËTARI · ARTA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9FA76A-8641-4F8B-8B54-ADAA919FC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2098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Udhëtimi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2CC3F6-5364-4422-AFA9-084A4754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5622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 2 · Ferizaj → AAB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5F7210-0DDA-479D-BF40-7D236F900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2385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Nisja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19E495-0542-4989-9450-BD817405A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5909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08:15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5E9F71-A980-4186-B040-C6D664B68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2672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Vende të lira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9B7C93-745E-4619-87FA-3E067B47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6196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C2A6BA-D581-437D-A3FD-63B7A5A78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476875"/>
            <a:ext cx="6334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B8EDDB"/>
                </a:solidFill>
                <a:latin typeface="Arial"/>
                <a:ea typeface="Arial"/>
                <a:cs typeface="Arial"/>
              </a:rPr>
              <a:t>Provo kërkesën · simulim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8CED5A-65C7-4DBE-A57B-37B830C86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6115050"/>
            <a:ext cx="633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Ndiq të njëjtin ID nga lista te detajet.</a:t>
            </a:r>
          </a:p>
        </p:txBody>
      </p:sp>
    </p:spTree>
    <p:extLst>
      <p:ext uri="{BB962C8B-B14F-4D97-AF65-F5344CB8AC3E}">
        <p14:creationId xmlns:p14="http://schemas.microsoft.com/office/powerpoint/2010/main" val="156216334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5150D7-2D33-4575-AD42-98A800FBF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34–37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D3CF4A-2134-4EA1-B059-244B23781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22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DBE9B1-DC48-4076-AC03-A1915599E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Butoni i fshehur dhe leja në server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B65324-6B31-4E65-9370-7FCF2AE6B9E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55f88d806448a0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449A05-05A2-4AE1-90C4-D40E7943B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Ndërfaqja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8684C9-13A8-4469-9E4D-AEDA94AB1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Ndihmon përdoruesin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96B98E-E57B-484F-8F09-09D5BDDD49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a1d680d2754f85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CC220B-DBB1-4C32-8309-7D13F6FA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Serveri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2AC99B-D8B6-4F13-ACF3-5E97A71B9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Verifikon sesionin dhe pronarin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C2FD94-B085-4589-B5C3-95D264D1C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Arta nuk është pronarja e udhëtimit të Dritonit. Ndërfaqja fsheh ndryshimin e orës.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66F2B7-9926-4F2D-B288-428003B4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Ku duhet të kontrollohet leja për ruajtje?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BF7725-51F5-479D-B640-5FA136216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 · Vetëm te butoni i fshehur.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B · Te mesazhi në raport.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 · Në server, për çdo veprim ndryshimi.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FB0C04-D748-4F1B-8EE3-384E9AEA9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0953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Votoni, shpjegoni arsyen dhe pastaj kaloni te slajdi vijues</a:t>
            </a:r>
          </a:p>
        </p:txBody>
      </p:sp>
    </p:spTree>
    <p:extLst>
      <p:ext uri="{BB962C8B-B14F-4D97-AF65-F5344CB8AC3E}">
        <p14:creationId xmlns:p14="http://schemas.microsoft.com/office/powerpoint/2010/main" val="159759359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60436A-A267-47D3-8A5C-F06E160B9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37–39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5A18A9-3913-4535-A37F-447DDC292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23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AAB52E-2C14-4A7A-95E8-EAD519AD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Çfarë premton MVP-ja jonë?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53703B-4226-4DBF-9C87-638C218BDC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22bee9cad743f6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C49B49-C73F-411C-9CDF-7A8226064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Rrjedha që ofrojmë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7BDB4E-75CC-46C4-A6B0-819B53E95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Zgjedhje dhe detaje të kuptueshme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6A609E-6D59-483D-BE72-EA134338A1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3f56df52b84d71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110A63-2530-4BEF-84F3-33106C76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Kufijtë që shpjegojmë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28041F-5071-4782-B082-C9454FB96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Lejet, kopja dhe simulimi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F3B941-4812-4CB8-8301-D123EBBDF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Puna që provojmë: Arta gjen një udhëtim dhe kupton nisjen e vendet. Veprimet e pronarit kërkojnë lejen e serverit.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Kërkesa demonstrative nuk garanton rezervim. Një MVP e deklaron qartë këtë kufi dhe nuk e quan simulimin funksion të përfunduar.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E84B5F-7CE0-42F2-BF71-CA3705ADA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A është një MVP aplikacion me çdo funksion, por me premtime të pasakta?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2AFEC4-3844-4E38-BF65-D82675FD0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Jo. Ka pak funksione me qëllim të qartë. Përdoruesi duhet ta kuptojë çfarë mund të bëjë dhe çfarë nuk është realizuar ende.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630EE7-51BC-4178-A897-6572A162A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86550"/>
            <a:ext cx="1095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https://nextjs.org/docs/app/guides/authentication</a:t>
            </a:r>
          </a:p>
        </p:txBody>
      </p:sp>
    </p:spTree>
    <p:extLst>
      <p:ext uri="{BB962C8B-B14F-4D97-AF65-F5344CB8AC3E}">
        <p14:creationId xmlns:p14="http://schemas.microsoft.com/office/powerpoint/2010/main" val="4248729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20A9E1-F7E1-4F26-A55F-D47C9E019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39–41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49A71B-17A6-4C22-92F1-059C43E9C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24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318BB8-13CC-41A9-BACD-6EEAC4219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Një vend, dy udhëtarë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8B2024-B4A0-4F68-B415-5A6C7BA5FA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7c889ef8954290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4BD07A-16DD-48CD-B2E7-E2B5ED1A9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Arta: 1 vend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D44E1A-F5BD-4B31-BD6F-A11C4D2C9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E dhëna që pa në telefon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403172-9D67-44C7-81E4-739E41A0E9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bd3a77e35d4387"/>
          <a:stretch xmlns:a="http://schemas.openxmlformats.org/drawingml/2006/main"/>
        </p:blipFill>
        <p:spPr>
          <a:xfrm xmlns:a="http://schemas.openxmlformats.org/drawingml/2006/main">
            <a:off x="43815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0A9014-4A1C-4DDC-ADA7-8D10AF0AF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Besa: 1 vend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7F6580-F1BF-4F54-84AE-947570C8D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Lexim në një telefon tjetër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7688B2-6D1F-4A9B-BB28-431EF9BD395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0db11856564666"/>
          <a:stretch xmlns:a="http://schemas.openxmlformats.org/drawingml/2006/main"/>
        </p:blipFill>
        <p:spPr>
          <a:xfrm xmlns:a="http://schemas.openxmlformats.org/drawingml/2006/main">
            <a:off x="81534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650724-2ADC-406E-86DD-87285C863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Serveri vendos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D775B4-8A0D-4DF0-9765-0D1B0585D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Në një proces real rezervimi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7EC507-B4B1-4D74-8431-719225CFB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Skenar për një version të ardhshëm: Arta dhe Besa shohin njëkohësisht vendin e fundit. Të dyja klikojnë.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Të dy telefonat e panë të lirë. A do të thotë kjo se të dyja mund ta marrin? Arsyetoni pa shkruar kod.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5913C2-DA09-48D0-9209-0CD2670C6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Ku duhet të merret vendimi përfundimtar në një rezervim real?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1C2878-E4A1-4DDE-B561-A008DCDF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Në server, me një veprim të sigurt mbi të dhënat. Telefoni mund të shfaqë informacion të vjetër. Sot vetëm e kuptojmë kufirin; nuk ndërtojmë rezervime.</a:t>
            </a:r>
          </a:p>
        </p:txBody>
      </p:sp>
    </p:spTree>
    <p:extLst>
      <p:ext uri="{BB962C8B-B14F-4D97-AF65-F5344CB8AC3E}">
        <p14:creationId xmlns:p14="http://schemas.microsoft.com/office/powerpoint/2010/main" val="190130389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3CC555-95C7-4B33-9877-A7A38748E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41–43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0A9A27-2C78-40B7-B66A-32D27895A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25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5D9B48-725D-4C07-9277-805CB99D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njëjti mendim te një biznes tjetër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E13786-A258-40C5-895A-A9D70C340B4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36ecc228b4466f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5DD7A6-B73A-4108-AC33-5869D0F08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Udhëtim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02FC0F-4FDF-4075-97A4-8223B1EAD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ID i udhëtimit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A5AD23-A96D-4EF1-92B2-7634DE61C83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b5b803a4fe431f"/>
          <a:stretch xmlns:a="http://schemas.openxmlformats.org/drawingml/2006/main"/>
        </p:blipFill>
        <p:spPr>
          <a:xfrm xmlns:a="http://schemas.openxmlformats.org/drawingml/2006/main">
            <a:off x="43815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04C997-8DA3-487C-A0BB-06C142A2C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Termin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122D51-7592-47A9-AE92-AA277BA14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ID dhe koha e terminit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45A2D8-5E46-47C5-B13C-8B73884508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63021717794fe8"/>
          <a:stretch xmlns:a="http://schemas.openxmlformats.org/drawingml/2006/main"/>
        </p:blipFill>
        <p:spPr>
          <a:xfrm xmlns:a="http://schemas.openxmlformats.org/drawingml/2006/main">
            <a:off x="81534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E70337-10A5-421C-939C-D4B1FCE42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Porosi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1CB5AA-DF97-4922-8678-AE5932D72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ID dhe gjendja e porosisë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C5DA80-6BA2-4F54-8174-51A51DDE7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RideShare: zgjidh udhëtimin. Salloni: zgjidh terminin. Restoranti: zgjidh porosinë.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 secilin rast pyesim: cili objekt u zgjodh, kush lejohet të veprojë dhe a është veprimi vërtet i konfirmuar?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6DDC38-7D2E-4CAE-A379-ED7168395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Cili është premtimi që duhet të shpjegojë çdo aplikacion shërbimi?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4DCA84-40BE-4588-9F05-29C66064E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Çfarë veprimi ka përfunduar realisht dhe çfarë ende pret konfirmim. “U shfaq në ekran” nuk do të thotë domosdoshmërisht “u ruajt”.</a:t>
            </a:r>
          </a:p>
        </p:txBody>
      </p:sp>
    </p:spTree>
    <p:extLst>
      <p:ext uri="{BB962C8B-B14F-4D97-AF65-F5344CB8AC3E}">
        <p14:creationId xmlns:p14="http://schemas.microsoft.com/office/powerpoint/2010/main" val="22055986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F934C3-CFF8-4F51-B217-8C850F15B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43–45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21180E-A0BF-4E68-B47C-FD076DB08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26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5BA3C2-B01A-4D92-AC50-83FB29C88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Çfarë duhet të dish pas javës 7?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503EFC-69A5-473F-B56E-A0962C8BA7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3552fb35b449be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9F3AEC-A5CA-42DE-B596-035EDFBE9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Lidhe rrjedhën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72181F-6497-4C9F-B840-1A8A4CE5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Cila pjesë i shërben përdoruesit?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F7D011-1623-460C-8768-A9A621485B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5c30313f574271"/>
          <a:stretch xmlns:a="http://schemas.openxmlformats.org/drawingml/2006/main"/>
        </p:blipFill>
        <p:spPr>
          <a:xfrm xmlns:a="http://schemas.openxmlformats.org/drawingml/2006/main">
            <a:off x="43815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894F88-9E76-4474-8CBE-D341603E0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Shpjego problemin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59DE36-E36C-4B0F-9439-8F14107DF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Çfarë prove mbështet shkakun?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04A4D2-8A39-4A17-B5E3-824921DCCE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b464435abe434f"/>
          <a:stretch xmlns:a="http://schemas.openxmlformats.org/drawingml/2006/main"/>
        </p:blipFill>
        <p:spPr>
          <a:xfrm xmlns:a="http://schemas.openxmlformats.org/drawingml/2006/main">
            <a:off x="81534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1DD733-9150-44C8-90FA-FB4E6201B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Thuaj kufirin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4DDFF3-0FE9-431E-819F-500D56E5C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Çfarë mund të premtojë MVP-ja?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3B948C-A788-4224-91FD-392529B11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Shpjego rrugën lista → ID → detajet → veprimi. Dallo punën e telefonit, serverit dhe databazës.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Arsyeto një problem, zgjidh korrigjimin sipas pasojës dhe thuaj çfarë provojnë testet. Në laborator këtë do ta zbatosh në projektin tënd.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C23ABE-ADCD-4DAB-A668-40F5AAD0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Arta sheh 1 vend në kopjen e ruajtur. A e ka ajo të siguruar atë vend?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42AAA4-AA40-44B2-944E-4041480AF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Jo. Kopja tregon të dhënën e ruajtur, jo vendin aktual. Pa të dhëna të reja dhe pa proces real konfirmimi, nuk premtojmë rezervim.</a:t>
            </a:r>
          </a:p>
        </p:txBody>
      </p:sp>
    </p:spTree>
    <p:extLst>
      <p:ext uri="{BB962C8B-B14F-4D97-AF65-F5344CB8AC3E}">
        <p14:creationId xmlns:p14="http://schemas.microsoft.com/office/powerpoint/2010/main" val="10018115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2026-10-29T10:42:50.3430000Z</dcterms:created>
  <dcterms:modified xsi:type="dcterms:W3CDTF">2026-10-29T10:42:50.3430000Z</dcterms:modified>
</coreProperties>
</file>