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'1.0' encoding='utf-8'?>
<Relationships xmlns="http://schemas.openxmlformats.org/package/2006/relationships"><Relationship Type="http://schemas.openxmlformats.org/package/2006/relationships/metadata/core-properties" Target="/docProps/core.xml" Id="R94b0f10a3b3d48fc"/><Relationship Type="http://schemas.openxmlformats.org/officeDocument/2006/relationships/extended-properties" Target="/docProps/app.xml" Id="Rae90f786508d4c4d"/><Relationship Type="http://schemas.openxmlformats.org/officeDocument/2006/relationships/officeDocument" Target="/ppt/presentation.xml" Id="R58d0d18655034055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5d135ca1a0984155"/>
  </p:sldMasterIdLst>
  <p:sldIdLst>
    <p:sldId xmlns:r="http://schemas.openxmlformats.org/officeDocument/2006/relationships" id="256" r:id="Re08db337b4c94301"/>
    <p:sldId xmlns:r="http://schemas.openxmlformats.org/officeDocument/2006/relationships" id="257" r:id="Rbe74d985c05041c7"/>
    <p:sldId xmlns:r="http://schemas.openxmlformats.org/officeDocument/2006/relationships" id="258" r:id="R263c826d26c74446"/>
    <p:sldId xmlns:r="http://schemas.openxmlformats.org/officeDocument/2006/relationships" id="259" r:id="R269f5b8e8f004639"/>
    <p:sldId xmlns:r="http://schemas.openxmlformats.org/officeDocument/2006/relationships" id="260" r:id="Rc91da2b986994fa0"/>
    <p:sldId xmlns:r="http://schemas.openxmlformats.org/officeDocument/2006/relationships" id="261" r:id="Rbb3b18922d7f4d82"/>
    <p:sldId xmlns:r="http://schemas.openxmlformats.org/officeDocument/2006/relationships" id="262" r:id="Rc981dababfc0421a"/>
    <p:sldId xmlns:r="http://schemas.openxmlformats.org/officeDocument/2006/relationships" id="263" r:id="R3e63953822214575"/>
    <p:sldId xmlns:r="http://schemas.openxmlformats.org/officeDocument/2006/relationships" id="264" r:id="Rb42f9ae8896e4544"/>
    <p:sldId xmlns:r="http://schemas.openxmlformats.org/officeDocument/2006/relationships" id="265" r:id="Rbe0fb7fb23bc4cfc"/>
    <p:sldId xmlns:r="http://schemas.openxmlformats.org/officeDocument/2006/relationships" id="266" r:id="Ra307d64205454fc6"/>
    <p:sldId xmlns:r="http://schemas.openxmlformats.org/officeDocument/2006/relationships" id="267" r:id="R09dd1184c2a242e0"/>
    <p:sldId xmlns:r="http://schemas.openxmlformats.org/officeDocument/2006/relationships" id="268" r:id="Raf5a425c13fa4d9a"/>
    <p:sldId xmlns:r="http://schemas.openxmlformats.org/officeDocument/2006/relationships" id="269" r:id="Rd42d69bac1fd4a1e"/>
    <p:sldId xmlns:r="http://schemas.openxmlformats.org/officeDocument/2006/relationships" id="270" r:id="R3920b3eb0e834072"/>
    <p:sldId xmlns:r="http://schemas.openxmlformats.org/officeDocument/2006/relationships" id="271" r:id="R5dc7a80ff4284d4e"/>
    <p:sldId xmlns:r="http://schemas.openxmlformats.org/officeDocument/2006/relationships" id="272" r:id="R4a1dd100ca144073"/>
    <p:sldId xmlns:r="http://schemas.openxmlformats.org/officeDocument/2006/relationships" id="273" r:id="Rcf6fabb189b64b9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?>
<Relationships xmlns="http://schemas.openxmlformats.org/package/2006/relationships"><Relationship Type="http://schemas.openxmlformats.org/officeDocument/2006/relationships/theme" Target="/ppt/theme/theme1.xml" Id="Rc7b2d78132ce4f8c"/><Relationship Type="http://schemas.openxmlformats.org/officeDocument/2006/relationships/slideMaster" Target="/ppt/slideMasters/slideMaster1.xml" Id="R5d135ca1a0984155"/><Relationship Type="http://schemas.openxmlformats.org/officeDocument/2006/relationships/presProps" Target="/ppt/presProps.xml" Id="Ra819555d1d7c4bae"/><Relationship Type="http://schemas.openxmlformats.org/officeDocument/2006/relationships/tableStyles" Target="/ppt/tableStyles.xml" Id="R18340807278d4fa9"/><Relationship Type="http://schemas.openxmlformats.org/officeDocument/2006/relationships/slide" Target="/ppt/slides/slide1.xml" Id="Re08db337b4c94301"/><Relationship Type="http://schemas.openxmlformats.org/officeDocument/2006/relationships/slide" Target="/ppt/slides/slide2.xml" Id="Rbe74d985c05041c7"/><Relationship Type="http://schemas.openxmlformats.org/officeDocument/2006/relationships/slide" Target="/ppt/slides/slide3.xml" Id="R263c826d26c74446"/><Relationship Type="http://schemas.openxmlformats.org/officeDocument/2006/relationships/slide" Target="/ppt/slides/slide4.xml" Id="R269f5b8e8f004639"/><Relationship Type="http://schemas.openxmlformats.org/officeDocument/2006/relationships/slide" Target="/ppt/slides/slide5.xml" Id="Rc91da2b986994fa0"/><Relationship Type="http://schemas.openxmlformats.org/officeDocument/2006/relationships/slide" Target="/ppt/slides/slide6.xml" Id="Rbb3b18922d7f4d82"/><Relationship Type="http://schemas.openxmlformats.org/officeDocument/2006/relationships/slide" Target="/ppt/slides/slide7.xml" Id="Rc981dababfc0421a"/><Relationship Type="http://schemas.openxmlformats.org/officeDocument/2006/relationships/slide" Target="/ppt/slides/slide8.xml" Id="R3e63953822214575"/><Relationship Type="http://schemas.openxmlformats.org/officeDocument/2006/relationships/slide" Target="/ppt/slides/slide9.xml" Id="Rb42f9ae8896e4544"/><Relationship Type="http://schemas.openxmlformats.org/officeDocument/2006/relationships/slide" Target="/ppt/slides/slide10.xml" Id="Rbe0fb7fb23bc4cfc"/><Relationship Type="http://schemas.openxmlformats.org/officeDocument/2006/relationships/slide" Target="/ppt/slides/slide11.xml" Id="Ra307d64205454fc6"/><Relationship Type="http://schemas.openxmlformats.org/officeDocument/2006/relationships/slide" Target="/ppt/slides/slide12.xml" Id="R09dd1184c2a242e0"/><Relationship Type="http://schemas.openxmlformats.org/officeDocument/2006/relationships/slide" Target="/ppt/slides/slide13.xml" Id="Raf5a425c13fa4d9a"/><Relationship Type="http://schemas.openxmlformats.org/officeDocument/2006/relationships/slide" Target="/ppt/slides/slide14.xml" Id="Rd42d69bac1fd4a1e"/><Relationship Type="http://schemas.openxmlformats.org/officeDocument/2006/relationships/slide" Target="/ppt/slides/slide15.xml" Id="R3920b3eb0e834072"/><Relationship Type="http://schemas.openxmlformats.org/officeDocument/2006/relationships/slide" Target="/ppt/slides/slide16.xml" Id="R5dc7a80ff4284d4e"/><Relationship Type="http://schemas.openxmlformats.org/officeDocument/2006/relationships/slide" Target="/ppt/slides/slide17.xml" Id="R4a1dd100ca144073"/><Relationship Type="http://schemas.openxmlformats.org/officeDocument/2006/relationships/slide" Target="/ppt/slides/slide18.xml" Id="Rcf6fabb189b64b91"/></Relationships>
</file>

<file path=ppt/slideLayouts/_rels/slideLayout1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d4b45092737d4cf4"/></Relationships>
</file>

<file path=ppt/slideLayouts/_rels/slideLayout2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942fd04bfb66464b"/></Relationships>
</file>

<file path=ppt/slideLayouts/_rels/slideLayout3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77c84d0ae2a64410"/></Relationships>
</file>

<file path=ppt/slideLayouts/_rels/slideLayout4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83262b276f0349d3"/></Relationships>
</file>

<file path=ppt/slideLayouts/_rels/slideLayout5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4ce5daf188bb496c"/></Relationships>
</file>

<file path=ppt/slideLayouts/_rels/slideLayout6.xml.rels><?xml version='1.0' encoding='utf-8'?>
<Relationships xmlns="http://schemas.openxmlformats.org/package/2006/relationships"><Relationship Type="http://schemas.openxmlformats.org/officeDocument/2006/relationships/slideMaster" Target="/ppt/slideMasters/slideMaster1.xml" Id="Rbb59e621f6c14617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E36BD56-D4D6-42A0-A11B-93888EE3114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F3CCCE2B-1A0F-4443-8B66-31023B40E28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F42BB268-962D-4A4A-A36F-414E93C8AF7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2868CC3-7522-4FC5-9B4E-8DFC7083C4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43C7679B-C69A-4A3F-B1A7-09103BF9F8F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8F8CCA6A-4D7A-4CB3-BC2D-EB3E663B538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B2483A1C-CD43-45BB-88E8-8BFF45CE614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AFC43F2F-1DBD-4559-9B26-921EEB965F8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F04AD57-A62C-4573-BF1C-F51FC263851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CB469D4-184D-48FC-A3E5-274613155F13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?>
<Relationships xmlns="http://schemas.openxmlformats.org/package/2006/relationships"><Relationship Type="http://schemas.openxmlformats.org/officeDocument/2006/relationships/theme" Target="/ppt/slideMasters/theme/theme2.xml" Id="R2ab0ceab79334a04"/><Relationship Type="http://schemas.openxmlformats.org/officeDocument/2006/relationships/slideLayout" Target="/ppt/slideLayouts/slideLayout1.xml" Id="R6928c59dcab4460b"/><Relationship Type="http://schemas.openxmlformats.org/officeDocument/2006/relationships/slideLayout" Target="/ppt/slideLayouts/slideLayout2.xml" Id="Rbb150280d6f14d63"/><Relationship Type="http://schemas.openxmlformats.org/officeDocument/2006/relationships/slideLayout" Target="/ppt/slideLayouts/slideLayout3.xml" Id="R9328b11cb18c459c"/><Relationship Type="http://schemas.openxmlformats.org/officeDocument/2006/relationships/slideLayout" Target="/ppt/slideLayouts/slideLayout4.xml" Id="R631c62e9da934778"/><Relationship Type="http://schemas.openxmlformats.org/officeDocument/2006/relationships/slideLayout" Target="/ppt/slideLayouts/slideLayout5.xml" Id="Rb747c62b15bf4e52"/><Relationship Type="http://schemas.openxmlformats.org/officeDocument/2006/relationships/slideLayout" Target="/ppt/slideLayouts/slideLayout6.xml" Id="R3edf7588833d43d8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6928c59dcab4460b"/>
    <p:sldLayoutId xmlns:r="http://schemas.openxmlformats.org/officeDocument/2006/relationships" id="2147483650" r:id="Rbb150280d6f14d63"/>
    <p:sldLayoutId xmlns:r="http://schemas.openxmlformats.org/officeDocument/2006/relationships" id="2147483651" r:id="R9328b11cb18c459c"/>
    <p:sldLayoutId xmlns:r="http://schemas.openxmlformats.org/officeDocument/2006/relationships" id="2147483652" r:id="R631c62e9da934778"/>
    <p:sldLayoutId xmlns:r="http://schemas.openxmlformats.org/officeDocument/2006/relationships" id="2147483653" r:id="Rb747c62b15bf4e52"/>
    <p:sldLayoutId xmlns:r="http://schemas.openxmlformats.org/officeDocument/2006/relationships" id="2147483654" r:id="R3edf7588833d43d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a84142ebacb84cfd"/><Relationship Type="http://schemas.openxmlformats.org/officeDocument/2006/relationships/image" Target="/ppt/media/image.png" Id="R4c9d0e4ed40746a7"/><Relationship Type="http://schemas.openxmlformats.org/officeDocument/2006/relationships/image" Target="/ppt/media/image2.png" Id="R7d17743fd1ea4380"/><Relationship Type="http://schemas.openxmlformats.org/officeDocument/2006/relationships/image" Target="/ppt/media/image3.png" Id="R249921616e9c4f07"/></Relationships>
</file>

<file path=ppt/slides/_rels/slide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48f53bb3e34a3b"/><Relationship Type="http://schemas.openxmlformats.org/officeDocument/2006/relationships/image" Target="/ppt/media/image4.png" Id="Rb89f1209bbc54b7d"/><Relationship Type="http://schemas.openxmlformats.org/officeDocument/2006/relationships/image" Target="/ppt/media/image5.png" Id="R42246fec17b04759"/><Relationship Type="http://schemas.openxmlformats.org/officeDocument/2006/relationships/image" Target="/ppt/media/image6.png" Id="Rc04f514a6f3c4a49"/></Relationships>
</file>

<file path=ppt/slides/_rels/slide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4c9e4f575709449f"/><Relationship Type="http://schemas.openxmlformats.org/officeDocument/2006/relationships/image" Target="/ppt/media/image7.png" Id="Re9979cd09bd841a1"/><Relationship Type="http://schemas.openxmlformats.org/officeDocument/2006/relationships/image" Target="/ppt/media/image8.png" Id="Rc78de3a64e584f27"/></Relationships>
</file>

<file path=ppt/slides/_rels/slide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dd60f5c64a64ec3"/><Relationship Type="http://schemas.openxmlformats.org/officeDocument/2006/relationships/image" Target="/ppt/media/image9.png" Id="R29e9b21fe57747e1"/><Relationship Type="http://schemas.openxmlformats.org/officeDocument/2006/relationships/image" Target="/ppt/media/image10.png" Id="R2fa2aa3cbe8f4080"/></Relationships>
</file>

<file path=ppt/slides/_rels/slide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6ab84aac790645c2"/></Relationships>
</file>

<file path=ppt/slides/_rels/slide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8062afb33f01409e"/><Relationship Type="http://schemas.openxmlformats.org/officeDocument/2006/relationships/image" Target="/ppt/media/image11.png" Id="R7f09050fd892484e"/><Relationship Type="http://schemas.openxmlformats.org/officeDocument/2006/relationships/image" Target="/ppt/media/image12.png" Id="Raa32430b854f4451"/><Relationship Id="rIdCourseUrl4" Type="http://schemas.openxmlformats.org/officeDocument/2006/relationships/hyperlink" Target="https://arbenl.github.io/lendet/2026-2027/mobile/java-07/demonstrimi.html" TargetMode="External"/></Relationships>
</file>

<file path=ppt/slides/_rels/slide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0b0b20ee85c546c1"/><Relationship Type="http://schemas.openxmlformats.org/officeDocument/2006/relationships/image" Target="/ppt/media/image13.png" Id="Rf89f7ff5915843fd"/><Relationship Type="http://schemas.openxmlformats.org/officeDocument/2006/relationships/image" Target="/ppt/media/image14.png" Id="R9f1b1363295c417f"/></Relationships>
</file>

<file path=ppt/slides/_rels/slide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be42ce665348b0"/><Relationship Type="http://schemas.openxmlformats.org/officeDocument/2006/relationships/image" Target="/ppt/media/image15.png" Id="R0181269b5b0d4f77"/><Relationship Type="http://schemas.openxmlformats.org/officeDocument/2006/relationships/image" Target="/ppt/media/image16.png" Id="Re3bd5aee034c4d2a"/></Relationships>
</file>

<file path=ppt/slides/_rels/slide9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d96ad25ed8d44a3"/><Relationship Type="http://schemas.openxmlformats.org/officeDocument/2006/relationships/image" Target="/ppt/media/image17.png" Id="R3e3e7a1fee8041c9"/><Relationship Type="http://schemas.openxmlformats.org/officeDocument/2006/relationships/image" Target="/ppt/media/image18.png" Id="R035f99866893477f"/><Relationship Type="http://schemas.openxmlformats.org/officeDocument/2006/relationships/image" Target="/ppt/media/image19.png" Id="R3457891adbce469b"/></Relationships>
</file>

<file path=ppt/slides/_rels/slide10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d36ba2c6a4ee4c6a"/><Relationship Type="http://schemas.openxmlformats.org/officeDocument/2006/relationships/image" Target="/ppt/media/image20.png" Id="R5bd72ec2fe5a4f0e"/><Relationship Type="http://schemas.openxmlformats.org/officeDocument/2006/relationships/image" Target="/ppt/media/image21.png" Id="Rf2dc154f7da14362"/></Relationships>
</file>

<file path=ppt/slides/_rels/slide11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21846f243684bac"/><Relationship Type="http://schemas.openxmlformats.org/officeDocument/2006/relationships/image" Target="/ppt/media/image22.png" Id="Rf5b6a4520a5d425c"/><Relationship Type="http://schemas.openxmlformats.org/officeDocument/2006/relationships/image" Target="/ppt/media/image23.png" Id="R8d29232ebb8e4b4b"/></Relationships>
</file>

<file path=ppt/slides/_rels/slide12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734fdd7ce3994d75"/><Relationship Type="http://schemas.openxmlformats.org/officeDocument/2006/relationships/image" Target="/ppt/media/image24.png" Id="R0f79f87ee43a4857"/><Relationship Type="http://schemas.openxmlformats.org/officeDocument/2006/relationships/image" Target="/ppt/media/image25.png" Id="R55c6111561bb447f"/></Relationships>
</file>

<file path=ppt/slides/_rels/slide13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640ab94563d4d99"/><Relationship Type="http://schemas.openxmlformats.org/officeDocument/2006/relationships/image" Target="/ppt/media/image26.png" Id="R6c35107f631949c1"/><Relationship Type="http://schemas.openxmlformats.org/officeDocument/2006/relationships/image" Target="/ppt/media/image27.png" Id="Re58697e3f21e401a"/></Relationships>
</file>

<file path=ppt/slides/_rels/slide14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9071f75caed1495b"/><Relationship Type="http://schemas.openxmlformats.org/officeDocument/2006/relationships/image" Target="/ppt/media/image28.png" Id="Rc78b377e80624d1b"/><Relationship Type="http://schemas.openxmlformats.org/officeDocument/2006/relationships/image" Target="/ppt/media/image29.png" Id="R26bf9d87c7294b2c"/></Relationships>
</file>

<file path=ppt/slides/_rels/slide15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e8564a18656c4c3b"/><Relationship Type="http://schemas.openxmlformats.org/officeDocument/2006/relationships/image" Target="/ppt/media/image30.png" Id="Rb7dcf12365e7426c"/><Relationship Type="http://schemas.openxmlformats.org/officeDocument/2006/relationships/image" Target="/ppt/media/image31.png" Id="R69e67f2ac25e4e67"/></Relationships>
</file>

<file path=ppt/slides/_rels/slide16.xml.rels><?xml version='1.0' encoding='UTF-8' standalone='yes'?>
<Relationships xmlns="http://schemas.openxmlformats.org/package/2006/relationships"><Relationship Type="http://schemas.openxmlformats.org/officeDocument/2006/relationships/slideLayout" Target="/ppt/slideLayouts/slideLayout6.xml" Id="R6d180fbdffe741f7"/><Relationship Type="http://schemas.openxmlformats.org/officeDocument/2006/relationships/image" Target="/ppt/media/image32.png" Id="R30ca40c33f5248b0"/><Relationship Type="http://schemas.openxmlformats.org/officeDocument/2006/relationships/image" Target="/ppt/media/image33.png" Id="Rf77c12dd2444417c"/><Relationship Id="rIdCourseUrl4" Type="http://schemas.openxmlformats.org/officeDocument/2006/relationships/hyperlink" Target="https://arbenl.github.io/lendet/2026-2027/mobile/java-07/ushtrimet.html" TargetMode="External"/></Relationships>
</file>

<file path=ppt/slides/_rels/slide17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13c31a4cb7794ddd"/><Relationship Type="http://schemas.openxmlformats.org/officeDocument/2006/relationships/image" Target="/ppt/media/image34.png" Id="R2d62b307d3cf4021"/><Relationship Type="http://schemas.openxmlformats.org/officeDocument/2006/relationships/image" Target="/ppt/media/image35.png" Id="R97b53706e1834b13"/></Relationships>
</file>

<file path=ppt/slides/_rels/slide18.xml.rels><?xml version='1.0' encoding='utf-8'?>
<Relationships xmlns="http://schemas.openxmlformats.org/package/2006/relationships"><Relationship Type="http://schemas.openxmlformats.org/officeDocument/2006/relationships/slideLayout" Target="/ppt/slideLayouts/slideLayout6.xml" Id="Rc8ac60e8b95046e6"/><Relationship Type="http://schemas.openxmlformats.org/officeDocument/2006/relationships/image" Target="/ppt/media/image36.png" Id="Rc2caae34f12244b1"/><Relationship Type="http://schemas.openxmlformats.org/officeDocument/2006/relationships/image" Target="/ppt/media/image37.png" Id="Rc7962c77ffc448c8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FAD897-5F10-452A-8E39-C38E3B9F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0–2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1DAAA2E-00F3-47D8-83BF-8F5073E47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 / 18</a:t>
            </a:r>
          </a:p>
        </p:txBody>
      </p:sp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148EF5-6D56-4FD2-9BE8-B86C8D47A1A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c9d0e4ed40746a7"/>
          <a:stretch xmlns:a="http://schemas.openxmlformats.org/drawingml/2006/main"/>
        </p:blipFill>
        <p:spPr>
          <a:xfrm xmlns:a="http://schemas.openxmlformats.org/drawingml/2006/main">
            <a:off x="10382250" y="906327"/>
            <a:ext cx="1190625" cy="235221"/>
          </a:xfrm>
          <a:prstGeom xmlns:a="http://schemas.openxmlformats.org/drawingml/2006/main" prst="rect">
            <a:avLst/>
          </a:prstGeom>
        </p:spPr>
      </p:pic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46018-40D6-4917-8C4D-6D0CB66D7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9525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besoje udhëtimin këtij app-i?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F60BC4-F036-43B1-94A7-C5602B7B2F1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d17743fd1ea438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7B565E9-8751-442C-93B2-0C3954AE2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Dritoni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A184BC-1498-4691-8011-8F38A0B64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Shoferi dhe pronari i udhëtimit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A93CD08-DB19-4521-A699-B7435DB7BC7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49921616e9c4f0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2A5297E-3970-44D6-829A-6E5FAB5E1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594C630-C950-4FB7-8714-ADFDEC3D6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Udhëtarja që kërkon vend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2DCF5-4E9E-4E58-B8BB-445D837C3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Dritoni ofron 2 vende në veturë drejt AAB-së. Arta hap RideShare për të kërkuar njërin.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luajmë rolin e përdoruesit dhe provojmë produktin që kemi ndërtuar.</a:t>
            </a:r>
          </a:p>
        </p:txBody>
      </p:sp>
    </p:spTree>
    <p:extLst>
      <p:ext uri="{BB962C8B-B14F-4D97-AF65-F5344CB8AC3E}">
        <p14:creationId xmlns:p14="http://schemas.microsoft.com/office/powerpoint/2010/main" val="205859041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AB5BE40-F74C-48C8-9E70-1F6E9B764F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2–4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485713-729C-4E7C-B730-5654E91B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4729002-4F5B-4057-B83D-B7D055971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Çfarë kemi ndërtuar deri tani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96B6FE-7D58-4FFC-8BC9-B3BFF854612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9f1209bbc54b7d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D8C6B44-E9E0-4D6E-9A5F-7210F8998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Ekranet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43FFB5-63A4-4B54-B3A8-5792783F8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Lista, detajet dhe kërkesa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BF7E3EB-E9C9-41F0-9D80-16FC7CDC94E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2246fec17b04759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DAC46ED-CE6A-41D5-9825-6DAC38111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60C224-964C-4945-B162-452B4ADAF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Neon PostgreSQL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463C3E3-F245-4C5F-A30B-5DF5E5396F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04f514a6f3c4a49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D87A34-46FE-4628-B5CF-FB8034240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Besimi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A95E57-782A-4B6A-AFE9-C5AE7C48A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Lejet dhe kufijtë offline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1B354B3-838A-44DF-A14B-E408768DA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3 lidhi listën me detajet. Java 4 solli të dhënat nga Neon.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Java 5 shtoi hyrjen dhe lejet. Java 6 na mësoi të lexojmë një kopje pa internet.</a:t>
            </a:r>
          </a:p>
        </p:txBody>
      </p:sp>
    </p:spTree>
    <p:extLst>
      <p:ext uri="{BB962C8B-B14F-4D97-AF65-F5344CB8AC3E}">
        <p14:creationId xmlns:p14="http://schemas.microsoft.com/office/powerpoint/2010/main" val="64962395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F6442DF-7B24-4694-8CFF-7C6021D8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4–7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8712F61-E1A9-481F-B161-93C79391F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619BC1C-39AF-458A-A913-441F73431D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Ora në dy ekrane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B2A061-558C-469C-9618-1A2356654F5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979cd09bd841a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FEBEA2-DD5A-4A8F-8FDB-F4350AEE6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Lista: 08:15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BCEB2-4829-4A90-AFDC-E5111719D7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Udhëtimi 2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05A6E0-C1A5-4E12-B95A-55D15F6580E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de3a64e584f2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450226-414D-493E-A375-735E7B97B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Detajet: 08:40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278C0E-BCCD-4CA5-A7F8-1D45B58D5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Po i njëjti udhëtim?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FA0ACC-944E-4D36-BB21-0D28B35DC9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thotë 08:15. Arta hap udhëtimin e Dritonit dhe detajet thonë 08:40.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cili informacion ju duhet para se të ndryshoni kodin?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8BD3872-9D62-46C8-8E98-69D220225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kontrollojmë së pari?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5978CFD-F508-406F-ADD5-E62B2BF9B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ngjyrën e kartës.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ID-në, burimin dhe kohën e leximit.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I shkruajmë të dyja orët 08:15.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6B10216-0424-4F72-B96A-ADB8A8FDF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74827798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45FE8C6-4776-4A3D-A9B9-3C60D51E8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7–9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3EEE813-370A-4DBA-A7F4-3D2A9D7DF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C9B60DF-FF55-40CA-AB1A-AF52A4919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udhëtim, një burim i qartë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4AEA10-2E22-40AF-83F6-12146699736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e9b21fe57747e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BC2A461-22A6-4338-BCBD-08AB36C469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ID-ja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992A790-BB2D-4C72-86AF-36BA7F52FF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Cilin udhëtim lexova?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71BD7C-FB59-40D4-AF2D-91DF5ED8E8E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a2aa3cbe8f4080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D3A4B-B4BB-490E-A4F1-614173A54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Burimi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F52FA5B-FDDD-4A2D-95C5-B862E1126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Server apo kopje?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2E0AC8-1B2C-47E6-B37F-DE5AE7CCA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Kontrollojmë ID-në në link dhe në të dhëna. Pastaj kontrollojmë nëse pamja vjen nga serveri ose nga kopja.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Nëse të dhënat kanë ndryshuar mes leximeve, e shpjegojmë dhe rifreskojmë. Nuk premtojmë që dy lexime janë gjithmonë identike.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90F6F7-4922-4E49-B904-843F52220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Pse ndryshimi i tekstit në kartë mund ta fshehë gabimin?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13B176D-132F-42CB-B093-861DF62B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Detajet mund të lexojnë udhëtimin e gabuar ose një version tjetër. Ndryshimi i tekstit nuk korrigjon shkakun.</a:t>
            </a:r>
          </a:p>
        </p:txBody>
      </p:sp>
    </p:spTree>
    <p:extLst>
      <p:ext uri="{BB962C8B-B14F-4D97-AF65-F5344CB8AC3E}">
        <p14:creationId xmlns:p14="http://schemas.microsoft.com/office/powerpoint/2010/main" val="122670989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12E668-1881-4AD6-9FAE-4712DA830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9–12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EEA86F-C50B-4D39-8CD0-0163E91B8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05FF4D-E000-4949-8F44-E8DAB4BD9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 kalon veprimi i Artës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59C0BD1-1D8E-471E-B83B-70694DB3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952625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PUBLIKIMI I KODIT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FD7A884-801C-43B8-97E2-BC55DC964D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43150"/>
            <a:ext cx="109537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në kompjuter   →   GitHub   →   Vercel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9DFDFC-DAEA-431D-B27A-6ABFAF471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0953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TË DHËNAT GJATË PËRDORIMIT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64BB4D-9D21-4686-B102-7D6541C06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48075"/>
            <a:ext cx="1095375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22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Telefoni   ↔   Vercel / Next.js   ↔   Neon PostgreSQL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6BEB04-C087-4BBE-9462-C2BF07C2D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43425"/>
            <a:ext cx="1095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FDBA74"/>
                </a:solidFill>
                <a:latin typeface="Arial"/>
                <a:ea typeface="Arial"/>
                <a:cs typeface="Arial"/>
              </a:rPr>
              <a:t>Kopja offline qëndron në telefon. GitHub nuk është ndalesë e çdo klikimi.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8DAE4D9-3ADD-40C3-BB3D-20DEB24F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Git dhe GitHub ruajnë e publikojnë kodin. Vercel e ndërton dhe e shërben aplikacionin.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Gjatë përdorimit, shfletuesi kërkon të dhëna nga serveri Next.js në Vercel. Serveri lexon Neon PostgreSQL.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9A3CB1-1C43-4080-9E16-B580949C1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https://nextjs.org/docs/app/guides/data-security</a:t>
            </a:r>
          </a:p>
        </p:txBody>
      </p:sp>
    </p:spTree>
    <p:extLst>
      <p:ext uri="{BB962C8B-B14F-4D97-AF65-F5344CB8AC3E}">
        <p14:creationId xmlns:p14="http://schemas.microsoft.com/office/powerpoint/2010/main" val="194920425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9980C8C-787E-4FD0-A6E4-E908F3845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12–15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040CA98-43D0-4CCC-9E75-233D58940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2751409-214F-450F-9F4E-FFEAC026B1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Demo: vendoseni aplikacionin në vështirësi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947A29-208B-4843-ADDD-CD42F4D26BE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09050fd892484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F0CA58-4D59-4F8A-ACFA-ED114A0DC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Parashiko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7DF06E-99F6-4310-9265-9AE8C2EA3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Para klikimit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321971-6227-4342-987D-F9D149EE0A7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32430b854f4451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CE2F97-870E-4F09-B437-34B2DC09B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30F5953-8A9C-4DE3-A703-0E09191F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Ndrysho vetëm një kusht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622AB0B-6573-4145-8CC7-272E1B28A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Klasa zgjedh një rast: funksionim normal, pa vende, ID i gabuar ose kopje offline.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Parashikoni mesazhin. Pastaj hapni demonstrimin dhe ndiqni hapat e infrastrukturës.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DAE5A5-10F5-4D3D-8427-E5CB685E0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Demonstrimi interaktiv: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A070441-3EA9-4E9E-AC81-D73ED4079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https://arbenl.github.io/lendet/2026-2027/mobile/java-07/demonstrimi.html</a:t>
            </a:r>
          </a:p>
        </p:txBody>
      </p:sp>
    </p:spTree>
    <p:extLst>
      <p:ext uri="{BB962C8B-B14F-4D97-AF65-F5344CB8AC3E}">
        <p14:creationId xmlns:p14="http://schemas.microsoft.com/office/powerpoint/2010/main" val="166503545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1E89FD6-C5AF-4553-8E50-D6C3A2F11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15–18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A153A86-9523-41E5-9E21-27A82680B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B079DD-F237-4735-9D7A-7FF09B3EC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u shtyp. A u rezervua vendi?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96FA01-A88B-4881-8D6A-4D4C846BD61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9f7ff5915843fd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2F6FE-2134-4952-A14D-68193A3B4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Klikimi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800F05-2684-4D70-A8AA-A9191BA31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në ndërfaqe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7FFD8C-9C86-49CF-AD70-3B96A8549DF7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f1b1363295c417f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5265873-44CF-4175-9D7B-55A6B6CFD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Ruajtja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07588C7-DA0F-4361-950B-C7D495DC4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Duhet provuar veçmas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4AF8AB5-817F-47A4-BB1C-ED0C42DA9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Faqja e Javës 3 shfaq “Në pritje” në një simulim. Nuk ka ende kërkesë të ruajtur në server.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4CF60BB-28A3-4C99-8FDC-690E3B0C9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Cila fjali përshkruan saktë këtë rezultat?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A8D17C-876F-40E0-A492-09C3CA13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Vendi është rezervuar përfundimisht.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Shoferi e ka pranuar Artën.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Simulimi shfaq Në pritje, pa rezervim real.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E6EA92E-6D9E-408E-B552-EC2EA120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777709170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89A4C7-46E4-43CD-9334-2B16701FB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18–20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88A75B1-FFEE-4D01-B1E5-43D4F7210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49EBC8-505A-403E-A367-4D384867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Gjendjet e një kërkese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A1DC4DD-3FED-49A0-B995-92FE402D1F8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181269b5b0d4f7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8A12E-E0FB-4BEF-806A-CC2D876CA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Në pritje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C02FE8-0282-4127-8C27-38487D1BF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Në simulim: shënohet qartë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5A7290-9093-4A26-A6E7-B2322455EC9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bd5aee034c4d2a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856C2-1468-46C8-8D78-5DD443CDD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 pranuar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6C97D5F-94B3-42C0-A87D-CFA9858F6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Kërkon proces real konfirmimi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8E01FB1-BBDE-48CC-B468-8D4995544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“E padërguar”, “Në pritje” dhe “E pranuar” përfaqësojnë ngjarje të ndryshme.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MVP-në (Minimum Viable Product – produkti minimal i përdorshëm) të sotme e emërtojmë qartë çfarë kemi provuar realisht.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33A6B81-25E9-413F-ABA9-91A8E3FB0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duhet të shkruajë një buton demonstrues?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FDA231-1D07-4212-90CC-3A59D9E84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“Provo kërkesën · simulim”. Pas klikimit: “Në pritje · simulim, pa rezervim real”.</a:t>
            </a:r>
          </a:p>
        </p:txBody>
      </p:sp>
    </p:spTree>
    <p:extLst>
      <p:ext uri="{BB962C8B-B14F-4D97-AF65-F5344CB8AC3E}">
        <p14:creationId xmlns:p14="http://schemas.microsoft.com/office/powerpoint/2010/main" val="13925722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096DBB-6AF0-4FC5-BFF7-E7634E8E7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20–23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919C8B-21C9-45AF-A9E2-527DEF647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9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533364-001C-415E-BBBE-B019FBBC6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Një provë që mund ta përsërisë kolegu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69ABCCC-5D90-4243-A129-729B657D109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3e7a1fee8041c9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6E4A98-8D31-4AF7-88CC-C27AEA5BC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Pritshmëria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DAC7606-4BC1-41AA-B82D-FFC74B2C5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duhet të ndodhë?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7877777-1559-4DDB-BBED-95F12AF9743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5f99866893477f"/>
          <a:stretch xmlns:a="http://schemas.openxmlformats.org/drawingml/2006/main"/>
        </p:blipFill>
        <p:spPr>
          <a:xfrm xmlns:a="http://schemas.openxmlformats.org/drawingml/2006/main">
            <a:off x="43815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6036EA2-9C2B-40A4-B50D-0B6F0A5A5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Vëzhgimi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DB8ED4-8B0F-4441-AE3C-62100F8CC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Çfarë ndodhi realisht?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FB7092-0B38-44CE-BC63-19C625C570C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457891adbce469b"/>
          <a:stretch xmlns:a="http://schemas.openxmlformats.org/drawingml/2006/main"/>
        </p:blipFill>
        <p:spPr>
          <a:xfrm xmlns:a="http://schemas.openxmlformats.org/drawingml/2006/main">
            <a:off x="81534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4E4BA28-A449-42BB-A176-9B5CFDA88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667000"/>
            <a:ext cx="34099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Përsëritja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4CEE58-2ECB-4F97-B07E-7FBE1980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219450"/>
            <a:ext cx="3409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Cilët hapa e prodhojnë?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0CEB4A-807D-40B6-AD93-DEEA28C71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Përgatit të dhënat. Shkruaj çfarë pret. Kryej vetëm veprimin që po provon.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Krahaso atë që pe me pritshmërinë. Ruaj rezultatin edhe nëse prova dështoi.</a:t>
            </a:r>
          </a:p>
        </p:txBody>
      </p:sp>
    </p:spTree>
    <p:extLst>
      <p:ext uri="{BB962C8B-B14F-4D97-AF65-F5344CB8AC3E}">
        <p14:creationId xmlns:p14="http://schemas.microsoft.com/office/powerpoint/2010/main" val="210721375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B61E350-5DD1-4BB5-B966-8169A8BC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23–26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68C6B2A-437A-4AB6-AA57-E4533C130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10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A2C534C-F209-44FF-B6EB-EE781C0BD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Ikona online është ndezur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0CA957-4A09-402F-BF3A-C694C97CFD8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d72ec2fe5a4f0e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1A64D7F-BAE3-49F8-9E72-C7B84939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Lidhja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5D747-6E34-46DB-A51F-121AECF84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Duket aktive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162A1-0C07-40E0-B1BD-10423D57628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dc154f7da14362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D61B21-B80F-483C-8D9F-D558D25EC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4738F7-DEAF-4C24-BCD9-0B9A00DB5D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Nuk kthen përgjigje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9FEF52-E870-4625-BBED-D56E9A9C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ka kopjen e fundit me 1 vend. Telefoni shfaq lidhje aktive, por serveri nuk përgjigjet.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93499F-8D5B-4AFA-8D3A-21E9872AA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mund të premtojë aplikacioni?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56AC6E-A51A-4B93-91AF-9F52BDAA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Rezervim të konfirmuar nga kopja.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Listën e ruajtur, me paralajmërim.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Që vendi i fundit është ende i lirë.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E65A8AE-3FA7-4493-81B8-3E82352C9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66669891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5671B4C-3E18-4A44-9522-BF789FE2C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26–28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D5B974-4F6B-4870-82EF-80C941C08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11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AF38C-61BC-478C-8D22-B31218A63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 është ndihmë për lexim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3B28475-99AA-4953-8B63-CB4AD5A919C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6a4520a5d425c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8CCA39-9D3E-4A07-87D9-9AD1A85B2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Kopja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E25FB77-E37A-4972-930D-CCFB2D9C7F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Mund të jetë e vjetër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6EBCDD-9281-48BB-9C8A-E1ED76ED417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29232ebb8e4b4b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CFD9B7-56D0-40E1-9011-ABEBBCFFF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Përditësimi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176E789-064D-41E3-9F97-8170F4577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Pasi përgjigjet serveri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AE635FE-B72C-4993-8A0C-6A4176BE6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Shfaq kohën e ruajtjes dhe paralajmërimin për të dhënat e vjetra.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Rikthimi i lidhjes lejon një kërkesë të re. Vetëm përgjigjja e suksesshme sjell të dhëna të reja.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2DE860-D73B-4966-A707-5AD9114EB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mjafton që një faqe e hapur të mbetet në ekran për të provuar offline?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A73190-12D6-4ED4-A154-7AC18592E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Hape online, ndalo rrjetin e atij tab-i dhe rifresko faqen e listës. Vëzhgo çfarë ngarkohet sërish.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6ADEF17-5A31-4379-9723-BE8ACD86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https://developer.mozilla.org/en-US/docs/Web/API/Navigator/onLine</a:t>
            </a:r>
          </a:p>
        </p:txBody>
      </p:sp>
    </p:spTree>
    <p:extLst>
      <p:ext uri="{BB962C8B-B14F-4D97-AF65-F5344CB8AC3E}">
        <p14:creationId xmlns:p14="http://schemas.microsoft.com/office/powerpoint/2010/main" val="26647953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8345EB-2694-4892-8398-25347DA7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28–31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228D105-FEC4-4A22-B3AC-BFA495603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12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DB591B-7FBF-4C0B-AAA6-D8639261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Dy probleme, një korrigjim i vogël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D74F67-B422-4B5D-BC32-9B7308791D6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79f87ee43a4857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80F0A98-522C-48DA-B9C0-8BCC80D65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Shkaku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9F3AA0-EF1A-49FF-802B-6BC2A09A4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Rruga ose kushti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37E246-636E-4573-A8FC-1796FB35C17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5c6111561bb447f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1F2A48-B33E-49D3-B49C-632E6D5B5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Korrigjimi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B1FA4E-66DE-49E1-B0B8-FB6A2305B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ndryshim i kuptueshëm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A7102A0-0AD6-426C-8DAE-B26D70906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Shembull vëzhgimi: ID i panjohur hap të njëjtat detaje. Pasoja: Arta mund të zgjedhë udhëtimin e gabuar.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Zgjidh një problem të riprodhueshëm në projektin tënd. Ndrysho pjesën më të vogël që e korrigjon.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841E591-377F-4344-9609-18C73D36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Nëse aplikacioni yt nuk ka këtë gabim, çfarë bën?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7CF8605-4649-4E52-9D4F-D2F8FE179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Zgjedh një problem tjetër real ose përmirëson një kufi të vogël, p.sh. mesazhin e listës bosh. Mos e prish qëllimisht projektin.</a:t>
            </a:r>
          </a:p>
        </p:txBody>
      </p:sp>
    </p:spTree>
    <p:extLst>
      <p:ext uri="{BB962C8B-B14F-4D97-AF65-F5344CB8AC3E}">
        <p14:creationId xmlns:p14="http://schemas.microsoft.com/office/powerpoint/2010/main" val="113201531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5878124-772A-4599-9C20-5943938B3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31–34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2C0B875-6465-4687-BE5A-FD55F5A9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13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F5C312-C75D-4468-B38B-5AEF0C8F7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Prova para dhe pas ndryshimit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250C3B-D207-485F-906B-8240969175E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35107f631949c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2EB539-0BB7-4F42-B5B2-02553A9DC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8B99A6-90F7-4C70-8554-342757D8F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Gjendja fillestare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2B2893-F647-4997-AB2A-A939199070A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8697e3f21e401a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5630C51-C469-4DFF-978C-4AB47977B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Pas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E1D2DBA-7BC8-4691-BB2A-3C09F4676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Kodi i korrigjuar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DF9505-E431-4750-98C9-8130E2DC3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Commit-i i parë ruan parashikimin dhe gjendjen fillestare. Commit-i pas korrigjimit ruan ndryshimin e kodit.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Raporti lidh të dy versionet me rezultatet. Lidhjet na ndihmojnë të diskutojmë punën konkrete.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07B4EE-6CEA-4599-9373-E35322C76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A provon një histori commit-esh se studenti e kupton kodin?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B0E26D-2C2B-45A5-98C3-E28B8C9E31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Jo. Historia tregon versione. Studenti e demonstron kuptimin duke shpjeguar dhe ndryshuar sjelljen në projektin e vet.</a:t>
            </a:r>
          </a:p>
        </p:txBody>
      </p:sp>
    </p:spTree>
    <p:extLst>
      <p:ext uri="{BB962C8B-B14F-4D97-AF65-F5344CB8AC3E}">
        <p14:creationId xmlns:p14="http://schemas.microsoft.com/office/powerpoint/2010/main" val="19928334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3B34376-495A-4E37-A03A-FA22CD099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34–37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A510B27-DA42-4374-83C8-6871C068F4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14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1CDE45-16C3-48F8-AEAF-C2B0F87AF6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Butoni i fshehur dhe leja në server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56EB6E-34EB-438B-9011-441843AED70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8b377e80624d1b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145D27-A829-40D7-9FBE-654D2FC7C1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Ndërfaqja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F42FC7E-4639-48A7-A820-4D59520D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Ndihmon përdoruesin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92FC52E-3FA7-4537-9B33-DA68623A97B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6bf9d87c7294b2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457200" cy="4572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34DEEB3-A81D-4FA3-A305-FA69FC631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Serveri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5D09E5-A86F-4D3F-B4FD-B68B7654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Verifikon sesionin dhe pronarin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944788-044C-4CB1-BEAD-600434BAA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24300"/>
            <a:ext cx="1095375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Arta nuk është pronarja e udhëtimit të Dritonit. Ndërfaqja fsheh ndryshimin e orës.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2E6436-928D-4CAF-8E82-8995319D10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10953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Ku duhet të kontrollohet leja për ruajtje?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A4AC34-5D4D-4277-8F8F-EACB70245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57825"/>
            <a:ext cx="109537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A · Vetëm te butoni i fshehur.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B · Te mesazhi në raport.</a:t>
            </a:r>
          </a:p>
          <a:p xmlns:a="http://schemas.openxmlformats.org/drawingml/2006/main">
            <a:pPr>
              <a:defRPr sz="180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C · Në server, për çdo veprim ndryshimi.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B8F967-F664-4BB7-9A2E-399DEBFED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53200"/>
            <a:ext cx="109537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Votoni, shpjegoni arsyen dhe pastaj kaloni te slajdi vijues</a:t>
            </a:r>
          </a:p>
        </p:txBody>
      </p:sp>
    </p:spTree>
    <p:extLst>
      <p:ext uri="{BB962C8B-B14F-4D97-AF65-F5344CB8AC3E}">
        <p14:creationId xmlns:p14="http://schemas.microsoft.com/office/powerpoint/2010/main" val="32462533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9FD63E0-251A-4A23-8E8A-D693C3F10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37–39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6DCA77C-02A2-4719-B6A1-4E1F7E94D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15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8A1C73-649F-4FE2-9116-E762439E7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Kufijtë e MVP-së që ruajmë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DDB569-6F9D-49F0-B126-98E62CAEAAB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dcf12365e7426c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F332F2-6D50-4677-B257-94C4524777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Lejet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550A80-3CB3-407E-A03B-2149B04BF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Mbeten në server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71D67F-FF4A-4E2E-9A60-0132768BE1FC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e67f2ac25e4e67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EE73F5-A13F-40C6-AE8A-7FF9C478F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MVP-ja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DB4163-3FF1-446C-9BC6-7BDC59EB2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rrjedhë e demonstrueshme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28906-530C-4FB2-AA30-C0E032D8A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Lista publike mund të lexohet pa hyrje. Veprimi i pronarit kërkon verifikimin e serverit të Javës 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Sot nuk ndërtojmë pagesa, rezervime reale ose sinkronizim të ri. Provojmë pjesët që kemi dhe shpjegojmë kufijtë.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AEB9EFE-2454-4D21-A26E-524820DB7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nëse hyrja reale nuk të funksionon ende?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7A2A083-D5DC-43EB-BA5C-78C86BA4DC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Shënoje si pengesë dhe kërko ndihmë. Mund të punosh te lista dhe detajet, por nuk raporton që prova e lejeve kaloi.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56DBF0-28CB-4A71-9420-D6A03A3E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686550"/>
            <a:ext cx="10953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750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https://nextjs.org/docs/app/guides/authentication</a:t>
            </a:r>
          </a:p>
        </p:txBody>
      </p:sp>
    </p:spTree>
    <p:extLst>
      <p:ext uri="{BB962C8B-B14F-4D97-AF65-F5344CB8AC3E}">
        <p14:creationId xmlns:p14="http://schemas.microsoft.com/office/powerpoint/2010/main" val="99161274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D2DB5E-83D0-4CE9-826F-3B4B22CF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39–41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92E412D-F56A-4921-B51A-AB2F7052B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16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DB89CB2-56EE-4D40-9568-5DEC4BB30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Rasti yt, në projektin tënd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275505-BA7D-47D4-AB2B-BEAB2003256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a40c33f5248b0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25D400-88FB-42E6-BE42-F5AE68FB9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Të dhëna fiktive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85496B-2558-47E1-A23D-15E5E5E9CE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Ora dhe vendet e provës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2AC3DD-30D0-402E-99E5-374909C8F34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7c12dd2444417c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1212224-BD5F-484B-8A53-7B700C9B3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njëjti ID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90CA5D5-4DB4-4159-BE88-FF0C784D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Ndiqe në të gjitha ekranet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920705-0655-4546-8FA0-62F068D38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48125"/>
            <a:ext cx="109537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Gjenero rastin nga emri yt GitHub. Përdor të dhëna fiktive dhe një udhëtim që ekziston në projekt.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Kodi i rastit organizon variantin e provës. Ai është publik dhe nuk provon autorësinë.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B20EBE8-87F8-4083-A485-391073185A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15000"/>
            <a:ext cx="10953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72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Vazhdo në faqen e ushtrimeve: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26D5CE-3C19-4141-90E6-7B697047F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05525"/>
            <a:ext cx="109537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500" b="0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DBA74"/>
                </a:solidFill>
                <a:latin typeface="Arial"/>
                <a:ea typeface="Arial"/>
                <a:cs typeface="Arial"/>
                <a:hlinkClick xmlns:ns0="http://schemas.openxmlformats.org/officeDocument/2006/relationships" ns0:id="rIdCourseUrl4"/>
              </a:rPr>
              <a:t>https://arbenl.github.io/lendet/2026-2027/mobile/java-07/ushtrimet.html</a:t>
            </a:r>
          </a:p>
        </p:txBody>
      </p:sp>
    </p:spTree>
    <p:extLst>
      <p:ext uri="{BB962C8B-B14F-4D97-AF65-F5344CB8AC3E}">
        <p14:creationId xmlns:p14="http://schemas.microsoft.com/office/powerpoint/2010/main" val="10496700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0454FE1-4A00-4E58-BCE4-622B83E1D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41–43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23B2C2-4026-48F0-9FB3-FCCB8D92F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B8D559-B05B-4A23-A7F2-DBBD919C0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Shpjegimi që tregon kuptim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8DB78E-C43F-463A-8153-03AAF6CCD96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62b307d3cf402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2F7757-80EC-4230-9247-0158AEC0D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Pse?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30A5FE-4FBE-449E-A9B9-5DE8BEE3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Shpjego arsyen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C5072F6-4ECB-4899-81B8-01BB3F6BF9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b53706e1834b13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75DC64-1ABF-44FC-9E7A-475546A82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Po sikur?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E4FE19C-5E5C-45E3-A2E9-A2D236199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Një hyrje e re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202CE9-DC6B-4B02-AB9C-67B98C619E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Në çift: studenti tregon skedarin, shpjegon një kusht dhe parashikon rezultatin kur ndryshon hyrja.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Kolegu ndryshon vetëm një vlerë. Studenti e provon dhe shpjegon ndryshimin pa përdorur AI në këtë kontroll.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25D554-A871-4F51-BF11-61CC7176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Çfarë bën profesori kur shpjegimi mbetet i paqartë?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7F42C7C-B7FF-4BB5-B56E-9F34CE7DD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Kërkon një demonstrim të shkurtër me hyrje tjetër. Fotografia, raporti dhe kontrolli automatik nuk mjaftojnë për të vërtetuar kuptimin.</a:t>
            </a:r>
          </a:p>
        </p:txBody>
      </p:sp>
    </p:spTree>
    <p:extLst>
      <p:ext uri="{BB962C8B-B14F-4D97-AF65-F5344CB8AC3E}">
        <p14:creationId xmlns:p14="http://schemas.microsoft.com/office/powerpoint/2010/main" val="1196811467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0B101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996B3C-70D0-4F76-82E4-5149B800E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"/>
            <a:ext cx="10096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JAVA 7 · 43–45 MIN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1E9E27-4A09-4612-AF55-348773158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10875" y="257175"/>
            <a:ext cx="95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defPPr>
            <a:lvl1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1pPr>
            <a:lvl2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2pPr>
            <a:lvl3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3pPr>
            <a:lvl4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4pPr>
            <a:lvl5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5pPr>
            <a:lvl6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6pPr>
            <a:lvl7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7pPr>
            <a:lvl8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8pPr>
            <a:lvl9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BFCBDF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BFCBDF"/>
                </a:solidFill>
                <a:latin typeface="Arial"/>
                <a:ea typeface="Arial"/>
                <a:cs typeface="Arial"/>
              </a:rPr>
              <a:t>18 / 18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3F643A-773A-4C45-8100-18C0D9951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38200"/>
            <a:ext cx="1095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 do t’ia tregoje një klienti?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924EB1-3EDB-45D7-BB44-07375F9C6F4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2caae34f12244b1"/>
          <a:stretch xmlns:a="http://schemas.openxmlformats.org/drawingml/2006/main"/>
        </p:blipFill>
        <p:spPr>
          <a:xfrm xmlns:a="http://schemas.openxmlformats.org/drawingml/2006/main">
            <a:off x="60960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931CEB-EEE3-426E-80D0-82B467D09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Demonstrimi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23375F-D577-4A04-BABC-CC7CDEF3C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Veprim dhe rezultat</a:t>
            </a:r>
          </a:p>
        </p:txBody>
      </p:sp>
      <p:pic>
        <p:nvPic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C296A1-2F67-4408-84AF-6ECF0E39C10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962c77ffc448c8"/>
          <a:stretch xmlns:a="http://schemas.openxmlformats.org/drawingml/2006/main"/>
        </p:blipFill>
        <p:spPr>
          <a:xfrm xmlns:a="http://schemas.openxmlformats.org/drawingml/2006/main">
            <a:off x="6267450" y="1952625"/>
            <a:ext cx="571500" cy="571500"/>
          </a:xfrm>
          <a:prstGeom xmlns:a="http://schemas.openxmlformats.org/drawingml/2006/main" prst="rect">
            <a:avLst/>
          </a:prstGeom>
        </p:spPr>
      </p:pic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5A6C748-CCB2-4609-A7A9-0F8A01389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667000"/>
            <a:ext cx="5295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Biznesi yt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3722F7-77F9-4DE5-9889-692011C02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219450"/>
            <a:ext cx="52959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C8D3E6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C8D3E6"/>
                </a:solidFill>
                <a:latin typeface="Arial"/>
                <a:ea typeface="Arial"/>
                <a:cs typeface="Arial"/>
              </a:rPr>
              <a:t>I njëjti mendim, problem tjetër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72FF1CD-9060-480C-BBB2-EA59EE2A3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57625"/>
            <a:ext cx="109537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defPPr>
            <a:lvl1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1pPr>
            <a:lvl2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2pPr>
            <a:lvl3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3pPr>
            <a:lvl4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4pPr>
            <a:lvl5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5pPr>
            <a:lvl6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6pPr>
            <a:lvl7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7pPr>
            <a:lvl8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8pPr>
            <a:lvl9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Trego rrjedhën e Artës në 60 sekonda. Emërto një gjë që punon dhe një kufi që duhet ta dijë përdoruesi.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 b="0">
                <a:solidFill>
                  <a:srgbClr val="EDF2FF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EDF2FF"/>
                </a:solidFill>
                <a:latin typeface="Arial"/>
                <a:ea typeface="Arial"/>
                <a:cs typeface="Arial"/>
              </a:rPr>
              <a:t>Te një biznes shërbimesh, e njëjta provë vlen për zgjedhjen e një termini ose dërgimin e një porosie.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675BF57-2EC1-4011-B467-640972103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29250"/>
            <a:ext cx="10953750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defPPr>
            <a:lvl1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1pPr>
            <a:lvl2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2pPr>
            <a:lvl3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3pPr>
            <a:lvl4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4pPr>
            <a:lvl5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5pPr>
            <a:lvl6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6pPr>
            <a:lvl7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7pPr>
            <a:lvl8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8pPr>
            <a:lvl9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800" b="1">
                <a:solidFill>
                  <a:srgbClr val="FDBA74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DBA74"/>
                </a:solidFill>
                <a:latin typeface="Arial"/>
                <a:ea typeface="Arial"/>
                <a:cs typeface="Arial"/>
              </a:rPr>
              <a:t>Cilën provë do ta përsërisje para se t’ia jepje aplikacionin një përdoruesi?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9AAF55-8398-403D-8C1A-50C1BC269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0275"/>
            <a:ext cx="1095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>
            <a:noAutofit/>
          </a:bodyPr>
          <a:lstStyle xmlns:a="http://schemas.openxmlformats.org/drawingml/2006/main">
            <a:def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B8EDDB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B8EDDB"/>
                </a:solidFill>
                <a:latin typeface="Arial"/>
                <a:ea typeface="Arial"/>
                <a:cs typeface="Arial"/>
              </a:rPr>
              <a:t>Zgjidh një rast që mund ta mashtrojë përdoruesin dhe shpjego rezultatin e pritur. Në laborator do ta provosh në projektin tënd.</a:t>
            </a:r>
          </a:p>
        </p:txBody>
      </p:sp>
    </p:spTree>
    <p:extLst>
      <p:ext uri="{BB962C8B-B14F-4D97-AF65-F5344CB8AC3E}">
        <p14:creationId xmlns:p14="http://schemas.microsoft.com/office/powerpoint/2010/main" val="185170159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2026-10-28T12:06:34.3710000Z</dcterms:created>
  <dcterms:modified xsi:type="dcterms:W3CDTF">2026-10-28T12:06:34.3710000Z</dcterms:modified>
</coreProperties>
</file>