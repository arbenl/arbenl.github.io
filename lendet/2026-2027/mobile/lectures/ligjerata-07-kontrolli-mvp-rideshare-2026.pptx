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eef0b6a50fe04989"/><Relationship Type="http://schemas.openxmlformats.org/officeDocument/2006/relationships/extended-properties" Target="/docProps/app.xml" Id="R811d5ce64a2a4ce8"/><Relationship Type="http://schemas.openxmlformats.org/officeDocument/2006/relationships/officeDocument" Target="/ppt/presentation.xml" Id="R12e331564fdd4ba2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9d41fa282443af"/>
  </p:sldMasterIdLst>
  <p:sldIdLst>
    <p:sldId xmlns:r="http://schemas.openxmlformats.org/officeDocument/2006/relationships" id="256" r:id="Rb256bf022a1a4b7d"/>
    <p:sldId xmlns:r="http://schemas.openxmlformats.org/officeDocument/2006/relationships" id="257" r:id="R74c508e5a1e14d7a"/>
    <p:sldId xmlns:r="http://schemas.openxmlformats.org/officeDocument/2006/relationships" id="258" r:id="R80e1b20318ee4318"/>
    <p:sldId xmlns:r="http://schemas.openxmlformats.org/officeDocument/2006/relationships" id="259" r:id="Rd9295285d7124afd"/>
    <p:sldId xmlns:r="http://schemas.openxmlformats.org/officeDocument/2006/relationships" id="260" r:id="R78fbe8b04c574630"/>
    <p:sldId xmlns:r="http://schemas.openxmlformats.org/officeDocument/2006/relationships" id="261" r:id="R72e68d5c68074a4f"/>
    <p:sldId xmlns:r="http://schemas.openxmlformats.org/officeDocument/2006/relationships" id="262" r:id="R3425a96099064bba"/>
    <p:sldId xmlns:r="http://schemas.openxmlformats.org/officeDocument/2006/relationships" id="263" r:id="R4a859887c66f4042"/>
    <p:sldId xmlns:r="http://schemas.openxmlformats.org/officeDocument/2006/relationships" id="264" r:id="R04ec65b1ab8c4e9d"/>
    <p:sldId xmlns:r="http://schemas.openxmlformats.org/officeDocument/2006/relationships" id="265" r:id="Rda49ee4788a3455e"/>
    <p:sldId xmlns:r="http://schemas.openxmlformats.org/officeDocument/2006/relationships" id="266" r:id="R5500173d554b409e"/>
    <p:sldId xmlns:r="http://schemas.openxmlformats.org/officeDocument/2006/relationships" id="267" r:id="R089b82ee2ce749a7"/>
    <p:sldId xmlns:r="http://schemas.openxmlformats.org/officeDocument/2006/relationships" id="268" r:id="Rfdcb997532c8465f"/>
    <p:sldId xmlns:r="http://schemas.openxmlformats.org/officeDocument/2006/relationships" id="269" r:id="R06433087591745cb"/>
    <p:sldId xmlns:r="http://schemas.openxmlformats.org/officeDocument/2006/relationships" id="270" r:id="Rf4b20710329348d9"/>
    <p:sldId xmlns:r="http://schemas.openxmlformats.org/officeDocument/2006/relationships" id="271" r:id="Rc9e3f65bacaf44c9"/>
    <p:sldId xmlns:r="http://schemas.openxmlformats.org/officeDocument/2006/relationships" id="272" r:id="R8756db6f9131498e"/>
    <p:sldId xmlns:r="http://schemas.openxmlformats.org/officeDocument/2006/relationships" id="273" r:id="Re422f4697b914360"/>
    <p:sldId xmlns:r="http://schemas.openxmlformats.org/officeDocument/2006/relationships" id="274" r:id="R821d476f11774fe5"/>
    <p:sldId xmlns:r="http://schemas.openxmlformats.org/officeDocument/2006/relationships" id="275" r:id="R36e1b282fe514027"/>
    <p:sldId xmlns:r="http://schemas.openxmlformats.org/officeDocument/2006/relationships" id="276" r:id="Rf789481c6ca946de"/>
    <p:sldId xmlns:r="http://schemas.openxmlformats.org/officeDocument/2006/relationships" id="277" r:id="R57e1ccf6835e4343"/>
    <p:sldId xmlns:r="http://schemas.openxmlformats.org/officeDocument/2006/relationships" id="278" r:id="Rd5c2678427fa4be0"/>
    <p:sldId xmlns:r="http://schemas.openxmlformats.org/officeDocument/2006/relationships" id="279" r:id="Rae27f0a5434742a8"/>
    <p:sldId xmlns:r="http://schemas.openxmlformats.org/officeDocument/2006/relationships" id="280" r:id="Ra84c9e6c0e55401a"/>
    <p:sldId xmlns:r="http://schemas.openxmlformats.org/officeDocument/2006/relationships" id="281" r:id="R315704c009434d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9ac5c7e9a1894022"/><Relationship Type="http://schemas.openxmlformats.org/officeDocument/2006/relationships/slideMaster" Target="/ppt/slideMasters/slideMaster1.xml" Id="R189d41fa282443af"/><Relationship Type="http://schemas.openxmlformats.org/officeDocument/2006/relationships/presProps" Target="/ppt/presProps.xml" Id="R5bc1af484cd348c6"/><Relationship Type="http://schemas.openxmlformats.org/officeDocument/2006/relationships/tableStyles" Target="/ppt/tableStyles.xml" Id="R2c2867083cf049bd"/><Relationship Type="http://schemas.openxmlformats.org/officeDocument/2006/relationships/slide" Target="/ppt/slides/slide1.xml" Id="Rb256bf022a1a4b7d"/><Relationship Type="http://schemas.openxmlformats.org/officeDocument/2006/relationships/slide" Target="/ppt/slides/slide2.xml" Id="R74c508e5a1e14d7a"/><Relationship Type="http://schemas.openxmlformats.org/officeDocument/2006/relationships/slide" Target="/ppt/slides/slide3.xml" Id="R80e1b20318ee4318"/><Relationship Type="http://schemas.openxmlformats.org/officeDocument/2006/relationships/slide" Target="/ppt/slides/slide4.xml" Id="Rd9295285d7124afd"/><Relationship Type="http://schemas.openxmlformats.org/officeDocument/2006/relationships/slide" Target="/ppt/slides/slide5.xml" Id="R78fbe8b04c574630"/><Relationship Type="http://schemas.openxmlformats.org/officeDocument/2006/relationships/slide" Target="/ppt/slides/slide6.xml" Id="R72e68d5c68074a4f"/><Relationship Type="http://schemas.openxmlformats.org/officeDocument/2006/relationships/slide" Target="/ppt/slides/slide7.xml" Id="R3425a96099064bba"/><Relationship Type="http://schemas.openxmlformats.org/officeDocument/2006/relationships/slide" Target="/ppt/slides/slide8.xml" Id="R4a859887c66f4042"/><Relationship Type="http://schemas.openxmlformats.org/officeDocument/2006/relationships/slide" Target="/ppt/slides/slide9.xml" Id="R04ec65b1ab8c4e9d"/><Relationship Type="http://schemas.openxmlformats.org/officeDocument/2006/relationships/slide" Target="/ppt/slides/slide10.xml" Id="Rda49ee4788a3455e"/><Relationship Type="http://schemas.openxmlformats.org/officeDocument/2006/relationships/slide" Target="/ppt/slides/slide11.xml" Id="R5500173d554b409e"/><Relationship Type="http://schemas.openxmlformats.org/officeDocument/2006/relationships/slide" Target="/ppt/slides/slide12.xml" Id="R089b82ee2ce749a7"/><Relationship Type="http://schemas.openxmlformats.org/officeDocument/2006/relationships/slide" Target="/ppt/slides/slide13.xml" Id="Rfdcb997532c8465f"/><Relationship Type="http://schemas.openxmlformats.org/officeDocument/2006/relationships/slide" Target="/ppt/slides/slide14.xml" Id="R06433087591745cb"/><Relationship Type="http://schemas.openxmlformats.org/officeDocument/2006/relationships/slide" Target="/ppt/slides/slide15.xml" Id="Rf4b20710329348d9"/><Relationship Type="http://schemas.openxmlformats.org/officeDocument/2006/relationships/slide" Target="/ppt/slides/slide16.xml" Id="Rc9e3f65bacaf44c9"/><Relationship Type="http://schemas.openxmlformats.org/officeDocument/2006/relationships/slide" Target="/ppt/slides/slide17.xml" Id="R8756db6f9131498e"/><Relationship Type="http://schemas.openxmlformats.org/officeDocument/2006/relationships/slide" Target="/ppt/slides/slide18.xml" Id="Re422f4697b914360"/><Relationship Type="http://schemas.openxmlformats.org/officeDocument/2006/relationships/slide" Target="/ppt/slides/slide19.xml" Id="R821d476f11774fe5"/><Relationship Type="http://schemas.openxmlformats.org/officeDocument/2006/relationships/slide" Target="/ppt/slides/slide20.xml" Id="R36e1b282fe514027"/><Relationship Type="http://schemas.openxmlformats.org/officeDocument/2006/relationships/slide" Target="/ppt/slides/slide21.xml" Id="Rf789481c6ca946de"/><Relationship Type="http://schemas.openxmlformats.org/officeDocument/2006/relationships/slide" Target="/ppt/slides/slide22.xml" Id="R57e1ccf6835e4343"/><Relationship Type="http://schemas.openxmlformats.org/officeDocument/2006/relationships/slide" Target="/ppt/slides/slide23.xml" Id="Rd5c2678427fa4be0"/><Relationship Type="http://schemas.openxmlformats.org/officeDocument/2006/relationships/slide" Target="/ppt/slides/slide24.xml" Id="Rae27f0a5434742a8"/><Relationship Type="http://schemas.openxmlformats.org/officeDocument/2006/relationships/slide" Target="/ppt/slides/slide25.xml" Id="Ra84c9e6c0e55401a"/><Relationship Type="http://schemas.openxmlformats.org/officeDocument/2006/relationships/slide" Target="/ppt/slides/slide26.xml" Id="R315704c009434d44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6f42fb20982423d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c8f40b7f8fc4cc4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7a807662cd2470a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0d69cdd170f4413b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6af2a608b7dd4b00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44cb51ff5d647be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180660-3B22-4E44-8ABC-BA00B7DA8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E221A9F-9600-4344-A2EC-2B5203A323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E63D231-8EFD-4FAB-BC59-511554F78C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43E81-9602-4975-9476-C6D0C9D385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DCA341-DB3D-459A-BA98-510C99119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FD7C765-E9D0-4B58-BC0A-44757A914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D8CBB3-D8E2-4A4A-BC0B-63C9990606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707918C-C45D-4539-90B8-88D3969A3AB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126AE5-A338-49BC-8912-BE4EFA1AC4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DA0D3AA-8781-491F-8099-8053902491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e5ba08f535c74415"/><Relationship Type="http://schemas.openxmlformats.org/officeDocument/2006/relationships/slideLayout" Target="/ppt/slideLayouts/slideLayout1.xml" Id="R39096f99326e47a6"/><Relationship Type="http://schemas.openxmlformats.org/officeDocument/2006/relationships/slideLayout" Target="/ppt/slideLayouts/slideLayout2.xml" Id="R45b201d856d94676"/><Relationship Type="http://schemas.openxmlformats.org/officeDocument/2006/relationships/slideLayout" Target="/ppt/slideLayouts/slideLayout3.xml" Id="R1807c58097e6442f"/><Relationship Type="http://schemas.openxmlformats.org/officeDocument/2006/relationships/slideLayout" Target="/ppt/slideLayouts/slideLayout4.xml" Id="Rdf7285fe8d124f37"/><Relationship Type="http://schemas.openxmlformats.org/officeDocument/2006/relationships/slideLayout" Target="/ppt/slideLayouts/slideLayout5.xml" Id="R0dd584bf7cd34c28"/><Relationship Type="http://schemas.openxmlformats.org/officeDocument/2006/relationships/slideLayout" Target="/ppt/slideLayouts/slideLayout6.xml" Id="Rfdec26d552484d2d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096f99326e47a6"/>
    <p:sldLayoutId xmlns:r="http://schemas.openxmlformats.org/officeDocument/2006/relationships" id="2147483650" r:id="R45b201d856d94676"/>
    <p:sldLayoutId xmlns:r="http://schemas.openxmlformats.org/officeDocument/2006/relationships" id="2147483651" r:id="R1807c58097e6442f"/>
    <p:sldLayoutId xmlns:r="http://schemas.openxmlformats.org/officeDocument/2006/relationships" id="2147483652" r:id="Rdf7285fe8d124f37"/>
    <p:sldLayoutId xmlns:r="http://schemas.openxmlformats.org/officeDocument/2006/relationships" id="2147483653" r:id="R0dd584bf7cd34c28"/>
    <p:sldLayoutId xmlns:r="http://schemas.openxmlformats.org/officeDocument/2006/relationships" id="2147483654" r:id="Rfdec26d552484d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d26ff957def4207"/><Relationship Type="http://schemas.openxmlformats.org/officeDocument/2006/relationships/image" Target="/ppt/media/image.png" Id="Ra2e321462a2f4184"/><Relationship Type="http://schemas.openxmlformats.org/officeDocument/2006/relationships/image" Target="/ppt/media/image2.png" Id="R958858ce461f4117"/><Relationship Type="http://schemas.openxmlformats.org/officeDocument/2006/relationships/image" Target="/ppt/media/image3.png" Id="R4d11e9a3ca7f4490"/><Relationship Type="http://schemas.openxmlformats.org/officeDocument/2006/relationships/image" Target="/ppt/media/image4.png" Id="Re647fc29160d4c5e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f1b276b88bf4cd4"/><Relationship Type="http://schemas.openxmlformats.org/officeDocument/2006/relationships/image" Target="/ppt/media/image5.png" Id="R36b4567e4bd74da0"/><Relationship Type="http://schemas.openxmlformats.org/officeDocument/2006/relationships/image" Target="/ppt/media/image6.png" Id="R6c9c19760bed419e"/><Relationship Type="http://schemas.openxmlformats.org/officeDocument/2006/relationships/image" Target="/ppt/media/image7.png" Id="Rf3d082ee4c6d4fd8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77c93ee101647c2"/><Relationship Type="http://schemas.openxmlformats.org/officeDocument/2006/relationships/image" Target="/ppt/media/image8.png" Id="Rc61ad7b8648f4c04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ef49c92f1624430"/><Relationship Type="http://schemas.openxmlformats.org/officeDocument/2006/relationships/image" Target="/ppt/media/image9.png" Id="R07817938ffbb4296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881734d77c748e9"/><Relationship Type="http://schemas.openxmlformats.org/officeDocument/2006/relationships/image" Target="/ppt/media/image10.png" Id="R98d76edbc51b45db"/><Relationship Type="http://schemas.openxmlformats.org/officeDocument/2006/relationships/image" Target="/ppt/media/image11.png" Id="R55b6c9485f2f4869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97e5bde931425e"/><Relationship Type="http://schemas.openxmlformats.org/officeDocument/2006/relationships/image" Target="/ppt/media/image12.png" Id="R93f01dfce2cc4066"/><Relationship Type="http://schemas.openxmlformats.org/officeDocument/2006/relationships/image" Target="/ppt/media/image13.png" Id="R729cc2ba9c914877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1e599b7c41a44c1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35e8a73735e4e90"/><Relationship Type="http://schemas.openxmlformats.org/officeDocument/2006/relationships/image" Target="/ppt/media/image14.png" Id="R7765702e1b56452e"/><Relationship Type="http://schemas.openxmlformats.org/officeDocument/2006/relationships/image" Target="/ppt/media/image15.png" Id="R5a45b3099d4948ae"/><Relationship Id="rIdCourseUrl4" Type="http://schemas.openxmlformats.org/officeDocument/2006/relationships/hyperlink" Target="https://arbenl.github.io/lendet/2026-2027/mobile/java-07/demonstrimi.html" TargetMode="External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af8dcb712724a13"/><Relationship Type="http://schemas.openxmlformats.org/officeDocument/2006/relationships/image" Target="/ppt/media/image16.png" Id="R1e1e7c4489754339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d01a49d06a542ba"/><Relationship Type="http://schemas.openxmlformats.org/officeDocument/2006/relationships/image" Target="/ppt/media/image17.png" Id="Raeb1bf633601475c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50471284a3d423b"/><Relationship Type="http://schemas.openxmlformats.org/officeDocument/2006/relationships/image" Target="/ppt/media/image18.png" Id="R084a0927cdf54d1f"/><Relationship Type="http://schemas.openxmlformats.org/officeDocument/2006/relationships/image" Target="/ppt/media/image19.png" Id="Rd49f6a9850534d6a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8e8e8c177504b16"/><Relationship Type="http://schemas.openxmlformats.org/officeDocument/2006/relationships/image" Target="/ppt/media/image20.png" Id="Rac8c096dbe424186"/><Relationship Type="http://schemas.openxmlformats.org/officeDocument/2006/relationships/image" Target="/ppt/media/image21.png" Id="R252aa7295f8c4126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9bef1b5df274c5c"/><Relationship Type="http://schemas.openxmlformats.org/officeDocument/2006/relationships/image" Target="/ppt/media/image22.png" Id="Raccbb32fa6c44ca2"/><Relationship Type="http://schemas.openxmlformats.org/officeDocument/2006/relationships/image" Target="/ppt/media/image23.png" Id="R7fdff29c26814c0c"/><Relationship Type="http://schemas.openxmlformats.org/officeDocument/2006/relationships/image" Target="/ppt/media/image24.png" Id="R732391ee275d47f6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95f6d2238e94603"/><Relationship Type="http://schemas.openxmlformats.org/officeDocument/2006/relationships/image" Target="/ppt/media/image25.png" Id="R37ffab626ff34307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19788eecc9345b4"/><Relationship Type="http://schemas.openxmlformats.org/officeDocument/2006/relationships/image" Target="/ppt/media/image26.png" Id="Red49c53dfbbe461f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d9c698a21174509"/><Relationship Type="http://schemas.openxmlformats.org/officeDocument/2006/relationships/image" Target="/ppt/media/image27.png" Id="R5f02a6dc89c44b91"/><Relationship Type="http://schemas.openxmlformats.org/officeDocument/2006/relationships/image" Target="/ppt/media/image28.png" Id="Rd9a7c795b8f342e8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08e7524d55c422e"/><Relationship Type="http://schemas.openxmlformats.org/officeDocument/2006/relationships/image" Target="/ppt/media/image29.png" Id="R8c05ca170a2b4390"/><Relationship Type="http://schemas.openxmlformats.org/officeDocument/2006/relationships/image" Target="/ppt/media/image30.png" Id="R2b3572fee3ba49de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cea369556464478"/><Relationship Type="http://schemas.openxmlformats.org/officeDocument/2006/relationships/image" Target="/ppt/media/image31.png" Id="R37c985ccaa124a9b"/><Relationship Type="http://schemas.openxmlformats.org/officeDocument/2006/relationships/image" Target="/ppt/media/image32.png" Id="R50db3b55abd94713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3c23528eda446de"/><Relationship Type="http://schemas.openxmlformats.org/officeDocument/2006/relationships/image" Target="/ppt/media/image33.png" Id="Rb36e54c6307e4a28"/><Relationship Type="http://schemas.openxmlformats.org/officeDocument/2006/relationships/image" Target="/ppt/media/image34.png" Id="R2737bd7080a74132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e9e2f217bd146e1"/><Relationship Type="http://schemas.openxmlformats.org/officeDocument/2006/relationships/image" Target="/ppt/media/image35.png" Id="R94f116a1699847b8"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d169e81c80d453e"/><Relationship Type="http://schemas.openxmlformats.org/officeDocument/2006/relationships/image" Target="/ppt/media/image36.png" Id="R487b19a734b94876"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3323eef86134f62"/><Relationship Type="http://schemas.openxmlformats.org/officeDocument/2006/relationships/image" Target="/ppt/media/image37.png" Id="Ra8fa3c33ee8e40ae"/><Relationship Type="http://schemas.openxmlformats.org/officeDocument/2006/relationships/image" Target="/ppt/media/image38.png" Id="R26a3401029564dac"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c80594533d4e35"/><Relationship Type="http://schemas.openxmlformats.org/officeDocument/2006/relationships/image" Target="/ppt/media/image39.png" Id="Rb24a3f60106a4fc4"/><Relationship Type="http://schemas.openxmlformats.org/officeDocument/2006/relationships/image" Target="/ppt/media/image40.png" Id="Rc9d91a4bf5684317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436e859b38f4ad7"/><Relationship Type="http://schemas.openxmlformats.org/officeDocument/2006/relationships/image" Target="/ppt/media/image41.png" Id="R271f98ff7a0f4f11"/><Relationship Type="http://schemas.openxmlformats.org/officeDocument/2006/relationships/image" Target="/ppt/media/image42.png" Id="R7a8fcf39c4d647b1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467ce3365fb42d0"/><Relationship Type="http://schemas.openxmlformats.org/officeDocument/2006/relationships/image" Target="/ppt/media/image43.png" Id="R08cbb01183dc4fae"/><Relationship Type="http://schemas.openxmlformats.org/officeDocument/2006/relationships/image" Target="/ppt/media/image44.png" Id="R3aca900e48e44132"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100429080d149e3"/><Relationship Type="http://schemas.openxmlformats.org/officeDocument/2006/relationships/image" Target="/ppt/media/image45.png" Id="R88b17e7163fb4c47"/><Relationship Type="http://schemas.openxmlformats.org/officeDocument/2006/relationships/image" Target="/ppt/media/image46.png" Id="Re6dcc1da7eab48b1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C9BB3-B1CD-44E4-82F1-AA75F101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0BA0D-D7D2-4E5B-9A39-2D0FDE0C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26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54334-A948-4283-A038-BC64B3E82F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321462a2f4184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5D485-F0B7-4720-A3F3-1A053D39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i MVP-së së RideShare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ED503F-E566-4A7F-871E-D4F46949E6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858ce461f411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1C9F8-3619-4E53-A79E-7EB3F8F4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 e sotme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166716-F8A5-422A-9EE2-47D3239B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Ekranet, të dhënat dhe lejet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0329C-94E3-4820-B0FF-B1441FCF05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1e9a3ca7f4490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1897A-5830-4CF2-9DC7-B7B6D50F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 do ta zbërthejmë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56AE74-766C-4FFA-9B66-44483452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Demonstrim, votime dhe prova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A9592-214C-4171-B1FC-CBFEA6F64D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7fc29160d4c5e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BEB19-D43F-486D-B2C0-FE1573F3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fund do të mundesh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A695A7-5B1F-43EF-BA47-5C694172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Të shpjegosh e të provosh një korrigjim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6740C-59DD-4F7F-B8B3-2F55993D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MVP (Minimum Viable Product) do të thotë produkti minimal i përdorshëm.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fund do të shpjegosh rrjedhën e aplikacionit, të dallosh një problem dhe të provosh korrigjimin.</a:t>
            </a:r>
          </a:p>
        </p:txBody>
      </p:sp>
    </p:spTree>
    <p:extLst>
      <p:ext uri="{BB962C8B-B14F-4D97-AF65-F5344CB8AC3E}">
        <p14:creationId xmlns:p14="http://schemas.microsoft.com/office/powerpoint/2010/main" val="1988373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246E1E-E37A-4A67-99BF-06E99A57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F5BA8-3CF2-4F8A-A7E7-3BB7DA38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93846-74A3-4095-9AE3-6751B857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0671C-60C8-4D72-80DB-A5C4DB5E36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4567e4bd74da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EEA83-5478-4BE1-ABA8-C74EC71A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EBFDA-44CB-4B28-9E91-60597938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Lista, detajet dhe kërkesa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04947-A909-4E62-8905-279BEF0D0E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9c19760bed419e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DA1EE-4E28-4B01-B088-F1EB6E45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7BC39-E743-4788-9D7E-78985824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Neon PostgreSQL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18DAB1-AAFD-484B-8481-63D2C60B52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082ee4c6d4fd8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4C8A9-6920-44D5-A476-9DE2E8C3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Besimi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06AA9-EB12-441E-A812-672BA1C9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Lejet dhe kufijtë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F882C-59D4-48C3-B806-08A0FB75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3 lidhi listën me detajet. Java 4 solli të dhënat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5 shtoi hyrjen dhe lejet. Java 6 na mësoi të lexojmë një kopje pa internet.</a:t>
            </a:r>
          </a:p>
        </p:txBody>
      </p:sp>
    </p:spTree>
    <p:extLst>
      <p:ext uri="{BB962C8B-B14F-4D97-AF65-F5344CB8AC3E}">
        <p14:creationId xmlns:p14="http://schemas.microsoft.com/office/powerpoint/2010/main" val="13419238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E2C4B-6D0A-4EF0-8184-EDEA84C3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5409A-46CE-449F-A2BD-B6599164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4DDDE-1A24-4AC1-8A0B-5A6A532A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6E136-D49B-4B1F-99B5-93839EB1BB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ad7b8648f4c04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00FAC-1DE9-4BCA-8429-5327E8A8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E8F392-7B2E-4079-A9F9-DC31D1FB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01A0F-70C9-425C-94CF-E17A3097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C469E-8515-4B54-8EC4-EA9FC547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10F4C-5D7D-474F-948D-1D70CDC0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47EC54-07B2-496E-8935-6782FA7A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FAE99-8F45-4C81-B7D0-F6D0458B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21C42-804A-411C-B428-1795A08A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4495F5-9370-4D31-AA75-B4E2FFAF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Krahaso 08:15 te shoferi me 08:40 në detajet e udhëtarit.</a:t>
            </a:r>
          </a:p>
        </p:txBody>
      </p:sp>
    </p:spTree>
    <p:extLst>
      <p:ext uri="{BB962C8B-B14F-4D97-AF65-F5344CB8AC3E}">
        <p14:creationId xmlns:p14="http://schemas.microsoft.com/office/powerpoint/2010/main" val="11919503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1498F-BCA8-4C4D-8D79-3713A2FD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8F0FC-7462-4B84-832B-71CC544A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85C34-2283-42FA-ADD5-BE20F20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A8CC8-3BBF-4E4E-9FAE-270A8C1F02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17938ffbb4296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90BF2-02C4-4449-A2FA-62C94F9C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659C7E-A521-4A8B-8F39-7FEBF9EF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2EB9C-059B-459F-BB88-D692CFF0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597DE7-929D-4EF4-960B-63ADC88D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39041-F57B-43ED-8CBC-1C63D512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08:40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A70D4-B91E-491B-9A0B-67F52085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1C836-C2BC-4433-A9DE-2770E14C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52879-E4DD-431E-A91C-A63787DA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Provo kërkesën · simulim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3C945-A9E4-4274-B1EA-67B9F50C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Krahaso 08:15 te shoferi me 08:40 në detajet e udhëtarit.</a:t>
            </a:r>
          </a:p>
        </p:txBody>
      </p:sp>
    </p:spTree>
    <p:extLst>
      <p:ext uri="{BB962C8B-B14F-4D97-AF65-F5344CB8AC3E}">
        <p14:creationId xmlns:p14="http://schemas.microsoft.com/office/powerpoint/2010/main" val="15820036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CF1B3-AE94-4603-926E-D33C31F5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929865-2606-487B-AFE0-FD9BD927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AB38F-3563-4E15-97EF-D45E01D9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20A351-D3F6-456B-8D5E-97EF7F173D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76edbc51b45d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A3324-BB33-4B42-A901-6BF04C79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Lista: 08:15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75E6E3-BA1A-4880-B1BB-4564C6C0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Udhëtimi 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A63224-C306-4C47-9C81-87196D454B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6c9485f2f4869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C2BFB-C848-4CC0-81F4-A4D8E70E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Detajet: 08:40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45416-CDC3-438F-AADA-7FA6D81B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Po i njëjti udhëtim?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C78DA-B816-4B47-9C76-9EFCEFC2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thotë 08:15. Arta hap udhëtimin e Dritonit dhe detajet thonë 08:40.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cili informacion ju duhet para se të ndryshoni kodin?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9D626D-93F2-47B1-8E16-5E48DFA9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kontrollojmë së pari?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51B568-E86E-45A0-8251-ED73FED2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ngjyrën e kartës.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ID-në, burimin dhe kohën e leximit.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I shkruajmë të dyja orët 08:15.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0B6BFD-BE23-42C1-ADAC-3144A143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6297407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FAE61E-E2EB-4F79-AB4F-221FEDE4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61536-95D7-4A89-98D3-6AA450BB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94127E-AE2C-4C6E-86FF-D9E0644F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udhëtim, një burim i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FCE2D-80D4-4C8D-8CF3-DEAD31996D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01dfce2cc406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EBB5A-FEB7-494A-B735-945CE25C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F2896-4533-4172-822C-751E3969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Cilin udhëtim lexova?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5BED0-0B9A-4044-83BE-F66D97A061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cc2ba9c91487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62718-795D-406C-BA75-61D13821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Burimi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27EDC-B3F7-4676-BBD5-FC6F111D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 apo kopje?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4EF4D-AE40-4EED-9B24-240B05B7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Kontrollojmë ID-në në link dhe në të dhëna. Pastaj kontrollojmë nëse pamja vjen nga serveri ose nga kopja.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të dhënat kanë ndryshuar mes leximeve, e shpjegojmë dhe rifreskojmë. Nuk premtojmë që dy lexime janë gjithmonë identike.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D4418-871E-42A6-A7E3-DA3145B7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ndryshimi i tekstit në kartë mund ta fshehë gabimin?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9A0E5B-9C56-4058-A06E-1A0B0A02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Detajet mund të lexojnë udhëtimin e gabuar ose një version tjetër. Ndryshimi i tekstit nuk korrigjon shkakun.</a:t>
            </a:r>
          </a:p>
        </p:txBody>
      </p:sp>
    </p:spTree>
    <p:extLst>
      <p:ext uri="{BB962C8B-B14F-4D97-AF65-F5344CB8AC3E}">
        <p14:creationId xmlns:p14="http://schemas.microsoft.com/office/powerpoint/2010/main" val="20981034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07C2B-AFF4-46DB-A91A-5CA76825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9–12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1AA24-ECF1-4213-87C3-FC1313C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320DE9-96E6-4BF9-8ADD-EA02C7E9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kalon veprimi i Artës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51B3F-D029-46F6-9318-50048A63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PUBLIKIMI I KODIT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8C1C2-55DF-4C3D-8F1D-54DEC99A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në kompjuter   →   GitHub   →   Vercel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FD21F-E19A-43C5-897A-7C1F637F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TË DHËNAT GJATË PËRDORIMIT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D0626-C244-4655-8F2E-16F0B291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   ↔   Vercel / Next.js   ↔   Neon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86F091-01FE-4A07-9D6E-DA845B94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Kopja offline qëndron në telefon. GitHub nuk është ndalesë e çdo klikimi.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D761B-60E4-4017-B6E6-5963EE05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ruajnë e publikojnë kodin. Vercel e ndërton dhe e shërben aplikacionin.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shfletuesi kërkon të dhëna nga serveri Next.js në Vercel. Serveri lexon Neon PostgreSQL.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229957-F437-4711-AE08-62712369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17289451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AE870-A0C4-4711-BD14-5D1D8112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12–15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89699-7BD7-4A1B-9D21-5FB917F9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D9324-AAED-45DE-86A7-8C5A7E16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Demo: vendoseni aplikacionin në vështirësi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7E189-7A81-45B6-A8B2-73246D4681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65702e1b56452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2D60D-30DE-40C7-94BB-21580FFE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906BA-5FBF-40A3-A034-4C518621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Para klikimit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5955A-DA72-4960-9344-968269B182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5b3099d4948a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5CE65A-9997-403D-8F7B-374551FF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F3A925-F2F1-4274-84D2-8C114AC2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Ndrysho vetëm një kusht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53172-692D-4306-B1FC-C58D3920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Klasa zgjedh një rast: funksionim normal, pa vende, ID i gabuar ose kopje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Parashikoni mesazhin. Pastaj hapni demonstrimin dhe ndiqni hapat e infrastrukturës.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08891-8650-4A97-A0F9-AB3752B3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Demonstrimi interaktiv: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CABA7-1343-4257-BD12-3ABDD1CC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https://arbenl.github.io/lendet/2026-2027/mobile/java-07/demonstrimi.html</a:t>
            </a:r>
          </a:p>
        </p:txBody>
      </p:sp>
    </p:spTree>
    <p:extLst>
      <p:ext uri="{BB962C8B-B14F-4D97-AF65-F5344CB8AC3E}">
        <p14:creationId xmlns:p14="http://schemas.microsoft.com/office/powerpoint/2010/main" val="932242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ED3652-B3F7-4F7A-AF9B-61EBCB98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DBE4BE-F4F8-4940-B010-98838F96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283C5-4D61-429D-BF7B-B8610D33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79765-08B8-4BDC-872D-7B5E49F0AE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e7c4489754339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780B6-573D-4C09-BD91-A0AA1B9C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5DF73-5639-4FB8-BA86-95EB017B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AE274-B14C-41BF-B79F-17F3404C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D2EBA-D11B-4821-8F1E-51292E5B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98DDD-4AE7-4B80-9C91-0E779301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CDDAB-6D7C-483E-8A2C-7451D045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93397-FC9D-4CCD-8882-59020B39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7DF659-F64A-4D7A-9D4B-5C04093A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8A0F8-E26E-4211-91D6-00510EFE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Klikimi nuk rezervon vend dhe nuk njofton shoferin.</a:t>
            </a:r>
          </a:p>
        </p:txBody>
      </p:sp>
    </p:spTree>
    <p:extLst>
      <p:ext uri="{BB962C8B-B14F-4D97-AF65-F5344CB8AC3E}">
        <p14:creationId xmlns:p14="http://schemas.microsoft.com/office/powerpoint/2010/main" val="20497882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610510-A0D2-4EF7-A901-E6D9BF9B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1D8F2-5617-45F6-988D-37A3578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EA2F7-C847-42AF-917D-1F50B5A6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C8A8E-8603-47BC-9D77-7471D320E5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1bf633601475c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18B85-9B35-4BE7-81B2-6598AAD3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014F8-9DD6-4061-83C9-1BAA481F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432BA-6D8F-4336-AA07-1C96AA33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9F5BB-983B-4A28-8D6E-456E4F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E8D732-1F02-421F-923C-2265F9CE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A41F4-67B7-4351-9634-64DC5DF3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5C489-2D94-4360-9F7F-647C159F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13C2CA-98D6-4804-BF68-D34F73B3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Në pritje · SIMULIM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3EB314-AB12-4FB1-B99C-E83044DD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Klikimi nuk rezervon vend dhe nuk njofton shoferin.</a:t>
            </a:r>
          </a:p>
        </p:txBody>
      </p:sp>
    </p:spTree>
    <p:extLst>
      <p:ext uri="{BB962C8B-B14F-4D97-AF65-F5344CB8AC3E}">
        <p14:creationId xmlns:p14="http://schemas.microsoft.com/office/powerpoint/2010/main" val="9997746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D895C-158F-4899-A1ED-0FCDAC74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AE9D7-9E94-4F10-83AB-ABCB392B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3C946-77EE-4AAE-8C35-1475A48E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81AB9-3ABF-4B31-BE6F-342FFF0231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a0927cdf54d1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F01EE-B04D-46A7-A75E-8CA45F09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Klikimi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24465-5367-40AE-AB52-94CC12B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në ndërfaqe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96524-33DD-42C2-9601-9DF05FFC4F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f6a9850534d6a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051502-8BE4-4AA2-A757-B44A4862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Ruajtja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DDEF0-E44A-4D7A-8009-59BB6980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provuar veçmas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E2320-45CA-45CA-A7F7-82D7B259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Faqja e Javës 3 shfaq “Në pritje” në një simulim. Nuk ka ende kërkesë të ruajtur në server.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219C7D-DEEC-49EB-8D63-05E45393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Cila fjali përshkruan saktë këtë rezultat?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81B4E-35E0-4AC9-8586-F9619985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Vendi është rezervuar përfundimisht.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Shoferi e ka pranuar Artën.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Simulimi shfaq Në pritje, pa rezervim real.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78933E-75E9-4B08-B1E0-5D99E19B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2141105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B9D9E-9922-4A06-80C7-526A6BE9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18–20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D7AAA-7663-4001-86EE-F7801344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569C7-7439-456F-9079-F42BBEF1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Gjendjet e një kërkese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E4045-82C7-40AB-96CF-89089BE54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c096dbe42418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0161D-01D6-4455-81C2-F1BEE7E5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pritje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6ABBB-5EA6-4F48-916C-689F2A4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simulim: shënohet qartë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7E829-5E55-4955-8AA0-95D04D0BD2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2aa7295f8c4126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BBCE9E-27CE-4EE5-A00F-773C4BA4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pranuar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6A900-A123-42B8-9654-BA6338D3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Kërkon proces real konfirmimi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A02EBC-C48E-4895-9EE3-6B4909D7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“E padërguar”, “Në pritje” dhe “E pranuar” përfaqësojnë ngjarje të ndryshme.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MVP-në (Minimum Viable Product – produkti minimal i përdorshëm) të sotme e emërtojmë qartë çfarë kemi provuar realisht.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77057-3714-4947-999D-BCE8AABE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duhet të shkruajë një buton demonstrues?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99CB4E-0DFC-4035-A24C-C052633D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“Provo kërkesën · simulim”. Pas klikimit: “Në pritje · simulim, pa rezervim real”.</a:t>
            </a:r>
          </a:p>
        </p:txBody>
      </p:sp>
    </p:spTree>
    <p:extLst>
      <p:ext uri="{BB962C8B-B14F-4D97-AF65-F5344CB8AC3E}">
        <p14:creationId xmlns:p14="http://schemas.microsoft.com/office/powerpoint/2010/main" val="7742215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05AF31-FBBF-4C37-949E-1E71E9F3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20–23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67231-C36B-4ADE-AB7B-EC3AECFD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DAF87-257C-4652-8FDC-F4168034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provë që mund ta përsërisë kolegu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52CD1-326C-42E6-BE67-36456B3D0C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bb32fa6c44ca2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2D1C9-3944-4FBB-9026-7ACD77C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Pritshmëria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14BA5-DBC4-43B4-8EA7-C40C8831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duhet të ndodhë?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579E3-1482-4AE7-9C6A-1E14F297F2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ff29c26814c0c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68D06-778D-4D0B-B106-5BB1A16A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Vëzhgimi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07E0A-BCB2-44FD-B1B5-21EBFE80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ndodhi realisht?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3D681-8736-4998-81AC-ED04CEC8EB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391ee275d47f6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321807-AFAD-4D5C-8FF5-760B0C6A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Përsëritja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9BF5A1-F883-41EF-92C4-9EB4576D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Cilët hapa e prodhojnë?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A1782-65E9-475A-BB2E-DB47DB83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Përgatit të dhënat. Shkruaj çfarë pret. Kryej vetëm veprimin që po provon.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Krahaso atë që pe me pritshmërinë. Ruaj rezultatin edhe nëse prova dështoi.</a:t>
            </a:r>
          </a:p>
        </p:txBody>
      </p:sp>
    </p:spTree>
    <p:extLst>
      <p:ext uri="{BB962C8B-B14F-4D97-AF65-F5344CB8AC3E}">
        <p14:creationId xmlns:p14="http://schemas.microsoft.com/office/powerpoint/2010/main" val="17237945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2B6D73-B053-4F13-B458-523A0545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CB09C-7D6A-4FB8-BD2D-FEFF229F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4E09F-6756-4B0B-A53F-BF8B3006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33C74-18CC-4B51-96D6-548C368E38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fab626ff34307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747D6-F658-44C1-90DB-5D60635E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9E4129-16F2-48E9-95D1-C9AA8A4C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FAD82-AF9C-4967-B081-0B29800F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33DA9-3859-4C3B-9813-A05AF6B6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7FB48-3F59-48C7-8151-E308F757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26545-CC9B-4071-A2D3-233A6A0D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21BA2-867A-4B73-B15A-0239CE41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94A0B-D011-4435-81E8-E2D8B549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B58C6-5FA5-44E5-BEFD-98D54BF2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Shfaqet kopja e ruajtur në 07:00. Vendet aktuale nuk janë verifikuar.</a:t>
            </a:r>
          </a:p>
        </p:txBody>
      </p:sp>
    </p:spTree>
    <p:extLst>
      <p:ext uri="{BB962C8B-B14F-4D97-AF65-F5344CB8AC3E}">
        <p14:creationId xmlns:p14="http://schemas.microsoft.com/office/powerpoint/2010/main" val="1596381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3C361D-9A92-4E73-9BE0-A543E865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0E431C-532B-4EF6-9380-A3C511D7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4C78D-F975-4EA4-A255-B7BF280E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97FF9-FBD0-4BDA-9E79-7A91A10965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9c53dfbbe461f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D7E1E-5D7C-442F-9463-48ECFFF6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A023C-2FDE-45A8-A8E5-B2A4B8A2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624E5-80CA-4996-A510-35C5E907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75F9AD-D306-4C2B-9E26-BAB1589B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A3503-6181-4C88-872B-9CAF95D4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35BDA-E360-414B-8CC3-3D9CEE39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82236-7833-47B4-A84C-DF91366F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C610A8-8C50-4565-A030-5E63D8B7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Kopje e vjetër · pa rezervim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A43E6-615A-46DF-89DC-93981203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Shfaqet kopja e ruajtur në 07:00. Vendet aktuale nuk janë verifikuar.</a:t>
            </a:r>
          </a:p>
        </p:txBody>
      </p:sp>
    </p:spTree>
    <p:extLst>
      <p:ext uri="{BB962C8B-B14F-4D97-AF65-F5344CB8AC3E}">
        <p14:creationId xmlns:p14="http://schemas.microsoft.com/office/powerpoint/2010/main" val="11928581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CDA491-C013-4B0A-9CDE-EB2B1F17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BE227-19E0-4947-A65B-BF2646B4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4254C5-8168-47C0-967A-7CD36BEE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612FD-CA3E-4AE5-8946-74CFA14D18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2a6dc89c44b9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0617C-8944-4DA8-8EA8-D19B457F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9C046-3669-45BF-9AB6-F1701690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Duket aktive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FF8F0-A886-4E9C-B479-AAED5C62F1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7c795b8f342e8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638D8-1018-4A91-AE5D-0AB7B8C4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FAA3B-0BE1-4B10-B507-4D7E9AF8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kthen përgjigje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E4A04-F610-43B1-AC2A-00FAFFD6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ka kopjen e fundit me 1 vend. Telefoni shfaq lidhje aktive, por serveri nuk përgjigjet.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B2F72-0B6C-45E7-A90B-D20A6857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mund të premtojë aplikacioni?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E62C3-45FC-4772-9D0C-C0D26415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Rezervim të konfirmuar nga kopja.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Listën e ruajtur, me paralajmërim.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Që vendi i fundit është ende i lirë.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1E419F-F9E9-41F1-87E8-A9652A2A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4776343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328CE-5640-4F21-ADEF-9417DD1E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26–28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BBD2B-5715-490C-9C35-8314C315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4D27F-ADAC-47CD-898D-45E3AD15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është ndihmë për lexim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7D471-2862-466C-80E7-3F3F42CC2A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5ca170a2b439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61B3A-2981-4303-8F76-3E06C812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3C2237-F7EC-4702-8BA2-EFA5B740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jetë e vjetër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6FC6F-9738-4913-90B8-E2488799EC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572fee3ba49d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41F2A-0CBB-4E83-B913-0EBCD520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Përditësimi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12B2A-896F-4C1D-9A73-FD96FC58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Pasi përgjigjet serveri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39F9A-CAA7-4D35-87A6-BEF6B6CA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Shfaq kohën e ruajtjes dhe paralajmërimin për të dhënat e vjetra.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Rikthimi i lidhjes lejon një kërkesë të re. Vetëm përgjigjja e suksesshme sjell të dhëna të reja.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FB6C3-370E-419B-B5FC-0055AAC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mjafton që një faqe e hapur të mbetet në ekran për të provuar offline?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381472-1B83-427C-849A-0FBA5DD5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Hape online, ndalo rrjetin e atij tab-i dhe rifresko faqen e listës. Vëzhgo çfarë ngarkohet sërish.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76B0D2-D6DC-4F9C-A037-55FEAA66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17438023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D0057D-85EB-45B9-AA83-058741D1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28–31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EC455-14E4-4ACF-8CC5-672D8896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41F23-9E22-46D9-969F-F9DCD17B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 probleme, një korrigjim i vogël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5F4B2F-2A6C-4F68-983B-1E3FE1E277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985ccaa124a9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58F87-CAC9-4333-BE14-3C65A660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Shkaku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7AED8-E842-4459-874D-843E4F93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Rruga ose kushti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B911C8-F91F-49FF-BC9D-A4857BD7A6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b3b55abd9471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C4181-9ED8-4373-804D-4352024B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19101-15E1-48BE-8AF6-2399C615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ndryshim i kuptueshëm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171420-2B26-4813-9521-C5A34326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Shembull vëzhgimi: ID i panjohur hap të njëjtat detaje. Pasoja: Arta mund të zgjedhë udhëtimin e gabuar.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 një problem të riprodhueshëm në projektin tënd. Ndrysho pjesën më të vogël që e korrigjon.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F4F82A-BAEB-4A02-B8CB-7CD247EE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Nëse aplikacioni yt nuk ka këtë gabim, çfarë bën?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03C7FF-A2FE-4DD8-A3D9-DA37E25E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Zgjedh një problem tjetër real ose përmirëson një kufi të vogël, p.sh. mesazhin e listës bosh. Mos e prish qëllimisht projektin.</a:t>
            </a:r>
          </a:p>
        </p:txBody>
      </p:sp>
    </p:spTree>
    <p:extLst>
      <p:ext uri="{BB962C8B-B14F-4D97-AF65-F5344CB8AC3E}">
        <p14:creationId xmlns:p14="http://schemas.microsoft.com/office/powerpoint/2010/main" val="20799293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C855F-1E11-41B5-97B1-39794BCE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31–34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CC0E4-81EC-46F2-9A5B-FEE403B2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19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769813-0C3F-43E2-8851-5C7B4301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para dhe pas ndryshimit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8369F6-0517-49FF-8E50-1E58C0EFAC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e54c6307e4a28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CCA41-4FED-4F4E-A1C7-ECF8FB42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FA383-354B-43F4-9D8D-791B57E3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Gjendja fillestare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2180F3-3D1C-414C-BEE9-F61E519102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7bd7080a74132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43183-1FBA-4BA9-B0B5-2E5E024B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A84A7-10FA-4FE6-AF93-62883052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i korrigjuar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344F5-148E-42FF-8C08-6532E41B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Commit-i i parë ruan parashikimin dhe gjendjen fillestare. Commit-i pas korrigjimit ruan ndryshimin e kodit.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Raporti lidh të dy versionet me rezultatet. Lidhjet na ndihmojnë të diskutojmë punën konkrete.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E63DB-D3B8-4B53-8E7D-6FD8ADB2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provon një histori commit-esh se studenti e kupton kodin?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C8B22-B040-4592-BB2E-D013C6D7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Historia tregon versione. Studenti e demonstron kuptimin duke shpjeguar dhe ndryshuar sjelljen në projektin e vet.</a:t>
            </a:r>
          </a:p>
        </p:txBody>
      </p:sp>
    </p:spTree>
    <p:extLst>
      <p:ext uri="{BB962C8B-B14F-4D97-AF65-F5344CB8AC3E}">
        <p14:creationId xmlns:p14="http://schemas.microsoft.com/office/powerpoint/2010/main" val="7228438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784F0-C85D-4A5E-B192-D41319B4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B20CD-F2D3-42C7-B03A-8CBA2CC1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20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5A2F4-43E9-4FCE-8B9D-3D445E9E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56FB2-89D1-4ADD-BDEF-CE8524E20E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116a1699847b8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C351A-2912-466B-BF5F-5B0DFF55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SHOFERI · DRITONI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51504-8539-48B3-8B69-3DDCAABD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C71EB-27E6-4A41-8210-82F5AE54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DB100-0866-4AB7-B08B-9FCFE16D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C65CB8-CCA0-4ECF-96F0-A612B271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B3813-D818-44C1-82D4-A9660494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A7C4D-89C8-4FC5-97AB-E76985FF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099B6-8791-4514-8044-D9D0825F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Të dhënat e udhëtimit të provës.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332D6-5E22-4DDF-A60D-A8CB23B3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 të njëjtin ID nga lista te detajet.</a:t>
            </a:r>
          </a:p>
        </p:txBody>
      </p:sp>
    </p:spTree>
    <p:extLst>
      <p:ext uri="{BB962C8B-B14F-4D97-AF65-F5344CB8AC3E}">
        <p14:creationId xmlns:p14="http://schemas.microsoft.com/office/powerpoint/2010/main" val="9914888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20F96-F139-411A-9169-300F4506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9975C-D4E6-41D9-B538-EBA91037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21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B7055-FDF7-4DAC-9E03-469F7247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0E754-819E-42A6-9378-297C5CEEE5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7b19a734b94876"/>
          <a:stretch xmlns:a="http://schemas.openxmlformats.org/drawingml/2006/main"/>
        </p:blipFill>
        <p:spPr>
          <a:xfrm xmlns:a="http://schemas.openxmlformats.org/drawingml/2006/main">
            <a:off x="857250" y="1238250"/>
            <a:ext cx="3429000" cy="533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61C8D-E710-42DB-9DB6-10A830F9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287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UDHËTARI · ARTA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D4F25-C954-4EE6-A23B-2FFEC9D2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098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Udhëtimi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DD9B4E-5FDE-422D-8B56-F112F90C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5622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 2 · Ferizaj → AAB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842B5B-A9FB-4399-BA2B-4BF6254B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385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Nisja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16793-2B54-4AB0-910B-BBED0CAA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909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4D7D6-DE97-4F83-841A-E15B3D2B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67200"/>
            <a:ext cx="633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Vende të lira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9B12C-4C3A-455D-85E1-79E40E79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619625"/>
            <a:ext cx="6334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5303FA-6AD6-48FE-AFB7-43175577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47687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8EDDB"/>
                </a:solidFill>
                <a:latin typeface="Arial"/>
                <a:ea typeface="Arial"/>
                <a:cs typeface="Arial"/>
              </a:rPr>
              <a:t>Provo kërkesën · simulim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5FD9B-5600-4326-96ED-297F123E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115050"/>
            <a:ext cx="6334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 të njëjtin ID nga lista te detajet.</a:t>
            </a:r>
          </a:p>
        </p:txBody>
      </p:sp>
    </p:spTree>
    <p:extLst>
      <p:ext uri="{BB962C8B-B14F-4D97-AF65-F5344CB8AC3E}">
        <p14:creationId xmlns:p14="http://schemas.microsoft.com/office/powerpoint/2010/main" val="5446951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D3034-98D1-4ECB-BAFC-C11D1C25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3723ED-1E9B-4643-8319-D59C1187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22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A67E6-BB66-4FE6-9649-831801A0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E1005-0FAA-44FF-B7FD-2D918EE081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a3c33ee8e40a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73A50-FA3F-4FD5-9BF2-A0F4B484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93CB9-A9A8-4580-A7C8-3527D6F0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Ndihmon përdoruesin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78DD4-45AB-4C8F-83FD-ACDEB3B66C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3401029564da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0A021-F50A-41C9-A43C-D032D99B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AAF794-AC54-4AFB-ABD0-656B7BD4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Verifikon sesionin dhe pronarin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3DA011-2E3B-4303-97AC-674194FC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nuk është pronarja e udhëtimit të Dritonit. Ndërfaqja fsheh ndryshimin e orës.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2C773-AA35-48A4-8DD3-7C581D74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kontrollohet leja për ruajtje?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5CC3A2-71A8-46E1-9B0B-FCADFAE8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te butoni i fshehur.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Te mesazhi në raport.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Në server, për çdo veprim ndryshimi.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56743B-1B16-4801-9FC6-471AE69F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134618741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03F8A-C0BE-4C31-A23F-8AA500AB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10EE3-B06E-4798-A281-DA393946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23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D1C1D-BB89-489C-83C5-E7ED3E5A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 e MVP-së që ruajmë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CFE9B-8F56-4F4B-AE53-07D13E20BB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a3f60106a4fc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26E5B-C78F-48D8-A0E1-F432194F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Lejet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985AE-F4A0-43A8-86FA-8C164539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Mbeten në server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F077D-C941-40E0-AECD-4431440266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d91a4bf568431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95E2F2-5350-4B8E-BF36-4E49CFAD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MVP-ja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D3AAC-E6D3-498A-8C41-159688F1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rrjedhë e demonstrueshme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EBF658-B4F5-4480-86D1-424AF037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publike mund të lexohet pa hyrje. Veprimi i pronarit kërkon verifikimin e serverit të Javës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nuk ndërtojmë pagesa, rezervime reale ose sinkronizim të ri. Provojmë pjesët që kemi dhe shpjegojmë kufijtë.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2DE793-2EB8-4EB0-9E82-53DE6DB5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nëse hyrja reale nuk të funksionon ende?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2DC3D0-180E-4DDA-A686-BC9380E2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Shënoje si pengesë dhe kërko ndihmë. Mund të punosh te lista dhe detajet, por nuk raporton që prova e lejeve kaloi.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FBBE7-9ECB-44F8-8E70-A358CC1A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66992171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9A621-CD39-459A-B0F1-1C5B4C41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95082-207E-4713-A4FF-3A9B8BE5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24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8B501-3435-438C-A734-561D8526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yt, në projektin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B04A7-3A46-4EB8-940A-7CF8937988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f98ff7a0f4f1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B8C12-680C-4829-A8C7-FE55D505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 fiktive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B1FF5-E252-4EEF-8C95-561AC057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dhe vendet e provës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A8878-9F79-4A06-B537-751D3D5288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fcf39c4d647b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13248-2C6C-4380-9489-2C2D2441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59E5E-EA73-4835-A75D-221879E2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Ndiqe në të gjitha ekranet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5FF997-9A38-47F7-8972-96541C3A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Gjenero rastin nga emri yt GitHub. Përdor të dhëna fiktive dhe një udhëtim që ekziston në projekt.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Kodi i rastit organizon variantin e provës. Ai është publik dhe nuk provon autorësinë.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645FE-176C-410B-AC62-C4AF212F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CCDD8-C197-42ED-8C6D-6E30E8EA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32510919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E0114F-18AC-41A4-A360-354D816D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41–43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1EAE8-F628-4C95-A40C-5291B813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25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763B9-F853-41A3-9740-9E2520AD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Shpjegimi që tregon kuptim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4AF37-1C83-4F3C-AF21-8C8F3E50BF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bb01183dc4fa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8BB63E-72CD-44A9-AD4C-1EDDEB2C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5C7591-4691-4FA6-803F-CA19652D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Shpjego arsyen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F453E-6C0B-4CDF-80DA-D603E06E55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a900e48e44132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BB5BC-170F-4869-A980-EFA0AE1F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 sikur?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C70C5-B72D-46AD-A3D1-37B30C42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hyrje e 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779A0-B85D-413D-B12E-5C34DF03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studenti tregon skedarin, shpjegon një kusht dhe parashikon rezultatin kur ndryshon hyrja.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Kolegu ndryshon vetëm një vlerë. Studenti e provon dhe shpjegon ndryshimin pa përdorur AI në këtë kontroll.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362A1-98B7-49DF-B96C-C0A39B0C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profesori kur shpjegimi mbetet i paqartë?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D373A-7329-4787-8FFA-FC37563B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Kërkon një demonstrim të shkurtër me hyrje tjetër. Fotografia, raporti dhe kontrolli automatik nuk mjaftojnë për të vërtetuar kuptimin.</a:t>
            </a:r>
          </a:p>
        </p:txBody>
      </p:sp>
    </p:spTree>
    <p:extLst>
      <p:ext uri="{BB962C8B-B14F-4D97-AF65-F5344CB8AC3E}">
        <p14:creationId xmlns:p14="http://schemas.microsoft.com/office/powerpoint/2010/main" val="150845717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6DF912-42CB-4F0A-A36B-8BA25BCA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43–45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F7301-06BE-4E6C-9B3F-571394C2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26 /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CD5CE-ECED-4928-9B23-657D13CC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do t’ia tregoje një klienti?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F2D69-33DC-4CC7-8256-D6441779EC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17e7163fb4c4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048F9-4A36-443A-82DB-30CAE667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BA39D-0B7C-495B-95CC-F2B6F4A1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dhe rezultat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E9090B-7CB4-41D3-A9AF-EE9C7DC6B8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cc1da7eab48b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816B60-C9E8-4114-8AC4-EA7C772A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4EF4A-D25E-4781-A87D-BC40A0A6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njëjti mendim, problem tjetër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E710F0-2122-4AB9-BE1C-4C89C534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Trego rrjedhën e Artës në 60 sekonda. Emërto një gjë që punon dhe një kufi që duhet ta dijë përdoruesi.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 një biznes shërbimesh, e njëjta provë vlen për zgjedhjen e një termini ose dërgimin e një porosie.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F50EC-A0A0-48FA-BC35-E943D6F2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Cilën provë do ta përsërisje para se t’ia jepje aplikacionin një përdoruesi?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BA1465-B440-4469-87B8-48CBB390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Zgjidh një rast që mund ta mashtrojë përdoruesin dhe shpjego rezultatin e pritur. Në laborator do ta provosh në projektin tënd.</a:t>
            </a:r>
          </a:p>
        </p:txBody>
      </p:sp>
    </p:spTree>
    <p:extLst>
      <p:ext uri="{BB962C8B-B14F-4D97-AF65-F5344CB8AC3E}">
        <p14:creationId xmlns:p14="http://schemas.microsoft.com/office/powerpoint/2010/main" val="3950527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2026-10-29T07:57:50.6180000Z</dcterms:created>
  <dcterms:modified xsi:type="dcterms:W3CDTF">2026-10-29T07:57:50.6180000Z</dcterms:modified>
</coreProperties>
</file>