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0ae84ea1ee3b4541"/><Relationship Type="http://schemas.openxmlformats.org/officeDocument/2006/relationships/extended-properties" Target="/docProps/app.xml" Id="Rdf83341dd1864dc4"/><Relationship Type="http://schemas.openxmlformats.org/officeDocument/2006/relationships/officeDocument" Target="/ppt/presentation.xml" Id="R0e51554278c04e01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cfd53f73db485c"/>
  </p:sldMasterIdLst>
  <p:sldIdLst>
    <p:sldId xmlns:r="http://schemas.openxmlformats.org/officeDocument/2006/relationships" id="256" r:id="R5af369145faa43b7"/>
    <p:sldId xmlns:r="http://schemas.openxmlformats.org/officeDocument/2006/relationships" id="257" r:id="R60767fd420eb4994"/>
    <p:sldId xmlns:r="http://schemas.openxmlformats.org/officeDocument/2006/relationships" id="258" r:id="R8cfcf1c9bded43a2"/>
    <p:sldId xmlns:r="http://schemas.openxmlformats.org/officeDocument/2006/relationships" id="259" r:id="R0f9f73246c954f77"/>
    <p:sldId xmlns:r="http://schemas.openxmlformats.org/officeDocument/2006/relationships" id="260" r:id="R04c0cef51c2b4a96"/>
    <p:sldId xmlns:r="http://schemas.openxmlformats.org/officeDocument/2006/relationships" id="261" r:id="R18d92deb33b84bba"/>
    <p:sldId xmlns:r="http://schemas.openxmlformats.org/officeDocument/2006/relationships" id="262" r:id="R65f9bb67e2664b45"/>
    <p:sldId xmlns:r="http://schemas.openxmlformats.org/officeDocument/2006/relationships" id="263" r:id="Rd607a62e515044e1"/>
    <p:sldId xmlns:r="http://schemas.openxmlformats.org/officeDocument/2006/relationships" id="264" r:id="R81d970d65601476f"/>
    <p:sldId xmlns:r="http://schemas.openxmlformats.org/officeDocument/2006/relationships" id="265" r:id="R0721710c53be4d54"/>
    <p:sldId xmlns:r="http://schemas.openxmlformats.org/officeDocument/2006/relationships" id="266" r:id="R5b4f55d498e14b50"/>
    <p:sldId xmlns:r="http://schemas.openxmlformats.org/officeDocument/2006/relationships" id="267" r:id="R01df290f056b4d85"/>
    <p:sldId xmlns:r="http://schemas.openxmlformats.org/officeDocument/2006/relationships" id="268" r:id="R01b64555e0534051"/>
    <p:sldId xmlns:r="http://schemas.openxmlformats.org/officeDocument/2006/relationships" id="269" r:id="R81a42f6881a54a92"/>
    <p:sldId xmlns:r="http://schemas.openxmlformats.org/officeDocument/2006/relationships" id="270" r:id="R61f46b774ae7486a"/>
    <p:sldId xmlns:r="http://schemas.openxmlformats.org/officeDocument/2006/relationships" id="271" r:id="R7919e30919774087"/>
    <p:sldId xmlns:r="http://schemas.openxmlformats.org/officeDocument/2006/relationships" id="272" r:id="Rf2b5783a5f9d45d4"/>
    <p:sldId xmlns:r="http://schemas.openxmlformats.org/officeDocument/2006/relationships" id="273" r:id="R414814e950ad4273"/>
    <p:sldId xmlns:r="http://schemas.openxmlformats.org/officeDocument/2006/relationships" id="274" r:id="Rdd887a374c7c4c84"/>
    <p:sldId xmlns:r="http://schemas.openxmlformats.org/officeDocument/2006/relationships" id="275" r:id="R657d74b631ea4792"/>
    <p:sldId xmlns:r="http://schemas.openxmlformats.org/officeDocument/2006/relationships" id="276" r:id="R060ff97b273d4865"/>
    <p:sldId xmlns:r="http://schemas.openxmlformats.org/officeDocument/2006/relationships" id="277" r:id="Rc22d01004dcf417b"/>
    <p:sldId xmlns:r="http://schemas.openxmlformats.org/officeDocument/2006/relationships" id="278" r:id="R9d54db79598b4d95"/>
    <p:sldId xmlns:r="http://schemas.openxmlformats.org/officeDocument/2006/relationships" id="279" r:id="Ra8c19e0057f64847"/>
    <p:sldId xmlns:r="http://schemas.openxmlformats.org/officeDocument/2006/relationships" id="280" r:id="Rc7f8755e432547df"/>
    <p:sldId xmlns:r="http://schemas.openxmlformats.org/officeDocument/2006/relationships" id="281" r:id="R92ae32441b7e46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48bfc16e93eb40ef"/><Relationship Type="http://schemas.openxmlformats.org/officeDocument/2006/relationships/slideMaster" Target="/ppt/slideMasters/slideMaster1.xml" Id="R9ecfd53f73db485c"/><Relationship Type="http://schemas.openxmlformats.org/officeDocument/2006/relationships/presProps" Target="/ppt/presProps.xml" Id="Ra1e783aa6a3e49a6"/><Relationship Type="http://schemas.openxmlformats.org/officeDocument/2006/relationships/tableStyles" Target="/ppt/tableStyles.xml" Id="Rceac51faf28343ae"/><Relationship Type="http://schemas.openxmlformats.org/officeDocument/2006/relationships/slide" Target="/ppt/slides/slide1.xml" Id="R5af369145faa43b7"/><Relationship Type="http://schemas.openxmlformats.org/officeDocument/2006/relationships/slide" Target="/ppt/slides/slide2.xml" Id="R60767fd420eb4994"/><Relationship Type="http://schemas.openxmlformats.org/officeDocument/2006/relationships/slide" Target="/ppt/slides/slide3.xml" Id="R8cfcf1c9bded43a2"/><Relationship Type="http://schemas.openxmlformats.org/officeDocument/2006/relationships/slide" Target="/ppt/slides/slide4.xml" Id="R0f9f73246c954f77"/><Relationship Type="http://schemas.openxmlformats.org/officeDocument/2006/relationships/slide" Target="/ppt/slides/slide5.xml" Id="R04c0cef51c2b4a96"/><Relationship Type="http://schemas.openxmlformats.org/officeDocument/2006/relationships/slide" Target="/ppt/slides/slide6.xml" Id="R18d92deb33b84bba"/><Relationship Type="http://schemas.openxmlformats.org/officeDocument/2006/relationships/slide" Target="/ppt/slides/slide7.xml" Id="R65f9bb67e2664b45"/><Relationship Type="http://schemas.openxmlformats.org/officeDocument/2006/relationships/slide" Target="/ppt/slides/slide8.xml" Id="Rd607a62e515044e1"/><Relationship Type="http://schemas.openxmlformats.org/officeDocument/2006/relationships/slide" Target="/ppt/slides/slide9.xml" Id="R81d970d65601476f"/><Relationship Type="http://schemas.openxmlformats.org/officeDocument/2006/relationships/slide" Target="/ppt/slides/slide10.xml" Id="R0721710c53be4d54"/><Relationship Type="http://schemas.openxmlformats.org/officeDocument/2006/relationships/slide" Target="/ppt/slides/slide11.xml" Id="R5b4f55d498e14b50"/><Relationship Type="http://schemas.openxmlformats.org/officeDocument/2006/relationships/slide" Target="/ppt/slides/slide12.xml" Id="R01df290f056b4d85"/><Relationship Type="http://schemas.openxmlformats.org/officeDocument/2006/relationships/slide" Target="/ppt/slides/slide13.xml" Id="R01b64555e0534051"/><Relationship Type="http://schemas.openxmlformats.org/officeDocument/2006/relationships/slide" Target="/ppt/slides/slide14.xml" Id="R81a42f6881a54a92"/><Relationship Type="http://schemas.openxmlformats.org/officeDocument/2006/relationships/slide" Target="/ppt/slides/slide15.xml" Id="R61f46b774ae7486a"/><Relationship Type="http://schemas.openxmlformats.org/officeDocument/2006/relationships/slide" Target="/ppt/slides/slide16.xml" Id="R7919e30919774087"/><Relationship Type="http://schemas.openxmlformats.org/officeDocument/2006/relationships/slide" Target="/ppt/slides/slide17.xml" Id="Rf2b5783a5f9d45d4"/><Relationship Type="http://schemas.openxmlformats.org/officeDocument/2006/relationships/slide" Target="/ppt/slides/slide18.xml" Id="R414814e950ad4273"/><Relationship Type="http://schemas.openxmlformats.org/officeDocument/2006/relationships/slide" Target="/ppt/slides/slide19.xml" Id="Rdd887a374c7c4c84"/><Relationship Type="http://schemas.openxmlformats.org/officeDocument/2006/relationships/slide" Target="/ppt/slides/slide20.xml" Id="R657d74b631ea4792"/><Relationship Type="http://schemas.openxmlformats.org/officeDocument/2006/relationships/slide" Target="/ppt/slides/slide21.xml" Id="R060ff97b273d4865"/><Relationship Type="http://schemas.openxmlformats.org/officeDocument/2006/relationships/slide" Target="/ppt/slides/slide22.xml" Id="Rc22d01004dcf417b"/><Relationship Type="http://schemas.openxmlformats.org/officeDocument/2006/relationships/slide" Target="/ppt/slides/slide23.xml" Id="R9d54db79598b4d95"/><Relationship Type="http://schemas.openxmlformats.org/officeDocument/2006/relationships/slide" Target="/ppt/slides/slide24.xml" Id="Ra8c19e0057f64847"/><Relationship Type="http://schemas.openxmlformats.org/officeDocument/2006/relationships/slide" Target="/ppt/slides/slide25.xml" Id="Rc7f8755e432547df"/><Relationship Type="http://schemas.openxmlformats.org/officeDocument/2006/relationships/slide" Target="/ppt/slides/slide26.xml" Id="R92ae32441b7e46b2"/></Relationship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dcbc46dd8c484d32"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93c9feb8bc6d4ac9"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7bc8ed528b394cf4"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63ea188d3b2c4848"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275c6b0ff4249f8"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dc8e19d7e306400c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DC3217-0E1F-443F-9191-C5BA623B4E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C0A70C-B2B4-4ADB-84E6-E489ABB4CB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11831E-B565-446D-8D16-390BF241D7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74F796-B737-430E-9C14-09C53C6C8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321C23-4605-463D-85AA-94F0CA4E1C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CA8379-FD22-474E-9B6B-10345AC9B6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3D3C62-03CB-4062-93A2-920F9E8DD7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07E5201-70A7-4B96-9476-B480F1B1B6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60CC13-0154-499C-9F1F-5EE9A0D61A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425080-35A9-45E5-86D4-B114579C62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57c2e10b7d74457"/><Relationship Type="http://schemas.openxmlformats.org/officeDocument/2006/relationships/slideLayout" Target="/ppt/slideLayouts/slideLayout1.xml" Id="R4806c50ea8c74a24"/><Relationship Type="http://schemas.openxmlformats.org/officeDocument/2006/relationships/slideLayout" Target="/ppt/slideLayouts/slideLayout2.xml" Id="R1fc3e7ffb9384406"/><Relationship Type="http://schemas.openxmlformats.org/officeDocument/2006/relationships/slideLayout" Target="/ppt/slideLayouts/slideLayout3.xml" Id="R69eaf9f145034ca3"/><Relationship Type="http://schemas.openxmlformats.org/officeDocument/2006/relationships/slideLayout" Target="/ppt/slideLayouts/slideLayout4.xml" Id="R2ae14e7ee06d4f9a"/><Relationship Type="http://schemas.openxmlformats.org/officeDocument/2006/relationships/slideLayout" Target="/ppt/slideLayouts/slideLayout5.xml" Id="R13717c8016394171"/><Relationship Type="http://schemas.openxmlformats.org/officeDocument/2006/relationships/slideLayout" Target="/ppt/slideLayouts/slideLayout6.xml" Id="Rf426c85bc5c94c26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06c50ea8c74a24"/>
    <p:sldLayoutId xmlns:r="http://schemas.openxmlformats.org/officeDocument/2006/relationships" id="2147483650" r:id="R1fc3e7ffb9384406"/>
    <p:sldLayoutId xmlns:r="http://schemas.openxmlformats.org/officeDocument/2006/relationships" id="2147483651" r:id="R69eaf9f145034ca3"/>
    <p:sldLayoutId xmlns:r="http://schemas.openxmlformats.org/officeDocument/2006/relationships" id="2147483652" r:id="R2ae14e7ee06d4f9a"/>
    <p:sldLayoutId xmlns:r="http://schemas.openxmlformats.org/officeDocument/2006/relationships" id="2147483653" r:id="R13717c8016394171"/>
    <p:sldLayoutId xmlns:r="http://schemas.openxmlformats.org/officeDocument/2006/relationships" id="2147483654" r:id="Rf426c85bc5c94c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ec27edd3bc478f"/><Relationship Type="http://schemas.openxmlformats.org/officeDocument/2006/relationships/image" Target="/ppt/media/image.png" Id="R567fc19c5d1a4155"/><Relationship Type="http://schemas.openxmlformats.org/officeDocument/2006/relationships/image" Target="/ppt/media/image2.png" Id="R9fc976fb28714679"/><Relationship Type="http://schemas.openxmlformats.org/officeDocument/2006/relationships/image" Target="/ppt/media/image3.png" Id="Rc156115ec0b34e5b"/><Relationship Type="http://schemas.openxmlformats.org/officeDocument/2006/relationships/image" Target="/ppt/media/image4.png" Id="R715a143fe8ed4bf1"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9308ff4f6d944ff"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50e401a037d4fd3"/><Relationship Type="http://schemas.openxmlformats.org/officeDocument/2006/relationships/image" Target="/ppt/media/image5.png" Id="R52df72e196a349aa"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aaa9079bc0e40cb"/><Relationship Type="http://schemas.openxmlformats.org/officeDocument/2006/relationships/image" Target="/ppt/media/image6.png" Id="Rf19da9857194472c"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8db3082b8f54d1b"/><Relationship Type="http://schemas.openxmlformats.org/officeDocument/2006/relationships/image" Target="/ppt/media/image7.png" Id="R18c6ecdb8bec4a87"/><Relationship Type="http://schemas.openxmlformats.org/officeDocument/2006/relationships/image" Target="/ppt/media/image8.png" Id="Rf04676c8746741b9"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233f65dc24340c3"/><Relationship Type="http://schemas.openxmlformats.org/officeDocument/2006/relationships/image" Target="/ppt/media/image9.png" Id="R9b3511233197476d"/><Relationship Type="http://schemas.openxmlformats.org/officeDocument/2006/relationships/image" Target="/ppt/media/image10.png" Id="R51002728396b48eb"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a9e23daad82494d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9cf65cccfb24e61"/><Relationship Type="http://schemas.openxmlformats.org/officeDocument/2006/relationships/image" Target="/ppt/media/image11.png" Id="Rc6fe16985f5e485b"/><Relationship Type="http://schemas.openxmlformats.org/officeDocument/2006/relationships/image" Target="/ppt/media/image12.png" Id="R464861ce426d44ea"/><Relationship Id="rIdCourseUrl4" Type="http://schemas.openxmlformats.org/officeDocument/2006/relationships/hyperlink" Target="https://arbenl.github.io/lendet/2026-2027/mobile/java-07/demonstrimi.html" TargetMode="External"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9501ccce4034e54"/><Relationship Type="http://schemas.openxmlformats.org/officeDocument/2006/relationships/image" Target="/ppt/media/image13.png" Id="Rbce66c7d3e2548c5"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a8429b08b72466f"/><Relationship Type="http://schemas.openxmlformats.org/officeDocument/2006/relationships/image" Target="/ppt/media/image14.png" Id="R515a334a4dd64997"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e9b8936b83b470f"/><Relationship Type="http://schemas.openxmlformats.org/officeDocument/2006/relationships/image" Target="/ppt/media/image15.png" Id="R20fd52aeb99b45fb"/><Relationship Type="http://schemas.openxmlformats.org/officeDocument/2006/relationships/image" Target="/ppt/media/image16.png" Id="R42d8cadf474743a3"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eb10839ef45444b"/><Relationship Type="http://schemas.openxmlformats.org/officeDocument/2006/relationships/image" Target="/ppt/media/image17.png" Id="R7e8982cf284b46ba"/><Relationship Type="http://schemas.openxmlformats.org/officeDocument/2006/relationships/image" Target="/ppt/media/image18.png" Id="Ra34f9a024bcf48b7"/><Relationship Type="http://schemas.openxmlformats.org/officeDocument/2006/relationships/image" Target="/ppt/media/image19.png" Id="R24bb838110484a11"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65e03213b4e47b3"/><Relationship Type="http://schemas.openxmlformats.org/officeDocument/2006/relationships/image" Target="/ppt/media/image20.png" Id="Rd336007735984a90"/><Relationship Type="http://schemas.openxmlformats.org/officeDocument/2006/relationships/image" Target="/ppt/media/image21.png" Id="R3b769e02426b4316"/><Relationship Type="http://schemas.openxmlformats.org/officeDocument/2006/relationships/image" Target="/ppt/media/image22.png" Id="R8d8525cad1d14921"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f30cd5262614f0f"/><Relationship Type="http://schemas.openxmlformats.org/officeDocument/2006/relationships/image" Target="/ppt/media/image23.png" Id="R0e54dd6b3e2d4914"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68aef4fa11c4ea8"/><Relationship Type="http://schemas.openxmlformats.org/officeDocument/2006/relationships/image" Target="/ppt/media/image24.png" Id="Rb5a9d0e52bc345b9"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79b7aea199d4996"/><Relationship Type="http://schemas.openxmlformats.org/officeDocument/2006/relationships/image" Target="/ppt/media/image25.png" Id="R44991370ab9f4c0c"/><Relationship Type="http://schemas.openxmlformats.org/officeDocument/2006/relationships/image" Target="/ppt/media/image26.png" Id="R669541c0b0a74b84"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7922c13a4d94dea"/><Relationship Type="http://schemas.openxmlformats.org/officeDocument/2006/relationships/image" Target="/ppt/media/image27.png" Id="R72fcb057a19342a6"/><Relationship Type="http://schemas.openxmlformats.org/officeDocument/2006/relationships/image" Target="/ppt/media/image28.png" Id="Rfa55eed18b6540b9"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14f439bb64d4f1f"/><Relationship Type="http://schemas.openxmlformats.org/officeDocument/2006/relationships/image" Target="/ppt/media/image29.png" Id="R6a47e5f8a74447b7"/><Relationship Type="http://schemas.openxmlformats.org/officeDocument/2006/relationships/image" Target="/ppt/media/image30.png" Id="R31a79fb65219467d"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88265abefc5454c"/><Relationship Type="http://schemas.openxmlformats.org/officeDocument/2006/relationships/image" Target="/ppt/media/image31.png" Id="R45c921a0f96f4a6d"/><Relationship Type="http://schemas.openxmlformats.org/officeDocument/2006/relationships/image" Target="/ppt/media/image32.png" Id="Ref7425da60b1404e"/><Relationship Type="http://schemas.openxmlformats.org/officeDocument/2006/relationships/image" Target="/ppt/media/image33.png" Id="R20e12b9b77cf4d9a"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78691d86a13473f"/><Relationship Type="http://schemas.openxmlformats.org/officeDocument/2006/relationships/image" Target="/ppt/media/image34.png" Id="Rfc0f95363b9540d8"/></Relationships>
</file>

<file path=ppt/slides/_rels/slide2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ddeed9485054103"/><Relationship Type="http://schemas.openxmlformats.org/officeDocument/2006/relationships/image" Target="/ppt/media/image35.png" Id="Re538d17e8f2b446b"/></Relationships>
</file>

<file path=ppt/slides/_rels/slide2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7224c5079ce4af0"/><Relationship Type="http://schemas.openxmlformats.org/officeDocument/2006/relationships/image" Target="/ppt/media/image36.png" Id="R6ac38374de8546c3"/><Relationship Type="http://schemas.openxmlformats.org/officeDocument/2006/relationships/image" Target="/ppt/media/image37.png" Id="R740a59b4bd4f44cf"/></Relationships>
</file>

<file path=ppt/slides/_rels/slide2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d4351f4ca83404e"/><Relationship Type="http://schemas.openxmlformats.org/officeDocument/2006/relationships/image" Target="/ppt/media/image38.png" Id="R64fe99d0902e4c2e"/><Relationship Type="http://schemas.openxmlformats.org/officeDocument/2006/relationships/image" Target="/ppt/media/image39.png" Id="Rbcfc8ff1c1ad4067"/></Relationships>
</file>

<file path=ppt/slides/_rels/slide2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44cc95ded404447"/><Relationship Type="http://schemas.openxmlformats.org/officeDocument/2006/relationships/image" Target="/ppt/media/image40.png" Id="Rb3e20c70db8247c4"/><Relationship Type="http://schemas.openxmlformats.org/officeDocument/2006/relationships/image" Target="/ppt/media/image41.png" Id="R8ba031fbb8184702"/><Relationship Type="http://schemas.openxmlformats.org/officeDocument/2006/relationships/image" Target="/ppt/media/image42.png" Id="Ree2110e1e6654b81"/></Relationships>
</file>

<file path=ppt/slides/_rels/slide2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a01f93f659743c1"/><Relationship Type="http://schemas.openxmlformats.org/officeDocument/2006/relationships/image" Target="/ppt/media/image43.png" Id="R03498acb91b44bc4"/><Relationship Type="http://schemas.openxmlformats.org/officeDocument/2006/relationships/image" Target="/ppt/media/image44.png" Id="R9c1ebf3438d44fc2"/><Relationship Type="http://schemas.openxmlformats.org/officeDocument/2006/relationships/image" Target="/ppt/media/image45.png" Id="R783fcde396734cce"/></Relationships>
</file>

<file path=ppt/slides/_rels/slide2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c14147111b64be0"/><Relationship Type="http://schemas.openxmlformats.org/officeDocument/2006/relationships/image" Target="/ppt/media/image46.png" Id="Rab2e7a39ad9043fb"/><Relationship Type="http://schemas.openxmlformats.org/officeDocument/2006/relationships/image" Target="/ppt/media/image47.png" Id="Rb194fe0324d346ce"/><Relationship Type="http://schemas.openxmlformats.org/officeDocument/2006/relationships/image" Target="/ppt/media/image48.png" Id="R68b6ffbc074c4c9b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45FB2-3B23-478B-8163-6CDA5C8A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0–2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92094-34CE-472D-A157-7E2A1EC7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 / 26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647B0-0308-4ED8-BEDF-3BBD11A549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fc19c5d1a4155"/>
          <a:stretch xmlns:a="http://schemas.openxmlformats.org/drawingml/2006/main"/>
        </p:blipFill>
        <p:spPr>
          <a:xfrm xmlns:a="http://schemas.openxmlformats.org/drawingml/2006/main">
            <a:off x="10382250" y="906327"/>
            <a:ext cx="1190625" cy="23522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365CE-4FDF-4584-8584-C1055C3E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52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 7 · Kur MVP-ja është e përdorshme?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BFCA0-10EC-4FA4-9EB7-A44088415C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976fb28714679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58F8C-08C9-43DF-B918-3A8D1111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po lidhim?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B3EB8-C423-4ACB-9DB8-DB7B186B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Ekranet, të dhënat, hyrjen, offline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827E1-20F4-4CDC-934A-3B90882C14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6115ec0b34e5b"/>
          <a:stretch xmlns:a="http://schemas.openxmlformats.org/drawingml/2006/main"/>
        </p:blipFill>
        <p:spPr>
          <a:xfrm xmlns:a="http://schemas.openxmlformats.org/drawingml/2006/main">
            <a:off x="43815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ED3A1-7851-4743-A5E1-986200CA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 e kuptojmë?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7139D-3E90-4DCE-B604-D0BC65FF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Katër votime dhe diagnozë në klasë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86A22-03B4-4A79-AA1B-B120CB82ED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a143fe8ed4bf1"/>
          <a:stretch xmlns:a="http://schemas.openxmlformats.org/drawingml/2006/main"/>
        </p:blipFill>
        <p:spPr>
          <a:xfrm xmlns:a="http://schemas.openxmlformats.org/drawingml/2006/main">
            <a:off x="81534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98BC7-A366-498F-8E73-B7F182C4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do të dish?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9BA20-5704-4D0F-935A-607EDCAB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Pse punon, ku dështon, çfarë premton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CFFAD-DFC6-40AF-9DDC-428D880F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MVP (Minimum Viable Product) është produkti minimal i përdorshëm: një zgjidhje e vogël që kryen një punë të qartë.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Sot lidhim javët 3–6: ndjekim rrjedhën, kuptojmë ku lind problemi dhe arsyetojmë si provohet korrigjimi.</a:t>
            </a:r>
          </a:p>
        </p:txBody>
      </p:sp>
    </p:spTree>
    <p:extLst>
      <p:ext uri="{BB962C8B-B14F-4D97-AF65-F5344CB8AC3E}">
        <p14:creationId xmlns:p14="http://schemas.microsoft.com/office/powerpoint/2010/main" val="1315493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9B0F5-9AF0-441D-9366-4F4C84C9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2–4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4AD4E-E3AE-49FB-A547-7AF8B845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46EEE-21D7-4FFD-B188-60581F9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Rastet që trajtojmë në javën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D72FB-06B8-45F1-8FC7-889D3194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1 · Lista dhe detajet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11044-682A-4B31-B663-62ED03F2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I njëjti ID dhe të dhëna të kuptueshme.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A639C-2773-4EE5-AD69-80D2F707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2 · Pa vende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AA0BD-46C3-495B-BFD8-EF7A0BE7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0 vende nuk duhet të premtojë rezervim.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7C57F-AB4F-4D1D-96AC-58A200F8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3 · Klikim apo rezervim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5C455-ABCB-4174-8208-1EBED392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Reagimi në ekran nuk provon ruajtjen.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0167B-B713-4440-AC18-3C2D7E8B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70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4 · Kopja pa internet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11904-1964-4ED5-AF00-83A36D62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E dhëna e ruajtur mund të jetë e vjetër.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8BA7C-74CE-4CBF-A02A-4A72D2DA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5 · Lejet e ndryshimit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28EEF-DE64-4002-99B8-D0E38245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Serveri verifikon sesionin dhe pronarin.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52AA9-1BBD-4507-AF86-C796698E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338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6 · Një vend, dy udhëtarë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1BB27-E146-4CD2-8474-D889F4FB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720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DBA74"/>
                </a:solidFill>
                <a:latin typeface="Arial"/>
                <a:ea typeface="Arial"/>
                <a:cs typeface="Arial"/>
              </a:rPr>
              <a:t>Vetëm diskutim për një version të ardhshëm.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EB113-73B4-4DEC-9E2B-7DEC11D1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Rastet 1–5 lidhin ekranet, të dhënat dhe lejet. Parashikojmë rezultatin, pastaj shpjegojmë arsyen.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Rasti 6 është vetëm diskutim. Në ushtrime zgjedh një rast të zbatueshëm; nuk ndërton gjashtë funksione.</a:t>
            </a:r>
          </a:p>
        </p:txBody>
      </p:sp>
    </p:spTree>
    <p:extLst>
      <p:ext uri="{BB962C8B-B14F-4D97-AF65-F5344CB8AC3E}">
        <p14:creationId xmlns:p14="http://schemas.microsoft.com/office/powerpoint/2010/main" val="420608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6F304-B1CD-41C1-B517-71923B22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4–7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2A5FA-1DC4-4213-B1EE-F9A3D556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3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8C49C-2A84-416E-80F6-49BEB28D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1 · Lista dhe detajet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4BDB1-52D3-4676-A0AB-2C443C1EAB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f72e196a349aa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47EE4-AFCE-4008-9482-01212CDD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SHOFERI · DRITONI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BE846-D8F0-436A-B879-AAC695A8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DE7C0-9BE1-4723-80E3-7C1841EC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C8053-0E10-45DE-B4D3-FA4E2385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DF81D-6FAF-4BD6-ADBB-BB4466C7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BC2F7-1CA3-485B-B63A-BF3C3A51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65376-3587-4F13-A007-548A4050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CC741-CB30-4091-8D71-2357BD44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Të dhënat e udhëtimit të provës.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51AE0-114D-46C9-9611-18DF7D1A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Krahaso 08:15 te shoferi me 08:40 në detajet e udhëtarit.</a:t>
            </a:r>
          </a:p>
        </p:txBody>
      </p:sp>
    </p:spTree>
    <p:extLst>
      <p:ext uri="{BB962C8B-B14F-4D97-AF65-F5344CB8AC3E}">
        <p14:creationId xmlns:p14="http://schemas.microsoft.com/office/powerpoint/2010/main" val="8822299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E7225-FF30-42E7-8EE2-5E88F4B0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4–7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B77F2-B187-4B6E-871E-A5A69D83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4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CE4F5-71E3-4A90-8AEF-69B36DF6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1 · Lista dhe detajet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D4AFC-3B69-4E9E-B55C-C202AA8E3E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da9857194472c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9C9FD-52D1-4AB4-ABF3-B91D021E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UDHËTARI · ARTA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8DDC2-7CA3-4DE0-88EC-A18F4F3A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45DB2-BE7C-4767-8605-6B59211D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B4841-BD7D-49D0-90E9-D8120664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83F51-70D0-4D60-A0FA-0BD9A4FE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399E6-B8BB-4BB8-8160-69E98F42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2A88F-72DB-4603-9988-E7596E42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F40F5-571D-4CCB-AD0C-7EBF86B0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Provo kërkesën · simulim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D7189-B246-4B59-9A55-6F6C6063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Krahaso 08:15 te shoferi me 08:40 në detajet e udhëtarit.</a:t>
            </a:r>
          </a:p>
        </p:txBody>
      </p:sp>
    </p:spTree>
    <p:extLst>
      <p:ext uri="{BB962C8B-B14F-4D97-AF65-F5344CB8AC3E}">
        <p14:creationId xmlns:p14="http://schemas.microsoft.com/office/powerpoint/2010/main" val="1530564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48164-55AF-4826-85C5-ACE482E4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4–7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5B62B-236D-4E75-9A2E-B9ACC90C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5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690A4-724C-49A8-BBF1-D245CC76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1 · Lista dhe detajet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752FE-2061-4F7C-9596-737CB8F0A1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6ecdb8bec4a87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5C5CF-981B-4B95-9B2E-E1BDB6C0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Lista: 08:15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ECB0B-6835-401A-B70E-C8CFE693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Udhëtimi 2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17FBB-6DDD-4173-A48B-FE8BACA0A7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676c8746741b9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802B3-166C-46A5-970D-7E4FF2E8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Detajet: 08:40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8B4DE-6D39-4BE7-A0E1-EBA749CF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Po i njëjti udhëtim?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A31C9-8F85-47A6-9713-7422BE36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Lista thotë 08:15. Arta hap udhëtimin e Dritonit dhe detajet thonë 08:40.</a:t>
            </a:r>
          </a:p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Në çift: cili informacion ju duhet para se të ndryshoni kodin?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76935-4276-4BD3-865E-CF84BA17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Çfarë kontrollojmë së pari?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E421D-27C5-479F-B702-4187FEA1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A · Vetëm ngjyrën e kartës.</a:t>
            </a:r>
          </a:p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B · ID-në, burimin dhe kohën e leximit.</a:t>
            </a:r>
          </a:p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C · I shkruajmë të dyja orët 08:15.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AE527-FF76-4EDE-AB4D-332E88E2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5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Votoni, shpjegoni arsyen dhe pastaj kaloni te slajdi vijues</a:t>
            </a:r>
          </a:p>
        </p:txBody>
      </p:sp>
    </p:spTree>
    <p:extLst>
      <p:ext uri="{BB962C8B-B14F-4D97-AF65-F5344CB8AC3E}">
        <p14:creationId xmlns:p14="http://schemas.microsoft.com/office/powerpoint/2010/main" val="3314542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4EDE7-A905-4F72-B67C-8B1BB08D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7–9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E8F15-22B1-401F-A6FB-6234894E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6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33082-EADD-49A2-9070-FF1CF769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1 · Lista dhe detajet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1093F-205B-4FA3-BF93-6EC4EA0B86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511233197476d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52A26-4004-4022-8C28-BC2EE391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ID-ja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7911C-9B49-4CFC-A0A3-757363E1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Cilin udhëtim lexova?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B7FEA-99C8-4726-A818-C8AC846FDE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02728396b48eb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4070D-A3AC-4ACC-AC14-3CF17B81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Burimi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E3CAF-8D68-442C-84A5-115F68DF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Server apo kopje?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3916C-B7A9-47AD-8BC5-162D78B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Simptoma: dy orë të ndryshme. Shkaqet e mundshme: ID i gabuar, tekst i shkruar në kod ose kopje e vjetër.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Nëse të dhënat ndryshuan mes leximeve, shpjegojmë kohën dhe burimin. Së pari kërkojmë provë për shkakun.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5A24D-A310-4C9E-BE89-84D1AC17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Çfarë mëson klasa nëse i shkruajmë të dyja orët 08:15?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DD0FD-969C-447E-B231-EC22F283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Vetëm e mbulojmë simptomën. Pa kontrolluar ID-në dhe burimin, gabimi mund të shfaqet sërish te udhëtimi tjetër.</a:t>
            </a:r>
          </a:p>
        </p:txBody>
      </p:sp>
    </p:spTree>
    <p:extLst>
      <p:ext uri="{BB962C8B-B14F-4D97-AF65-F5344CB8AC3E}">
        <p14:creationId xmlns:p14="http://schemas.microsoft.com/office/powerpoint/2010/main" val="4819997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B54D0-559C-4A0F-9291-E5051429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9–12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12666-28FE-41FC-B357-5B9FA746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7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85C9C-49CD-47B0-8BA5-C481CAAA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 kalon veprimi i Artës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947E8-6B01-49AE-9788-B140FC38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PUBLIKIMI I KODIT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41B66-DBC2-4B52-A60F-399DC681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Git në kompjuter   →   GitHub   →   Vercel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1FD4B-8AE7-4962-87BD-DD917D52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TË DHËNAT GJATË PËRDORIMIT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7A5B4-C108-4957-BA98-359C5528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Telefoni   ↔   Vercel / Next.js   ↔   Neon PostgreSQL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D7792-80B2-492A-BCD4-37180F4D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DBA74"/>
                </a:solidFill>
                <a:latin typeface="Arial"/>
                <a:ea typeface="Arial"/>
                <a:cs typeface="Arial"/>
              </a:rPr>
              <a:t>Kopja offline qëndron në telefon. GitHub nuk është ndalesë e çdo klikimi.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4466A-19A6-425F-8072-209C0DEB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Git dhe GitHub ruajnë e publikojnë kodin. Vercel e ndërton dhe e shërben aplikacionin.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Gjatë përdorimit, shfletuesi kërkon të dhëna nga serveri Next.js në Vercel. Serveri lexon Neon PostgreSQL.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60178-F7A5-423B-8A08-9EFDCF4B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86550"/>
            <a:ext cx="1095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https://nextjs.org/docs/app/guides/data-security</a:t>
            </a:r>
          </a:p>
        </p:txBody>
      </p:sp>
    </p:spTree>
    <p:extLst>
      <p:ext uri="{BB962C8B-B14F-4D97-AF65-F5344CB8AC3E}">
        <p14:creationId xmlns:p14="http://schemas.microsoft.com/office/powerpoint/2010/main" val="20051102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8AF01-7B58-4282-AA45-6B0C5182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12–15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088A7-62FB-439E-A0FD-1FD7D2ED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8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3D690-8D09-4FC8-AE48-080781EF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2 · Pa vende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151D7-4E1E-4E37-8A13-5A6DF8F871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e16985f5e485b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9D48E-4EA2-4B1D-B2A6-5AB15C95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Parashiko mesazhin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7E263-DE10-4433-B114-7C0A7645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Çfarë i themi Artës kur ka 0 vende?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E42FD-4062-4831-9F17-88B20FBB45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861ce426d44ea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AA5CF-2F4E-4527-82F5-AD46BA47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Mbro përgjigjen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CA238-B775-449D-8FA5-66162397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Cila e dhënë e justifikon?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96A8B-9291-4792-8BCC-E0803A8E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Dritoni ka 0 vende. Para klikimit, parashikoni mesazhin që duhet të shohë Arta dhe gjendjen e butonit.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Profesori zgjedh “Pa vende · 0” në demonstrim. Klasa krahason rezultatin me parashikimin.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4E816-0C29-4249-BD7B-BBD181D5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Demonstrimi interaktiv: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AE352-67CD-4B0B-930F-965809C2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DBA74"/>
                </a:solidFill>
                <a:latin typeface="Arial"/>
                <a:ea typeface="Arial"/>
                <a:cs typeface="Arial"/>
                <a:hlinkClick xmlns:ns0="http://schemas.openxmlformats.org/officeDocument/2006/relationships" ns0:id="rIdCourseUrl4"/>
              </a:rPr>
              <a:t>https://arbenl.github.io/lendet/2026-2027/mobile/java-07/demonstrimi.html</a:t>
            </a:r>
          </a:p>
        </p:txBody>
      </p:sp>
    </p:spTree>
    <p:extLst>
      <p:ext uri="{BB962C8B-B14F-4D97-AF65-F5344CB8AC3E}">
        <p14:creationId xmlns:p14="http://schemas.microsoft.com/office/powerpoint/2010/main" val="9045708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789F8-4305-430B-8235-9C82D8DD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15–18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80AC3-861B-4E02-9AA3-47DC7314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9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2662D-6D8F-4DEF-B944-45ADDC7F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3 · Klikim apo rezervim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8525C-8335-45D6-8B20-6DAF7523EE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66c7d3e2548c5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5AADC-7079-4836-AE8C-BAC3DB07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SHOFERI · DRITONI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A222C-4C4D-4F0B-B8A1-86255D8A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23528-41D0-4FC2-B608-DC69F274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5B873-1911-403D-A9B0-97A40E11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C0FAC-6B06-4746-BEC0-C226B661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CA7C4-F2A7-4DCE-A361-787D5C3C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72A3B-9097-4D00-8710-4F10FFDD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6DE55-ACAA-4ADE-8167-A117C025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Të dhënat e udhëtimit të provës.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BC2EC-255C-4725-B376-89A7DF1E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Klikimi nuk rezervon vend dhe nuk njofton shoferin.</a:t>
            </a:r>
          </a:p>
        </p:txBody>
      </p:sp>
    </p:spTree>
    <p:extLst>
      <p:ext uri="{BB962C8B-B14F-4D97-AF65-F5344CB8AC3E}">
        <p14:creationId xmlns:p14="http://schemas.microsoft.com/office/powerpoint/2010/main" val="1523961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C91C7-D888-4D0D-AB45-0BF6B8DE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15–18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9A182-6C00-4B49-82C2-A841B7F5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10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67C09-25A6-417F-8680-6A46F3C2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3 · Klikim apo rezervim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E0430-932F-4C42-87F5-7DC1A5769E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a334a4dd64997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762BA-2533-415F-95E9-56651AAA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UDHËTARI · ARTA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1773B-4E60-4036-B67A-6AEDFEBC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5836D-FC3E-48AD-85E1-26C15420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F59E7-674E-4785-A9D9-B27FC37A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B3828-334C-41E8-AC12-36FE6F0F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9F7EC-F1F7-4A80-B447-BF48EFEF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5856F-44D0-4416-BE65-D43CF103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C7402-A803-4519-86CB-542AA431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Në pritje · SIMULIM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D8F84-59E5-4C50-B07B-7833D540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Klikimi nuk rezervon vend dhe nuk njofton shoferin.</a:t>
            </a:r>
          </a:p>
        </p:txBody>
      </p:sp>
    </p:spTree>
    <p:extLst>
      <p:ext uri="{BB962C8B-B14F-4D97-AF65-F5344CB8AC3E}">
        <p14:creationId xmlns:p14="http://schemas.microsoft.com/office/powerpoint/2010/main" val="3232274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B71F0-0A6E-481C-AEEA-1746BE03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15–18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708DD-35D4-40CE-BA17-2C8FAD5F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11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DF026-CE50-4B5B-9897-49A42AD9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3 · Klikim apo rezervim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C939C-0B5B-4616-A957-FFAE73B2BB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d52aeb99b45fb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C3675-CA9F-40DE-916A-E5174266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Klikimi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5CCD2-E0C7-4EE6-9CB5-18511CC6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Veprim në ndërfaqe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9E669-0C62-4D14-9ECC-D0D3277A10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8cadf474743a3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93B0C-B96B-4B08-B4C1-C5993D00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Ruajtja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BD6E1-FFD8-4844-9819-B0D72B66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Duhet provuar veçmas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D569A-3311-499C-BB8A-16695060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Faqja e Javës 3 shfaq “Në pritje” në një simulim. Nuk ka ende kërkesë të ruajtur në server.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E6C9E-6BDA-47D5-9220-8F37FA19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Cila fjali përshkruan saktë këtë rezultat?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29120-D6E0-4B6E-BF15-F71DA3A4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A · Vendi është rezervuar përfundimisht.</a:t>
            </a:r>
          </a:p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B · Shoferi e ka pranuar Artën.</a:t>
            </a:r>
          </a:p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C · Simulimi shfaq Në pritje, pa rezervim real.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76C19-F0CF-411F-A076-4830A588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5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Votoni, shpjegoni arsyen dhe pastaj kaloni te slajdi vijues</a:t>
            </a:r>
          </a:p>
        </p:txBody>
      </p:sp>
    </p:spTree>
    <p:extLst>
      <p:ext uri="{BB962C8B-B14F-4D97-AF65-F5344CB8AC3E}">
        <p14:creationId xmlns:p14="http://schemas.microsoft.com/office/powerpoint/2010/main" val="14392214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66C95-2304-44CB-93B7-F14F6FB2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18–20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1AE5B-7D31-4349-AB39-791FEB44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12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6E137-A13D-4823-ABC8-A34D3D99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3 · Klikim apo rezervim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3EAF6-B77A-4EBD-97E7-BE72AE5DA4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982cf284b46ba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9F9DE-9497-4D5B-A999-221AB65E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Veprimi në ekran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7AD6B-0F33-445A-BA26-1787A94E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Butoni reagon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F75C4-B31A-4D1E-8A4B-4A4FB86E52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f9a024bcf48b7"/>
          <a:stretch xmlns:a="http://schemas.openxmlformats.org/drawingml/2006/main"/>
        </p:blipFill>
        <p:spPr>
          <a:xfrm xmlns:a="http://schemas.openxmlformats.org/drawingml/2006/main">
            <a:off x="43815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FC45B-2C07-4688-99C4-D7F67244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Gjendja e kërkesës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4929E-AF82-4754-BD92-16605518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Përdoruesi pret përgjigje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87C1A-95A4-4829-AF3E-0978108CEA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b838110484a11"/>
          <a:stretch xmlns:a="http://schemas.openxmlformats.org/drawingml/2006/main"/>
        </p:blipFill>
        <p:spPr>
          <a:xfrm xmlns:a="http://schemas.openxmlformats.org/drawingml/2006/main">
            <a:off x="81534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0D0E7-EAAE-4219-A1EA-5F663424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Konfirmimi real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F64E9-CDE3-46C8-AD03-1C944D03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Duhet proces i ruajtur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C385E-4851-4EA2-BE2B-02235872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Klikova: telefoni mori veprimin. Në pritje: kërkesa ende nuk ka një vendim. E pranuar: procesi real e ka konfirmuar.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Në demonstrimin tonë “Në pritje” është vetëm simulim. Nuk ka kërkesë të ruajtur ose vend të rezervuar.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4988D-99F6-41A0-9130-E88EB91F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Pse një mesazh i bukur “Sukses” mund ta mashtrojë Artën?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BEEE5-A21E-4EDA-93E9-D11FC9E5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Ajo mund ta kuptojë si vend të siguruar. Mesazhi duhet të tregojë vetëm atë që sistemi ka kryer realisht.</a:t>
            </a:r>
          </a:p>
        </p:txBody>
      </p:sp>
    </p:spTree>
    <p:extLst>
      <p:ext uri="{BB962C8B-B14F-4D97-AF65-F5344CB8AC3E}">
        <p14:creationId xmlns:p14="http://schemas.microsoft.com/office/powerpoint/2010/main" val="9229611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4D4EC-AC01-4CA5-BE41-21362AB9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20–23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214CB-0245-4AE1-A9FB-D6D57B6C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13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7E0D1-CEF7-4067-9406-F2F0F270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1 · Lista dhe detajet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BD4F3-CF86-439D-B2E6-BEFF97DA9C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6007735984a90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FC273-0F95-4319-A39C-9CFFFFBE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u pa?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F01A8-7C37-4943-85C4-5D99C9F6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Ora ndryshon në ekran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E520E-15BA-41AB-9CF6-60D10B9CB7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69e02426b4316"/>
          <a:stretch xmlns:a="http://schemas.openxmlformats.org/drawingml/2006/main"/>
        </p:blipFill>
        <p:spPr>
          <a:xfrm xmlns:a="http://schemas.openxmlformats.org/drawingml/2006/main">
            <a:off x="43815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6D13B-DEDD-4B32-B5E2-9C071A62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e shpjegon?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C8270-862D-42ED-A53D-1F3751A6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ID, burimi ose koha e leximit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E7163-8249-4ADE-93AA-DC2121979B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525cad1d14921"/>
          <a:stretch xmlns:a="http://schemas.openxmlformats.org/drawingml/2006/main"/>
        </p:blipFill>
        <p:spPr>
          <a:xfrm xmlns:a="http://schemas.openxmlformats.org/drawingml/2006/main">
            <a:off x="81534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F606F-E6F1-4EB4-BF69-02AC6B49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prove na duhet?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34662-3324-4F9D-82A8-30E747FC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Krahasojmë të njëjtin udhëtim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D122A-685E-41F8-9D8C-5CB53A36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Arta thotë: “Zgjodha Dritonin, por shoh orë tjetër”. Ky është vëzhgimi; ende nuk e dimë shkakun.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Pyesim: a është i njëjti ID, nga cili burim erdhën të dhënat dhe kur u lexuan? Secila përgjigje ngushton kërkimin.</a:t>
            </a:r>
          </a:p>
        </p:txBody>
      </p:sp>
    </p:spTree>
    <p:extLst>
      <p:ext uri="{BB962C8B-B14F-4D97-AF65-F5344CB8AC3E}">
        <p14:creationId xmlns:p14="http://schemas.microsoft.com/office/powerpoint/2010/main" val="6213687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A8764-D56F-44C7-B9B5-A53DF1A8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23–26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B1944-247F-470A-A7C5-7F0C1F8C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14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10CB3-6349-46F2-AEF7-91F65B60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4 · Kopja pa internet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BF272-D127-49A7-853C-059C8D8406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4dd6b3e2d4914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9CFC4-1380-4259-BDE0-1BC85591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SHOFERI · DRITONI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B2CBE-10A3-47FC-AC47-F2EBD3DB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BB83E-E254-47FC-BA5D-23DF96F5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92EAE-71EC-481F-8A18-40C26DFC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2559A-C647-44E4-8459-F411FC30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576E1-6CF2-4109-B289-183FBEF3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B07A6-FC11-4B1E-84B3-B4FB3E6C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60B18-1019-4127-B316-4F99200F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Të dhënat e udhëtimit të provës.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6777B-E004-4393-9FEE-C60C1E70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Shfaqet kopja e ruajtur në 07:00. Vendet aktuale nuk janë verifikuar.</a:t>
            </a:r>
          </a:p>
        </p:txBody>
      </p:sp>
    </p:spTree>
    <p:extLst>
      <p:ext uri="{BB962C8B-B14F-4D97-AF65-F5344CB8AC3E}">
        <p14:creationId xmlns:p14="http://schemas.microsoft.com/office/powerpoint/2010/main" val="3680834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F4EAD-17F7-42AF-9E8D-E2DA06F3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23–26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4BA62-48F1-4802-AC68-55DE5708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15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44248-E95D-44C7-BB72-9547F8BF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4 · Kopja pa internet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F3C29-A94B-4E5E-83C2-61FCB02293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9d0e52bc345b9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5DAA7-69C1-4832-BAF7-8AFBCA7D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UDHËTARI · ARTA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69733-AAE2-4B62-B31F-39BE6F54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E6420-498E-42E6-8C4D-1F2B7806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BFB0E-4302-448B-9BD1-DE3992B4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29AF2-E6D8-408C-A9E8-0270DE74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0406A-E621-4E99-B842-67675DA3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98E23-5801-4335-8521-44E290C6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0A900-8A95-47E9-B553-E7E3F45C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Kopje e vjetër · pa rezervim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32E9A-E44F-4C00-8CBC-CE7CB78B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Shfaqet kopja e ruajtur në 07:00. Vendet aktuale nuk janë verifikuar.</a:t>
            </a:r>
          </a:p>
        </p:txBody>
      </p:sp>
    </p:spTree>
    <p:extLst>
      <p:ext uri="{BB962C8B-B14F-4D97-AF65-F5344CB8AC3E}">
        <p14:creationId xmlns:p14="http://schemas.microsoft.com/office/powerpoint/2010/main" val="7360422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ECB42-45BB-45C0-B164-0323970A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23–26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58869-5DB0-46EC-8FB3-A17FB8E3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16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EAE0D-8611-4F41-90A4-C1C23765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4 · Kopja pa internet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5E06C-7580-4378-B0E8-D98717E427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91370ab9f4c0c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A2AC6-688B-4541-A5BC-9FFB8A85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Lidhja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7077B-E89B-4F3C-9A63-5E3CEC99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Duket aktive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9C8A6-E9B2-4D4A-BDAD-383BBCCA22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541c0b0a74b84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953D0-464C-4BD5-B063-ACA2A8D4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EAF6C-3153-46E5-9AF2-4BF4C161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Nuk kthen përgjigje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916B1-04A2-4749-9B6F-71B61043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Arta ka kopjen e fundit me 1 vend. Telefoni shfaq lidhje aktive, por serveri nuk përgjigjet.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F6B03-B0A5-4120-8897-BAA6C4FE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Çfarë mund të premtojë aplikacioni?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B54F5-50C0-4121-BFDC-AE62DBA1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A · Rezervim të konfirmuar nga kopja.</a:t>
            </a:r>
          </a:p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B · Listën e ruajtur, me paralajmërim.</a:t>
            </a:r>
          </a:p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C · Që vendi i fundit është ende i lirë.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01E8B-BB14-49B3-83F3-CE9B52D3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5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Votoni, shpjegoni arsyen dhe pastaj kaloni te slajdi vijues</a:t>
            </a:r>
          </a:p>
        </p:txBody>
      </p:sp>
    </p:spTree>
    <p:extLst>
      <p:ext uri="{BB962C8B-B14F-4D97-AF65-F5344CB8AC3E}">
        <p14:creationId xmlns:p14="http://schemas.microsoft.com/office/powerpoint/2010/main" val="10511815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42EEC-8CA5-44B3-BD13-582B1EAE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26–28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10F28-4BDC-44FD-98E9-29647512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17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324F7-7D92-4BFF-B232-65846BB2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4 · Kopja pa internet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89626-A7C7-4172-968D-F53FC772D6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cb057a19342a6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FE79D-3A53-497D-88A7-D7E821D4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dimë?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AB891-C10B-424C-899B-5501F9C5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Vlerën në kohën e ruajtjes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8CBE1-48C7-4D3D-8738-8ED0C0388D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5eed18b6540b9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C31FA-22EB-454C-B975-B25B7A1C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duhet të verifikojmë?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DEBEA-028C-4CB5-98F2-47E27D23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Vlerën aktuale në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823D9-4EC0-460F-BB36-25F9B182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Kopja thotë: “Në 07:00 kishte 1 vend”. Kjo nuk do të thotë: “Tani ka 1 vend”.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Rrjeti mund të rikthehet ndërsa serveri ende nuk përgjigjet. Gjendjen e re e njohim pasi marrim përgjigjen e suksesshme.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D49C5-99DB-4245-A2B8-5B178274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Çfarë i duhet Artës që të mos e ngatërrojë kopjen me të dhënat e reja?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F9F02-785D-421D-9476-239A491C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Koha e ruajtjes, shënimi që kopja mund të jetë e vjetër dhe mesazh i qartë kur përditësimi nuk arrihet.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2B55D-BE22-4916-B11E-9B1767E6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86550"/>
            <a:ext cx="1095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https://developer.mozilla.org/en-US/docs/Web/API/Navigator/onLine</a:t>
            </a:r>
          </a:p>
        </p:txBody>
      </p:sp>
    </p:spTree>
    <p:extLst>
      <p:ext uri="{BB962C8B-B14F-4D97-AF65-F5344CB8AC3E}">
        <p14:creationId xmlns:p14="http://schemas.microsoft.com/office/powerpoint/2010/main" val="3014727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5B321-F953-437E-B1DA-3C0349D7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28–31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2E400-1DD6-4B6A-BD17-507EFB1F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18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BA953-D1B2-4A06-AC42-1EB1D6F0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Cilin problem korrigjojmë së pari?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0445F-196B-4606-9F78-C80A053706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7e5f8a74447b7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2CEB2-5F4F-4F56-B39F-B18C86A9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 e pengon?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EAC0D-E3DF-487C-9E38-DD3D4D69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A e kupton përdoruesi veprimin?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0F55F-35E1-4996-9955-22672A7E47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79fb65219467d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90677-28C2-4230-9D08-B8583EC6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mund të dëmtojë?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9E724-2745-4EFB-9FAE-77F3025B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A ndryshon të dhënat e tjetrit?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C0C0A-752E-484A-B4E6-4B13CC89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Dy vëzhgime: ngjyra e kartës nuk dallohet mirë; Arta mund të ndryshojë udhëtimin e Dritonit.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Diskutoni 30 sekonda në çift: cilin zgjidhni së pari dhe çfarë pasoje shmangni për përdoruesin?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AFF53-CEFE-4510-AB21-5F559A05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Pse në këtë shembull kontrollojmë lejen përpara ngjyrës?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0A6DE-FC76-4AEE-BBAB-52442008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Ndryshimi pa leje prek të dhënat e një personi tjetër. Të dy problemet vlejnë, por pasoja na ndihmon të vendosim rendin.</a:t>
            </a:r>
          </a:p>
        </p:txBody>
      </p:sp>
    </p:spTree>
    <p:extLst>
      <p:ext uri="{BB962C8B-B14F-4D97-AF65-F5344CB8AC3E}">
        <p14:creationId xmlns:p14="http://schemas.microsoft.com/office/powerpoint/2010/main" val="4604665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8630D-A264-4436-9173-46B63F95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31–34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7F4AA-BF6A-4FBE-8D20-868061C9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19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20BBC-24C5-4F9D-A164-4D9509AC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Një provë kaloi. Çfarë kemi vërtetuar?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FB7BE-3876-4E06-AEBF-F8F1DBCF15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921a0f96f4a6d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E3458-39E0-419D-A195-2E6915EA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normal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70EA9-8BF7-4F6B-BE2A-F587BC69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Udhëtimi ekziston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12F4A-5508-4691-87AC-2FC550F372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425da60b1404e"/>
          <a:stretch xmlns:a="http://schemas.openxmlformats.org/drawingml/2006/main"/>
        </p:blipFill>
        <p:spPr>
          <a:xfrm xmlns:a="http://schemas.openxmlformats.org/drawingml/2006/main">
            <a:off x="43815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71170-B052-430D-8F42-356C0231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kufitar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257E0-E579-4A68-BB00-0178DE2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ID mungon ose nuk ka vende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D7CE2-DDB9-4334-9A5E-AC6E7B9B8E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12b9b77cf4d9a"/>
          <a:stretch xmlns:a="http://schemas.openxmlformats.org/drawingml/2006/main"/>
        </p:blipFill>
        <p:spPr>
          <a:xfrm xmlns:a="http://schemas.openxmlformats.org/drawingml/2006/main">
            <a:off x="81534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22316-BBEE-43DB-8FB0-7FD6A9C6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pas korrigjimit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D3912-AE3B-416B-8EC6-F0A374C8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Funksioni i mëparshëm ende punon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C0A25-8626-4AAA-BD29-C2205E71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Detajet hapen saktë për ID 2. Kjo vërteton vetëm atë rast, me ato të dhëna, në atë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ID 999, lista bosh ose 0 vende mund të zbulojnë një sjellje tjetër. Provat duhet të përfshijnë edhe kufijtë.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36331-6CF5-442A-86DB-3CD4F36B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A mjafton një ekran i saktë për të thënë “aplikacioni punon gjithmonë”?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29F14-59D7-40CE-85F2-18EEEE5F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Jo. Një provë jep besim për rastin e provuar. Zgjedhim edhe raste që mund ta nxjerrin gabimin në pah.</a:t>
            </a:r>
          </a:p>
        </p:txBody>
      </p:sp>
    </p:spTree>
    <p:extLst>
      <p:ext uri="{BB962C8B-B14F-4D97-AF65-F5344CB8AC3E}">
        <p14:creationId xmlns:p14="http://schemas.microsoft.com/office/powerpoint/2010/main" val="21096091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AA3E4-0AAD-4F7E-A47E-E6F8688D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34–37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B8E10-04A7-4670-8B40-82655D5B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20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77E2D-E742-4BF8-AC0B-5CE56FA2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5 · Lejet e ndryshimit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B0342-FBB0-4606-B2FB-41D5CFE15C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f95363b9540d8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2791B-C279-42C7-8667-BA2FD850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SHOFERI · DRITONI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C9CA3-2CCE-461E-8858-C65CCF48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23BFC-D536-4024-AAE7-F6513A09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22292-3941-44BA-B0AC-66AC2087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8A6CB-4747-4DDA-B5EC-E58A3D6A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DA58A-4701-4C56-AF7D-4704FDCE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1FCE7-1148-44EA-9C04-E9DAFB07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49547-FC87-448F-ACD8-3729E660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Të dhënat e udhëtimit të provës.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EAEDA-A431-42D0-A237-3CCED5A6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Ndiq të njëjtin ID nga lista te detajet.</a:t>
            </a:r>
          </a:p>
        </p:txBody>
      </p:sp>
    </p:spTree>
    <p:extLst>
      <p:ext uri="{BB962C8B-B14F-4D97-AF65-F5344CB8AC3E}">
        <p14:creationId xmlns:p14="http://schemas.microsoft.com/office/powerpoint/2010/main" val="10649742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86B9D-0E53-4F5C-9CE7-F4FB1385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34–37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AAF40-EE38-4FD2-914E-BC2D609B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21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3007C-155E-490B-ABEC-606644DC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5 · Lejet e ndryshimit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84A66-3F27-4932-84A7-7A9F43BFBD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8d17e8f2b446b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6DE4B-DDA8-403A-BA5E-6FE22B36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UDHËTARI · ARTA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FC53F-60BD-46B9-9359-3464C29A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E17D9-DDA8-4E66-A105-1F80401C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8A429-7B0B-47B7-88DD-AB6E3241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C0601-EC5A-45F1-94C9-066022A8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B21A4-44A3-4E29-AFC3-4F06DBD9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D637B-3B34-452F-8E18-F3BB68B1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55B75-C17D-4F4E-9F47-9685A25B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Provo kërkesën · simulim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BF6F0-799B-4DC7-83FC-9C0B5221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Ndiq të njëjtin ID nga lista te detajet.</a:t>
            </a:r>
          </a:p>
        </p:txBody>
      </p:sp>
    </p:spTree>
    <p:extLst>
      <p:ext uri="{BB962C8B-B14F-4D97-AF65-F5344CB8AC3E}">
        <p14:creationId xmlns:p14="http://schemas.microsoft.com/office/powerpoint/2010/main" val="20558698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E3CF9-C49B-4C3D-B8CE-ADAF745B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34–37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0ABB9-78F5-4ABC-9E5E-C675F70B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22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31C34-8809-434D-BFCC-CA16458C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5 · Lejet e ndryshimit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1A3DF-408A-4D96-8EF2-52E6963181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38374de8546c3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BCAD4-25F3-4BE3-B094-FCF873A3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Ndërfaqja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154DE-7506-411B-941D-C546CF84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Ndihmon përdoruesin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20806-4434-41D8-9FC3-08FDE41EAF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a59b4bd4f44cf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0FB2D-85E4-43EA-8A72-D06C83F3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CA8F1-3A6E-4A44-80C5-F64F8B4C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Verifikon sesionin dhe pronarin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8CD7B-D853-4A5E-A1A8-136C8B1E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Arta nuk është pronarja e udhëtimit të Dritonit. Ndërfaqja fsheh ndryshimin e orës.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5207E-F299-4876-958A-96A910E0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Ku duhet të kontrollohet leja për ruajtje?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ED6FD-0834-4105-BCF9-AB7A5AE4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A · Vetëm te butoni i fshehur.</a:t>
            </a:r>
          </a:p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B · Te mesazhi në raport.</a:t>
            </a:r>
          </a:p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C · Në server, për çdo veprim ndryshimi.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C5DB0-6C9B-430D-85D9-5FFCEE54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5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Votoni, shpjegoni arsyen dhe pastaj kaloni te slajdi vijues</a:t>
            </a:r>
          </a:p>
        </p:txBody>
      </p:sp>
    </p:spTree>
    <p:extLst>
      <p:ext uri="{BB962C8B-B14F-4D97-AF65-F5344CB8AC3E}">
        <p14:creationId xmlns:p14="http://schemas.microsoft.com/office/powerpoint/2010/main" val="7414430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90618-4DC5-49BA-86FE-13CC88FC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37–39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D3E5A-66E8-4995-966D-37D9554A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23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68014-4BC7-4009-9194-D901AD38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premton MVP-ja jonë?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847FC-A46F-4213-AE24-F65562A6A3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e99d0902e4c2e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DF0F7-5256-4CE4-82FF-59E4063C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Rrjedha që ofrojmë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FF706-29B3-4CC7-BA85-1603A3B5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Zgjedhje dhe detaje të kuptueshme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A5289-1C3B-4D32-8340-66C4778C8B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c8ff1c1ad4067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26AFE-C359-4B9A-862F-099EFF65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Kufijtë që shpjegojmë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3EDCB-262F-463D-8674-82B25991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Lejet, kopja dhe simulimi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10CF8-C501-4E89-9389-1F7ACD06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Puna që provojmë: Arta gjen një udhëtim dhe kupton nisjen e vendet. Veprimet e pronarit kërkojnë lejen e serverit.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Kërkesa demonstrative nuk garanton rezervim. Një MVP e deklaron qartë këtë kufi dhe nuk e quan simulimin funksion të përfunduar.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D391B-7DB9-4DF8-853E-46F0A26E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A është një MVP aplikacion me çdo funksion, por me premtime të pasakta?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682CD-0288-48AD-ACD6-0423D396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Jo. Ka pak funksione me qëllim të qartë. Përdoruesi duhet ta kuptojë çfarë mund të bëjë dhe çfarë nuk është realizuar ende.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DED84-537E-423C-A19B-1AF1792F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86550"/>
            <a:ext cx="1095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https://nextjs.org/docs/app/guides/authentication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350293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EB156-40E6-4ED7-A4B8-352C937E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39–41 MIN · VETËM DISKUTIM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5DFCE-AF84-4D1A-B8DC-B9CFD9E1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24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13E42-DAC6-4B30-B916-280CB7B9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6 · Një vend, dy udhëtarë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96F6A-5EFA-44B4-A02C-47E0FF7BD3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20c70db8247c4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2FB89-D6B3-4DED-906F-9FBA1149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Arta: 1 vend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211CB-7FA8-4A92-B92A-ED72B758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E dhëna që pa në telefon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4BC9D-BA10-465A-9BB5-B7BF071D13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031fbb8184702"/>
          <a:stretch xmlns:a="http://schemas.openxmlformats.org/drawingml/2006/main"/>
        </p:blipFill>
        <p:spPr>
          <a:xfrm xmlns:a="http://schemas.openxmlformats.org/drawingml/2006/main">
            <a:off x="43815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AC7BB-0312-4A46-8D9B-EB37B0C1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Besa: 1 vend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BB161-4FF7-47F2-AA60-A3CDE05C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Lexim në një telefon tjetër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578B7-3D66-4716-86B1-16AA3C36FB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110e1e6654b81"/>
          <a:stretch xmlns:a="http://schemas.openxmlformats.org/drawingml/2006/main"/>
        </p:blipFill>
        <p:spPr>
          <a:xfrm xmlns:a="http://schemas.openxmlformats.org/drawingml/2006/main">
            <a:off x="81534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3D011-E5E1-44B2-B8B9-DD675DBD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Serveri vendos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EDCDA-B3A8-4298-9345-063FA675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Në një proces real rezervimi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949EE-9AD8-4822-BF20-15BF6D65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Skenar për një version të ardhshëm: Arta dhe Besa shohin njëkohësisht vendin e fundit. Të dyja klikojnë.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Të dy telefonat e panë të lirë. A do të thotë kjo se të dyja mund ta marrin? Arsyetoni pa shkruar kod.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05700-52C7-49C8-B696-1D812E4E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Ku duhet të merret vendimi përfundimtar në një rezervim real?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CC334-4D69-40B6-9482-2F73DEEF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Në server, me një veprim të sigurt mbi të dhënat. Telefoni mund të shfaqë informacion të vjetër. Sot vetëm e kuptojmë kufirin; nuk ndërtojmë rezervime.</a:t>
            </a:r>
          </a:p>
        </p:txBody>
      </p:sp>
    </p:spTree>
    <p:extLst>
      <p:ext uri="{BB962C8B-B14F-4D97-AF65-F5344CB8AC3E}">
        <p14:creationId xmlns:p14="http://schemas.microsoft.com/office/powerpoint/2010/main" val="126794519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C3C05-9905-4090-9CB6-D6889459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41–43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A3B38-BA46-4C76-9891-7F09D9BC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25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CDFB8-14CA-4683-BD5B-2C822004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njëjti mendim te një biznes tjetër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AA239-5A65-4D42-B248-9052E2043F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98acb91b44bc4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52EE0-2B5D-4A78-A95F-05AFA767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Udhëtim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D67B4-82DB-44DC-B1BF-24BC724A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ID i udhëtimit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C4D78-281A-4AF6-A2D8-D5FFE1D6DA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ebf3438d44fc2"/>
          <a:stretch xmlns:a="http://schemas.openxmlformats.org/drawingml/2006/main"/>
        </p:blipFill>
        <p:spPr>
          <a:xfrm xmlns:a="http://schemas.openxmlformats.org/drawingml/2006/main">
            <a:off x="43815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60A75-76DF-457D-882C-A50BC4DD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1F809-52C9-4DA4-81AE-555DA086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ID dhe koha e terminit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CDE40-FBC0-41B3-9376-878A74F383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fcde396734cce"/>
          <a:stretch xmlns:a="http://schemas.openxmlformats.org/drawingml/2006/main"/>
        </p:blipFill>
        <p:spPr>
          <a:xfrm xmlns:a="http://schemas.openxmlformats.org/drawingml/2006/main">
            <a:off x="81534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B9383-D8B5-4B6C-91C8-6A0BECD9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Porosi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1364C-134E-4034-8167-E4339EFA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ID dhe gjendja e porosisë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78289-1C64-4291-89C3-BEA7BA1A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RideShare: zgjidh udhëtimin. Salloni: zgjidh terminin. Restoranti: zgjidh porosinë.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Në secilin rast pyesim: cili objekt u zgjodh, kush lejohet të veprojë dhe a është veprimi vërtet i konfirmuar?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D638E-CEA8-4630-B0B9-FC3D891B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Cili është premtimi që duhet të shpjegojë çdo aplikacion shërbimi?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863A2-AF9F-4E0B-A8E6-B360A1D4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Çfarë veprimi ka përfunduar realisht dhe çfarë ende pret konfirmim. “U shfaq në ekran” nuk do të thotë domosdoshmërisht “u ruajt”.</a:t>
            </a:r>
          </a:p>
        </p:txBody>
      </p:sp>
    </p:spTree>
    <p:extLst>
      <p:ext uri="{BB962C8B-B14F-4D97-AF65-F5344CB8AC3E}">
        <p14:creationId xmlns:p14="http://schemas.microsoft.com/office/powerpoint/2010/main" val="76467044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5A59BC-CAEC-4543-9D6B-A01C85CD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43–45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2BD24-9C23-4BAF-A8D2-518F3BDB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26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E22AC-6D7C-47F8-9CED-7BC1D7ED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duhet të dish pas javës 7?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BE393-B906-41E8-BB46-73CAF9588F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e7a39ad9043fb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5E721-7C34-4ED0-8D6E-87CEC9C1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Lidhe rrjedhën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2A665-0EB4-4759-8210-431AD0F6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Cila pjesë i shërben përdoruesit?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D55DA-14BF-4740-A4F5-1859E1DC50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4fe0324d346ce"/>
          <a:stretch xmlns:a="http://schemas.openxmlformats.org/drawingml/2006/main"/>
        </p:blipFill>
        <p:spPr>
          <a:xfrm xmlns:a="http://schemas.openxmlformats.org/drawingml/2006/main">
            <a:off x="43815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54DC6-E3E8-4DCC-B376-BE4DFDF1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Shpjego problemin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8DD8F-2322-4773-80E4-AC1FAFC4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Çfarë prove mbështet shkakun?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BE62B-9624-48EB-B2B4-C2AFC5AE90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6ffbc074c4c9b"/>
          <a:stretch xmlns:a="http://schemas.openxmlformats.org/drawingml/2006/main"/>
        </p:blipFill>
        <p:spPr>
          <a:xfrm xmlns:a="http://schemas.openxmlformats.org/drawingml/2006/main">
            <a:off x="81534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BEC97-D135-4BF0-A3A6-9C0BC57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Thuaj kufirin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B2A91-9286-4DBC-8B63-CDBE7B89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Çfarë mund të premtojë MVP-ja?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7372D-075A-4B4D-855B-EC329D95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Shpjego rrugën lista → ID → detajet → veprimi. Dallo punën e telefonit, serverit dhe databazës.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Arsyeto problemin dhe kufijtë e MVP-së. Në laborator zgjedh një nga Rastet 1–5: dy probleme, një korrigjim dhe tri prova.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FB0F3-5A89-4D6E-996A-24F43F41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Arta sheh 1 vend në kopjen e ruajtur. A e ka ajo të siguruar atë vend?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42903-6BDC-4D61-9DA7-9EC60BCB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Jo. Kopja tregon të dhënën e ruajtur, jo vendin aktual. Pa të dhëna të reja dhe pa proces real konfirmimi, nuk premtojmë rezervim.</a:t>
            </a:r>
          </a:p>
        </p:txBody>
      </p:sp>
    </p:spTree>
    <p:extLst>
      <p:ext uri="{BB962C8B-B14F-4D97-AF65-F5344CB8AC3E}">
        <p14:creationId xmlns:p14="http://schemas.microsoft.com/office/powerpoint/2010/main" val="264779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2026-10-29T11:28:33.5780000Z</dcterms:created>
  <dcterms:modified xsi:type="dcterms:W3CDTF">2026-10-29T11:28:33.5780000Z</dcterms:modified>
</coreProperties>
</file>