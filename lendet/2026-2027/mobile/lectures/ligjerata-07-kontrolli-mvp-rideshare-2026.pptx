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cdce11832ff34ea2"/><Relationship Type="http://schemas.openxmlformats.org/officeDocument/2006/relationships/extended-properties" Target="/docProps/app.xml" Id="Rb15b518a72f241c8"/><Relationship Type="http://schemas.openxmlformats.org/officeDocument/2006/relationships/officeDocument" Target="/ppt/presentation.xml" Id="R9d4cbc47d61a4a73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39c077fa664670"/>
  </p:sldMasterIdLst>
  <p:sldIdLst>
    <p:sldId xmlns:r="http://schemas.openxmlformats.org/officeDocument/2006/relationships" id="256" r:id="R9dd59cefbc594cec"/>
    <p:sldId xmlns:r="http://schemas.openxmlformats.org/officeDocument/2006/relationships" id="257" r:id="R08a3fe49ccdb42e2"/>
    <p:sldId xmlns:r="http://schemas.openxmlformats.org/officeDocument/2006/relationships" id="258" r:id="R5b31383fb9f04207"/>
    <p:sldId xmlns:r="http://schemas.openxmlformats.org/officeDocument/2006/relationships" id="259" r:id="Rea22b91b552d4003"/>
    <p:sldId xmlns:r="http://schemas.openxmlformats.org/officeDocument/2006/relationships" id="260" r:id="Re60326bbf14549a1"/>
    <p:sldId xmlns:r="http://schemas.openxmlformats.org/officeDocument/2006/relationships" id="261" r:id="R557ef4afd8a84533"/>
    <p:sldId xmlns:r="http://schemas.openxmlformats.org/officeDocument/2006/relationships" id="262" r:id="R1c70b289079846b3"/>
    <p:sldId xmlns:r="http://schemas.openxmlformats.org/officeDocument/2006/relationships" id="263" r:id="R93ea9ea005e74f44"/>
    <p:sldId xmlns:r="http://schemas.openxmlformats.org/officeDocument/2006/relationships" id="264" r:id="Re1e9ca26d86243bd"/>
    <p:sldId xmlns:r="http://schemas.openxmlformats.org/officeDocument/2006/relationships" id="265" r:id="Ra7b82f1def82495d"/>
    <p:sldId xmlns:r="http://schemas.openxmlformats.org/officeDocument/2006/relationships" id="266" r:id="Rd0d7b1b81c0e4216"/>
    <p:sldId xmlns:r="http://schemas.openxmlformats.org/officeDocument/2006/relationships" id="267" r:id="R5e7121a8e3f64ffd"/>
    <p:sldId xmlns:r="http://schemas.openxmlformats.org/officeDocument/2006/relationships" id="268" r:id="Rf92a60a010d7408e"/>
    <p:sldId xmlns:r="http://schemas.openxmlformats.org/officeDocument/2006/relationships" id="269" r:id="R1eff110ad57846a2"/>
    <p:sldId xmlns:r="http://schemas.openxmlformats.org/officeDocument/2006/relationships" id="270" r:id="R0bdc9d44a34441b5"/>
    <p:sldId xmlns:r="http://schemas.openxmlformats.org/officeDocument/2006/relationships" id="271" r:id="R7b29edc815ae419d"/>
    <p:sldId xmlns:r="http://schemas.openxmlformats.org/officeDocument/2006/relationships" id="272" r:id="R28267e2e0cc2406f"/>
    <p:sldId xmlns:r="http://schemas.openxmlformats.org/officeDocument/2006/relationships" id="273" r:id="Rf9289252ee504e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339e9beb9d80479a"/><Relationship Type="http://schemas.openxmlformats.org/officeDocument/2006/relationships/slideMaster" Target="/ppt/slideMasters/slideMaster1.xml" Id="R3139c077fa664670"/><Relationship Type="http://schemas.openxmlformats.org/officeDocument/2006/relationships/presProps" Target="/ppt/presProps.xml" Id="R5c46e444ab234f3e"/><Relationship Type="http://schemas.openxmlformats.org/officeDocument/2006/relationships/tableStyles" Target="/ppt/tableStyles.xml" Id="Rf5f1ba5c488f4ca7"/><Relationship Type="http://schemas.openxmlformats.org/officeDocument/2006/relationships/slide" Target="/ppt/slides/slide1.xml" Id="R9dd59cefbc594cec"/><Relationship Type="http://schemas.openxmlformats.org/officeDocument/2006/relationships/slide" Target="/ppt/slides/slide2.xml" Id="R08a3fe49ccdb42e2"/><Relationship Type="http://schemas.openxmlformats.org/officeDocument/2006/relationships/slide" Target="/ppt/slides/slide3.xml" Id="R5b31383fb9f04207"/><Relationship Type="http://schemas.openxmlformats.org/officeDocument/2006/relationships/slide" Target="/ppt/slides/slide4.xml" Id="Rea22b91b552d4003"/><Relationship Type="http://schemas.openxmlformats.org/officeDocument/2006/relationships/slide" Target="/ppt/slides/slide5.xml" Id="Re60326bbf14549a1"/><Relationship Type="http://schemas.openxmlformats.org/officeDocument/2006/relationships/slide" Target="/ppt/slides/slide6.xml" Id="R557ef4afd8a84533"/><Relationship Type="http://schemas.openxmlformats.org/officeDocument/2006/relationships/slide" Target="/ppt/slides/slide7.xml" Id="R1c70b289079846b3"/><Relationship Type="http://schemas.openxmlformats.org/officeDocument/2006/relationships/slide" Target="/ppt/slides/slide8.xml" Id="R93ea9ea005e74f44"/><Relationship Type="http://schemas.openxmlformats.org/officeDocument/2006/relationships/slide" Target="/ppt/slides/slide9.xml" Id="Re1e9ca26d86243bd"/><Relationship Type="http://schemas.openxmlformats.org/officeDocument/2006/relationships/slide" Target="/ppt/slides/slide10.xml" Id="Ra7b82f1def82495d"/><Relationship Type="http://schemas.openxmlformats.org/officeDocument/2006/relationships/slide" Target="/ppt/slides/slide11.xml" Id="Rd0d7b1b81c0e4216"/><Relationship Type="http://schemas.openxmlformats.org/officeDocument/2006/relationships/slide" Target="/ppt/slides/slide12.xml" Id="R5e7121a8e3f64ffd"/><Relationship Type="http://schemas.openxmlformats.org/officeDocument/2006/relationships/slide" Target="/ppt/slides/slide13.xml" Id="Rf92a60a010d7408e"/><Relationship Type="http://schemas.openxmlformats.org/officeDocument/2006/relationships/slide" Target="/ppt/slides/slide14.xml" Id="R1eff110ad57846a2"/><Relationship Type="http://schemas.openxmlformats.org/officeDocument/2006/relationships/slide" Target="/ppt/slides/slide15.xml" Id="R0bdc9d44a34441b5"/><Relationship Type="http://schemas.openxmlformats.org/officeDocument/2006/relationships/slide" Target="/ppt/slides/slide16.xml" Id="R7b29edc815ae419d"/><Relationship Type="http://schemas.openxmlformats.org/officeDocument/2006/relationships/slide" Target="/ppt/slides/slide17.xml" Id="R28267e2e0cc2406f"/><Relationship Type="http://schemas.openxmlformats.org/officeDocument/2006/relationships/slide" Target="/ppt/slides/slide18.xml" Id="Rf9289252ee504eae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bcc59a852d242ed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c671a689ccf470a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a272039b3ec4f5f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ed027167959c429b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f1c0b0e55b94275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c45f9c36dae4911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2227B1-23BF-4A8C-A36E-F65714D802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B7C38C1-D08F-48C3-9D37-955DCEB603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3AD3D19-B2A5-4FC2-8321-C688ACE60C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53451B-DA6A-4EFB-BF17-050261519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8EC6A38-8952-4557-9E08-F68366C703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960D93-3972-4945-AB05-8C81286B7E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85CCF8-6742-4671-8E87-92C0EBE2FD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963392F-4BC1-4F54-AA89-68B2567E35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A1F216-BDE3-416F-B13D-9BD202833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055F8C-56D1-490F-A93E-EDB560EACF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8a5336af9a7f457c"/><Relationship Type="http://schemas.openxmlformats.org/officeDocument/2006/relationships/slideLayout" Target="/ppt/slideLayouts/slideLayout1.xml" Id="R248e36c36c024aec"/><Relationship Type="http://schemas.openxmlformats.org/officeDocument/2006/relationships/slideLayout" Target="/ppt/slideLayouts/slideLayout2.xml" Id="R88d21ff2b2b945ac"/><Relationship Type="http://schemas.openxmlformats.org/officeDocument/2006/relationships/slideLayout" Target="/ppt/slideLayouts/slideLayout3.xml" Id="R5e726ddb9ab84868"/><Relationship Type="http://schemas.openxmlformats.org/officeDocument/2006/relationships/slideLayout" Target="/ppt/slideLayouts/slideLayout4.xml" Id="R5d27c16274354d91"/><Relationship Type="http://schemas.openxmlformats.org/officeDocument/2006/relationships/slideLayout" Target="/ppt/slideLayouts/slideLayout5.xml" Id="Re670eb337fe54968"/><Relationship Type="http://schemas.openxmlformats.org/officeDocument/2006/relationships/slideLayout" Target="/ppt/slideLayouts/slideLayout6.xml" Id="R662d74552dfc4cb0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8e36c36c024aec"/>
    <p:sldLayoutId xmlns:r="http://schemas.openxmlformats.org/officeDocument/2006/relationships" id="2147483650" r:id="R88d21ff2b2b945ac"/>
    <p:sldLayoutId xmlns:r="http://schemas.openxmlformats.org/officeDocument/2006/relationships" id="2147483651" r:id="R5e726ddb9ab84868"/>
    <p:sldLayoutId xmlns:r="http://schemas.openxmlformats.org/officeDocument/2006/relationships" id="2147483652" r:id="R5d27c16274354d91"/>
    <p:sldLayoutId xmlns:r="http://schemas.openxmlformats.org/officeDocument/2006/relationships" id="2147483653" r:id="Re670eb337fe54968"/>
    <p:sldLayoutId xmlns:r="http://schemas.openxmlformats.org/officeDocument/2006/relationships" id="2147483654" r:id="R662d74552dfc4c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9a4fba1d3324a7d"/><Relationship Type="http://schemas.openxmlformats.org/officeDocument/2006/relationships/image" Target="/ppt/media/image.png" Id="R094029139d5b4448"/><Relationship Type="http://schemas.openxmlformats.org/officeDocument/2006/relationships/image" Target="/ppt/media/image2.png" Id="R83b885e017b54235"/><Relationship Type="http://schemas.openxmlformats.org/officeDocument/2006/relationships/image" Target="/ppt/media/image3.png" Id="R8bb8bf5600394c40"/><Relationship Type="http://schemas.openxmlformats.org/officeDocument/2006/relationships/image" Target="/ppt/media/image4.png" Id="Rf567afa41db943fb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101aa576fe84fd9"/><Relationship Type="http://schemas.openxmlformats.org/officeDocument/2006/relationships/image" Target="/ppt/media/image5.png" Id="R1622c0210c40447f"/><Relationship Type="http://schemas.openxmlformats.org/officeDocument/2006/relationships/image" Target="/ppt/media/image6.png" Id="R3284f576faee4062"/><Relationship Type="http://schemas.openxmlformats.org/officeDocument/2006/relationships/image" Target="/ppt/media/image7.png" Id="Rfcb028e1ba334eae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b9c9461c59e4063"/><Relationship Type="http://schemas.openxmlformats.org/officeDocument/2006/relationships/image" Target="/ppt/media/image8.png" Id="Rfc082bd455cb4995"/><Relationship Type="http://schemas.openxmlformats.org/officeDocument/2006/relationships/image" Target="/ppt/media/image9.png" Id="Re77712f8e9af4480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6680ca44c7a4c0c"/><Relationship Type="http://schemas.openxmlformats.org/officeDocument/2006/relationships/image" Target="/ppt/media/image10.png" Id="R3551ed630aa94564"/><Relationship Type="http://schemas.openxmlformats.org/officeDocument/2006/relationships/image" Target="/ppt/media/image11.png" Id="R7d91dd60087a4e57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b05ec7344e04ab7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ed39bb195ca4c4a"/><Relationship Type="http://schemas.openxmlformats.org/officeDocument/2006/relationships/image" Target="/ppt/media/image12.png" Id="Rea3c801441e9433a"/><Relationship Type="http://schemas.openxmlformats.org/officeDocument/2006/relationships/image" Target="/ppt/media/image13.png" Id="R9658980daf314548"/><Relationship Id="rIdCourseUrl4" Type="http://schemas.openxmlformats.org/officeDocument/2006/relationships/hyperlink" Target="https://arbenl.github.io/lendet/2026-2027/mobile/java-07/demonstrimi.html" TargetMode="External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77a7a02f5544c31"/><Relationship Type="http://schemas.openxmlformats.org/officeDocument/2006/relationships/image" Target="/ppt/media/image14.png" Id="Rf9030b1b56674c9f"/><Relationship Type="http://schemas.openxmlformats.org/officeDocument/2006/relationships/image" Target="/ppt/media/image15.png" Id="Rb00c50cb77fd4463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3820f1c3daa459b"/><Relationship Type="http://schemas.openxmlformats.org/officeDocument/2006/relationships/image" Target="/ppt/media/image16.png" Id="R07fe27c83cbc4d99"/><Relationship Type="http://schemas.openxmlformats.org/officeDocument/2006/relationships/image" Target="/ppt/media/image17.png" Id="R37df77b5a9004cd0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15dbdcd0acd434e"/><Relationship Type="http://schemas.openxmlformats.org/officeDocument/2006/relationships/image" Target="/ppt/media/image18.png" Id="Rdf1214cdbdcd453d"/><Relationship Type="http://schemas.openxmlformats.org/officeDocument/2006/relationships/image" Target="/ppt/media/image19.png" Id="R2aca734347aa4483"/><Relationship Type="http://schemas.openxmlformats.org/officeDocument/2006/relationships/image" Target="/ppt/media/image20.png" Id="R24464d35f7114461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7fb76020dc24c7a"/><Relationship Type="http://schemas.openxmlformats.org/officeDocument/2006/relationships/image" Target="/ppt/media/image21.png" Id="Rdac3d0151e4a44d8"/><Relationship Type="http://schemas.openxmlformats.org/officeDocument/2006/relationships/image" Target="/ppt/media/image22.png" Id="R4d21bca71db84785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8896bfe83384e65"/><Relationship Type="http://schemas.openxmlformats.org/officeDocument/2006/relationships/image" Target="/ppt/media/image23.png" Id="Rbef2aa66ac064616"/><Relationship Type="http://schemas.openxmlformats.org/officeDocument/2006/relationships/image" Target="/ppt/media/image24.png" Id="R06e03070a8874315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2ca3347a3104bd7"/><Relationship Type="http://schemas.openxmlformats.org/officeDocument/2006/relationships/image" Target="/ppt/media/image25.png" Id="R9455e6d6e7764cbc"/><Relationship Type="http://schemas.openxmlformats.org/officeDocument/2006/relationships/image" Target="/ppt/media/image26.png" Id="R12c9155b12754665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67e2492ae324c0d"/><Relationship Type="http://schemas.openxmlformats.org/officeDocument/2006/relationships/image" Target="/ppt/media/image27.png" Id="Rfb09209f2a3b42e0"/><Relationship Type="http://schemas.openxmlformats.org/officeDocument/2006/relationships/image" Target="/ppt/media/image28.png" Id="R72c57aad513842cf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ce8e1a9ffea4850"/><Relationship Type="http://schemas.openxmlformats.org/officeDocument/2006/relationships/image" Target="/ppt/media/image29.png" Id="Rbe10d9cc76bd4692"/><Relationship Type="http://schemas.openxmlformats.org/officeDocument/2006/relationships/image" Target="/ppt/media/image30.png" Id="Rbc0550a26f3949f0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8ddcc47420d4b45"/><Relationship Type="http://schemas.openxmlformats.org/officeDocument/2006/relationships/image" Target="/ppt/media/image31.png" Id="R6a122b6e318e460a"/><Relationship Type="http://schemas.openxmlformats.org/officeDocument/2006/relationships/image" Target="/ppt/media/image32.png" Id="R26b464f9721b4df0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3b1b45b5c4b4d32"/><Relationship Type="http://schemas.openxmlformats.org/officeDocument/2006/relationships/image" Target="/ppt/media/image33.png" Id="R0054615e4f8349b7"/><Relationship Type="http://schemas.openxmlformats.org/officeDocument/2006/relationships/image" Target="/ppt/media/image34.png" Id="R0253bda067f44dd6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0d2a3f050ee46c3"/><Relationship Type="http://schemas.openxmlformats.org/officeDocument/2006/relationships/image" Target="/ppt/media/image35.png" Id="R1dd66f6501874e78"/><Relationship Type="http://schemas.openxmlformats.org/officeDocument/2006/relationships/image" Target="/ppt/media/image36.png" Id="R93278c7b0fa04a30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0850ba411064d71"/><Relationship Type="http://schemas.openxmlformats.org/officeDocument/2006/relationships/image" Target="/ppt/media/image37.png" Id="R01b1d6a2929b4a02"/><Relationship Type="http://schemas.openxmlformats.org/officeDocument/2006/relationships/image" Target="/ppt/media/image38.png" Id="R41f4d9e2c2034ae3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D5C00-70B0-47CF-B037-9C3E0A70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14E19-880B-4547-9E99-86199F03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18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7464A-DC0E-4E7B-B0C5-33F60FFAD2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029139d5b4448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CA8A0-C54D-4076-88E5-99D396BB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i MVP-së së RideShare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12C3EA-F2AF-42FF-94D0-7F7B797469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885e017b54235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E12DC-AB08-4C04-B5F1-74F229B8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 e sotme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76879-42F3-42A4-B2CE-79654841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Ekranet, të dhënat dhe lejet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D087C-4FD0-42D3-A2A1-6C63997972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b8bf5600394c40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E85DE-0997-41A9-B869-C2C1AD1D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 do ta zbërthejmë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781DE-AECD-4977-94A8-AD8047CD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Demonstrim, votime dhe prova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ED3A6-4644-4F9B-BB2B-0B6E97E1E2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7afa41db943fb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765A6-D1C3-4D7D-BB4B-6ADB8FE8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fund do të mundesh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934DF7-C621-49E6-A6B9-6FF8E02A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Të shpjegosh e të provosh një korrigjim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46C069-DC53-4EF3-A84B-7BBB980A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MVP (Minimum Viable Product) do të thotë produkti minimal i përdorshëm.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fund do të shpjegosh rrjedhën e aplikacionit, të dallosh një problem dhe të provosh korrigjimin.</a:t>
            </a:r>
          </a:p>
        </p:txBody>
      </p:sp>
    </p:spTree>
    <p:extLst>
      <p:ext uri="{BB962C8B-B14F-4D97-AF65-F5344CB8AC3E}">
        <p14:creationId xmlns:p14="http://schemas.microsoft.com/office/powerpoint/2010/main" val="17508682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0D47F-F1EC-41D6-8B74-EB42B8C6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EF824-33D9-4B9B-92C2-21884F0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D98F9-1832-4BEE-B1A4-44684D25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32510-EDC7-4CC0-AE81-14A64A4C1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2c0210c40447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0182B-D962-42F8-A78B-8086D453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C7804-EF3D-4DF4-B10C-D3633663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Lista, detajet dhe kërkesa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9B946-EAA6-497D-A043-13371F6A0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4f576faee4062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7D27D-64E9-4302-9D96-84C35D70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A0399-C1BA-4D96-B7B0-1C4404A9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Neon PostgreSQL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8B2FBE-AB88-4F35-895A-9DAD05CF41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028e1ba334eae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19CF98-5995-44FE-B251-D6872DF9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Besimi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E202F-7E77-42F8-976F-1BA1BE20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Lejet dhe kufijtë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D9CF5A-B5A0-477C-9F51-FC80D188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3 lidhi listën me detajet. Java 4 solli të dhënat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5 shtoi hyrjen dhe lejet. Java 6 na mësoi të lexojmë një kopje pa internet.</a:t>
            </a:r>
          </a:p>
        </p:txBody>
      </p:sp>
    </p:spTree>
    <p:extLst>
      <p:ext uri="{BB962C8B-B14F-4D97-AF65-F5344CB8AC3E}">
        <p14:creationId xmlns:p14="http://schemas.microsoft.com/office/powerpoint/2010/main" val="39792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6DCDB-F6DF-499D-9B25-0B61B369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B8000-72C3-4707-9D8F-F16C3A9F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2EE01-C43A-460D-A337-93C066D2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5C64B-F553-494F-AFAE-75B19DE654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82bd455cb4995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01892-A952-435E-966C-FCAFFC5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Lista: 08:15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349A6-C52F-4204-A2EF-9CF65FE0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Udhëtimi 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5B895-2624-4517-A205-1D5D9E224D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712f8e9af448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D8B89-E41A-4B45-BFA5-290206D7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Detajet: 08:40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340B0-2305-4EBA-96D9-E558732E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Po i njëjti udhëtim?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E2E31-D16E-4745-A22B-E70273D5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thotë 08:15. Arta hap udhëtimin e Dritonit dhe detajet thonë 08:40.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cili informacion ju duhet para se të ndryshoni kodin?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3D501-9297-4153-8E69-5F7F45EF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kontrollojmë së pari?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D16CD-ADE2-4B31-90C7-D5988204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ngjyrën e kartës.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ID-në, burimin dhe kohën e leximit.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I shkruajmë të dyja orët 08:15.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5998EE-857C-44C7-8A20-25B35A3E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1631491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C65F-7ACA-4011-9F05-290ACD8C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D86F5-3B84-4DA0-BB87-0599F2A3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6C1D0-DAC5-456A-84D3-A8F2DB32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udhëtim, një burim i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41A2B-A0AB-485D-B5FA-24A403E4F7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1ed630aa9456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54A54-ED0D-4D8B-BEDB-4EA9D123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209B9-1C8F-455F-A85C-F086740A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Cilin udhëtim lexova?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92E0C-0C20-4075-BFE9-C3D96D9E8F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1dd60087a4e5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5CE6DA-625A-4CD3-BC81-11DEB481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Burimi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0A75F7-FC98-4703-8357-CBB0EFB1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 apo kopje?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AF48F-4096-458A-B221-BF9B5CF7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Kontrollojmë ID-në në link dhe në të dhëna. Pastaj kontrollojmë nëse pamja vjen nga serveri ose nga kopja.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të dhënat kanë ndryshuar mes leximeve, e shpjegojmë dhe rifreskojmë. Nuk premtojmë që dy lexime janë gjithmonë identike.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C0C84D-2EE5-42A4-BF77-C9410ED5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ndryshimi i tekstit në kartë mund ta fshehë gabimin?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D4AE2-A946-41DB-AFA0-42659756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Detajet mund të lexojnë udhëtimin e gabuar ose një version tjetër. Ndryshimi i tekstit nuk korrigjon shkakun.</a:t>
            </a:r>
          </a:p>
        </p:txBody>
      </p:sp>
    </p:spTree>
    <p:extLst>
      <p:ext uri="{BB962C8B-B14F-4D97-AF65-F5344CB8AC3E}">
        <p14:creationId xmlns:p14="http://schemas.microsoft.com/office/powerpoint/2010/main" val="402418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0BDF9F-68FB-4F0C-AEEE-D5F201A5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9–12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E5922-CDCF-4AC6-83A6-6ADE24A5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1BDAF-63FA-474F-AB3F-DC8F9BB6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kalon veprimi i Artës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A563F-498A-4E03-A00B-60ED403E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PUBLIKIMI I KODIT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01333-CDD6-4F07-A7E9-778BB2BE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në kompjuter   →   GitHub   →   Vercel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5F8FD-0F11-4902-9A2D-C8FAEAF4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TË DHËNAT GJATË PËRDORIMIT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1B7A1-491F-40CD-9F68-C46A0D47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   ↔   Vercel / Next.js   ↔   Neon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AF0AF-3C49-4315-AE7E-4511CEEE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Kopja offline qëndron në telefon. GitHub nuk është ndalesë e çdo klikimi.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6D640-3C3F-4B0B-9003-AB593FD6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ruajnë e publikojnë kodin. Vercel e ndërton dhe e shërben aplikacionin.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shfletuesi kërkon të dhëna nga serveri Next.js në Vercel. Serveri lexon Neon PostgreSQL.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F2F52-0D0F-47A6-8A66-ADE1624B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16334912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EDC3D-2177-42A2-AB75-CB5E08DE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12–15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A3537-8FDF-44F6-9858-C4B15EF8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F5D04-70D2-44BE-A1D1-13610797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Demo: vendoseni aplikacionin në vështirësi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93716-6F05-4ADD-A305-DFA7DE10B9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c801441e9433a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CDF5D-F619-49BF-ACAA-256CDD0C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7B665C-F4F3-46C7-8C1A-7D6920C9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Para klikimit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28334-9611-4913-B970-3AEE4D2694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8980daf314548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8C5D2-A879-4DA4-9FEB-D7E2EC6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EDF1D-5611-4C00-A36A-43BAA5B7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Ndrysho vetëm një kusht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9747B-30AC-491F-9580-9CD0F12E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Klasa zgjedh një rast: funksionim normal, pa vende, ID i gabuar ose kopje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Parashikoni mesazhin. Pastaj hapni demonstrimin dhe ndiqni hapat e infrastrukturës.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CE22B-780D-460B-87B1-DD5FF024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Demonstrimi interaktiv: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3D6B3D-7339-493D-AA23-DCB242E0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https://arbenl.github.io/lendet/2026-2027/mobile/java-07/demonstrimi.html</a:t>
            </a:r>
          </a:p>
        </p:txBody>
      </p:sp>
    </p:spTree>
    <p:extLst>
      <p:ext uri="{BB962C8B-B14F-4D97-AF65-F5344CB8AC3E}">
        <p14:creationId xmlns:p14="http://schemas.microsoft.com/office/powerpoint/2010/main" val="19707574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B64BE-6A61-4558-95BB-50948686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6F4F1-E41A-4B3A-92E7-64F96964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4ABD3-9F79-4BD3-82ED-C7321FE9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3FF6B-EF3B-4B75-B3F9-7F05366D23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30b1b56674c9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73D521-9F45-4720-A071-E706F5C1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Klikimi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C6A4D-3D32-4DA0-9174-06A8DC9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në ndërfaqe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9698E-C4AC-47CC-81AB-21AD8A9507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0c50cb77fd446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0788B4-2529-45C4-A809-0EF7A268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Ruajtja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465CD-F3F6-4356-A385-DD1B6C61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provuar veçmas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9330C-E800-42F2-A772-FC1401FB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Faqja e Javës 3 shfaq “Në pritje” në një simulim. Nuk ka ende kërkesë të ruajtur në server.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618A7-85EC-4A7C-90AD-D8E0CD1E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Cila fjali përshkruan saktë këtë rezultat?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0B996-7951-4526-8794-C27DE392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Vendi është rezervuar përfundimisht.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Shoferi e ka pranuar Artën.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Simulimi shfaq Në pritje, pa rezervim real.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632F5-696F-4A54-9A66-F1CF91B6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6116080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EDDC9-78FC-4A53-B7B6-698077B2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18–20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4E62B-DBB2-4CF2-B154-57CB6857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4B2F2-A93A-49B1-BCC6-0BFB58ED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Gjendjet e një kërkese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9B841-C9C3-4534-9BE4-53270C0B5F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e27c83cbc4d9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2FD4E-F4B3-40A9-9C45-9CC02413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pritje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74D2C-40BC-4E2E-BF34-AC8342CF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simulim: shënohet qartë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E869F-804E-42E8-B70E-6E98F01FCE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f77b5a9004cd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FBD24-5D20-4094-BE2C-20BA8851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pranuar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8C4A1F-85E3-4780-9779-693DD4D6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Kërkon proces real konfirmimi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70EE2-9FBA-4113-A592-A07A17D3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“E padërguar”, “Në pritje” dhe “E pranuar” përfaqësojnë ngjarje të ndryshme.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MVP-në (Minimum Viable Product – produkti minimal i përdorshëm) të sotme e emërtojmë qartë çfarë kemi provuar realisht.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4EBFA-4A1F-4AC9-83AE-630C3B09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duhet të shkruajë një buton demonstrues?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9310AF-24C5-45A9-8F05-43AEB3D3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“Provo kërkesën · simulim”. Pas klikimit: “Në pritje · simulim, pa rezervim real”.</a:t>
            </a:r>
          </a:p>
        </p:txBody>
      </p:sp>
    </p:spTree>
    <p:extLst>
      <p:ext uri="{BB962C8B-B14F-4D97-AF65-F5344CB8AC3E}">
        <p14:creationId xmlns:p14="http://schemas.microsoft.com/office/powerpoint/2010/main" val="8708078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EF80B-576E-408A-B5AE-F7632AED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20–23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0C0012-669C-4DBC-9AFE-277EC647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3BD4A-2716-4C46-9452-DA16C5CC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provë që mund ta përsërisë kolegu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5B00D8-8F5A-4588-89B5-F15595FE80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214cdbdcd453d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3EC1F-385E-4871-AD9E-A24496EE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Pritshmëria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7943D-F4BF-4413-AE01-1C1992C3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duhet të ndodhë?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212A3-EA4B-4FF8-9DFB-FFAA4D2263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a734347aa4483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6FD60-215B-4D25-9FF8-D647EA79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Vëzhgimi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D06E1B-7777-42D1-AEEF-637702AB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ndodhi realisht?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FE250-AD9C-4ED2-9464-F5E26A8209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64d35f7114461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7289DD-0801-48F5-B1F1-D8DA33EB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Përsëritja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96A6A-F282-4436-849A-4B5D5D5B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Cilët hapa e prodhojnë?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D07CA0-6BA8-4B83-843A-F114319B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Përgatit të dhënat. Shkruaj çfarë pret. Kryej vetëm veprimin që po provon.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Krahaso atë që pe me pritshmërinë. Ruaj rezultatin edhe nëse prova dështoi.</a:t>
            </a:r>
          </a:p>
        </p:txBody>
      </p:sp>
    </p:spTree>
    <p:extLst>
      <p:ext uri="{BB962C8B-B14F-4D97-AF65-F5344CB8AC3E}">
        <p14:creationId xmlns:p14="http://schemas.microsoft.com/office/powerpoint/2010/main" val="1577061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1ACFE-E853-4C21-AB5C-1CE7825C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E70B0-9A44-4371-B3AE-BDE1D83A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9D370-068E-430E-B9FF-040990C2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5647F-A998-4FDA-9385-E6E53CE631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3d0151e4a44d8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454821-EDFE-4C8E-BD0B-69966178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7A7D0-A9E2-4146-8E4B-53085F35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Duket aktive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93A2F-8707-4EBD-9513-6F495B51F1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1bca71db8478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A4C1B-6825-4DE7-9D7C-DC57F23D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A66F8-5362-4303-8C9D-7295058B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kthen përgjigje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A4C2E-AB0D-45BD-A636-A296F3EE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ka kopjen e fundit me 1 vend. Telefoni shfaq lidhje aktive, por serveri nuk përgjigjet.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2E7EC-2CF9-4065-8C88-7406F920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mund të premtojë aplikacioni?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8DF67-8B9A-47DF-B001-E8477CD8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Rezervim të konfirmuar nga kopja.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Listën e ruajtur, me paralajmërim.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Që vendi i fundit është ende i lirë.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5FFAC-F278-41E8-837F-2E5F34AA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5597906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1620A3-F1F4-4347-9F30-62C2449F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26–28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ADDE0-2B60-43DF-844B-C6CA77EA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98D7A-99E2-4883-9AEC-0413F7C0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është ndihmë për lexim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0A864-2578-4B0D-B462-DEDC8E836B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2aa66ac06461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09134F-0BD9-49A4-A648-21B635F6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997DC-E2A3-435D-8C50-2A7681CB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jetë e vjetër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0B78C-18E1-45AE-AA00-B23D620085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03070a887431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CC0BB-AC70-49DB-85B3-669C3E02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Përditësimi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57D2D-6DE6-4E2C-AFF8-28995681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Pasi përgjigjet serveri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5CC10-63D6-4C6C-A7FC-A098625A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Shfaq kohën e ruajtjes dhe paralajmërimin për të dhënat e vjetra.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Rikthimi i lidhjes lejon një kërkesë të re. Vetëm përgjigjja e suksesshme sjell të dhëna të reja.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EC297-E148-4783-94DD-1EB7E01D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mjafton që një faqe e hapur të mbetet në ekran për të provuar offline?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FFEFED-EC9E-40EB-B981-661C44BC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Hape online, ndalo rrjetin e atij tab-i dhe rifresko faqen e listës. Vëzhgo çfarë ngarkohet sërish.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16BD4-8AB0-4CAD-A535-17CD2E4D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2831878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FB8CE-E8EF-4691-8A72-A65F57F3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28–31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BAF590-6B6C-47CC-8FDC-C1BFBC2A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630F3-5D2C-4E4E-878E-815694BD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 probleme, një korrigjim i vogël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2BFD8-A144-46B6-929A-86A5B2F3BC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55e6d6e7764cbc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EDC5E-04E5-41AA-A940-B08C12DA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Shkaku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BE1A0-6717-4AFA-B24F-B3161273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Rruga ose kushti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89EDE-2AB8-494E-8B7F-2E6A2D4477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9155b1275466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70BDC-9C73-4672-8C14-487B21D3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20F5A6-5415-44E9-AFD1-57E8E9B9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ndryshim i kuptueshëm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E72DA5-D69F-4BF7-ADF0-C04A91C4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Shembull vëzhgimi: ID i panjohur hap të njëjtat detaje. Pasoja: Arta mund të zgjedhë udhëtimin e gabuar.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 një problem të riprodhueshëm në projektin tënd. Ndrysho pjesën më të vogël që e korrigjon.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2C757-9ACB-4C4D-BF0F-861E1519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Nëse aplikacioni yt nuk ka këtë gabim, çfarë bën?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430046-9AC2-4DD7-AAFB-3C5FA657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Zgjedh një problem tjetër real ose përmirëson një kufi të vogël, p.sh. mesazhin e listës bosh. Mos e prish qëllimisht projektin.</a:t>
            </a:r>
          </a:p>
        </p:txBody>
      </p:sp>
    </p:spTree>
    <p:extLst>
      <p:ext uri="{BB962C8B-B14F-4D97-AF65-F5344CB8AC3E}">
        <p14:creationId xmlns:p14="http://schemas.microsoft.com/office/powerpoint/2010/main" val="16184910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351A1-7C2C-4A7A-B075-B89B3A5C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31–34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0A4F0-59C8-48F9-A6AF-09135490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B37D4-A5CB-4BFA-89F3-E46D5D83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para dhe pas ndryshimit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87433-B1C7-4805-A54A-47C2FCC16D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9209f2a3b42e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D5F00-AC5D-4D18-B6E3-45BCBA09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A44F7-E21A-429B-91C1-A2B5E1E1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Gjendja fillestare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C4DEE-8C83-4ED0-A541-7AD459A7AC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57aad513842cf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DB508-E555-4557-93B7-27C90C31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5BED5-3CC8-42A6-B171-CF5A0BA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i korrigjuar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AF6CE-7928-4E0D-BCBD-EA80046A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Commit-i i parë ruan parashikimin dhe gjendjen fillestare. Commit-i pas korrigjimit ruan ndryshimin e kodit.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Raporti lidh të dy versionet me rezultatet. Lidhjet na ndihmojnë të diskutojmë punën konkrete.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F6B0-209F-4772-9033-A4208920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provon një histori commit-esh se studenti e kupton kodin?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6A15F-6AA9-4234-A5DE-CA55F74C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Historia tregon versione. Studenti e demonstron kuptimin duke shpjeguar dhe ndryshuar sjelljen në projektin e vet.</a:t>
            </a:r>
          </a:p>
        </p:txBody>
      </p:sp>
    </p:spTree>
    <p:extLst>
      <p:ext uri="{BB962C8B-B14F-4D97-AF65-F5344CB8AC3E}">
        <p14:creationId xmlns:p14="http://schemas.microsoft.com/office/powerpoint/2010/main" val="16154660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10A2C-6B35-4C8F-95E0-CEAB6084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9119A-F19A-44A0-9015-525DF10F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C35FA-B318-4B1D-837C-88BCCF27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C50A8E-8E67-480A-9B86-1029701FBA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0d9cc76bd4692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6D3D3-AD15-472C-A7F8-891BA6E2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85565-AA6A-4195-9039-73D0F046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Ndihmon përdoruesin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6370D-AC39-4FF7-9E8A-0F6A453D05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550a26f3949f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06B72-1C50-4D01-A74D-1C3F2BF0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2690B-2CCA-4B1D-BD98-3373F56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Verifikon sesionin dhe pronarin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5E73D-DD0A-4911-A0B4-54639947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nuk është pronarja e udhëtimit të Dritonit. Ndërfaqja fsheh ndryshimin e orës.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F8612-0BAE-4344-936B-33DABA8F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kontrollohet leja për ruajtje?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D615E-5F91-4E71-8B23-9A49BC83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te butoni i fshehur.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Te mesazhi në raport.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Në server, për çdo veprim ndryshimi.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794062-5029-48AF-9AF3-293BE01F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2004288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606A85-011D-4E29-91CC-6EDEFB82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8E052-7A05-418B-BF44-B32EE48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CA833-C7A9-47AF-A991-1DAD203F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 e MVP-së që ruajmë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D39EC-CD06-4984-AF61-04F40FB3DF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122b6e318e460a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04C26-EF1D-4D4F-976F-64D256A2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Lejet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1B7A4B-2710-40BB-8E85-EF1E8CB5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Mbeten në server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5C8FB-5D53-4FE5-91A2-39FA1F17DA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464f9721b4df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6501C-2E95-400C-A519-1109295A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MVP-ja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7A070-C702-4A73-9D70-7463A5C1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rrjedhë e demonstrueshme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638EF-C9D2-41D9-95DC-C22314DA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publike mund të lexohet pa hyrje. Veprimi i pronarit kërkon verifikimin e serverit të Javës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nuk ndërtojmë pagesa, rezervime reale ose sinkronizim të ri. Provojmë pjesët që kemi dhe shpjegojmë kufijtë.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48B27-EF40-4DE2-9BF1-D761572E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nëse hyrja reale nuk të funksionon ende?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A6907-C1F6-45B8-9DB5-1F2770EF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Shënoje si pengesë dhe kërko ndihmë. Mund të punosh te lista dhe detajet, por nuk raporton që prova e lejeve kaloi.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F9574-5C95-4358-AA5A-88CF8727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12624963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F7843-B561-4C56-9B0C-FAF37B38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12685-233F-49AD-AA21-923B43C0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A2F1C-E3A1-451E-8D45-DE9A3E3E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yt, në projektin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7F0B7-3D38-4A1D-8351-CC9823CE73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4615e4f8349b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5FDD3-D2EC-4237-A5EA-3FF983CE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 fiktive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DA0D6-6E10-4AC7-A92F-FFFD422B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dhe vendet e provës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2A3C0-5477-41B5-8F58-C14F44D99B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3bda067f44dd6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29EB8-3CFF-4C76-B00F-754B1791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512E5-5440-4197-A9F1-4F266164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Ndiqe në të gjitha ekranet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97863-396B-4289-906B-3B8AB67E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Gjenero rastin nga emri yt GitHub. Përdor të dhëna fiktive dhe një udhëtim që ekziston në projekt.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Kodi i rastit organizon variantin e provës. Ai është publik dhe nuk provon autorësinë.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0BB40-A138-4B82-9CA1-667990CE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73244-68D6-4DE5-922B-A7DDB32B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12588050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CCB663-AA63-44F3-813A-7F44848F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41–43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90A20-DA0A-4270-B9D7-EEBDDABB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4B27C-4B95-4D83-947F-27B797B6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Shpjegimi që tregon kuptim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6F795-9743-4F21-B465-FE0F4296F9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66f6501874e78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02F88-D48A-4AAC-B9E8-0CD2CBEB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DF96F-4F51-4328-84B8-E785D086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Shpjego arsyen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97947A-567D-4E3F-ACF1-17C5284D71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78c7b0fa04a3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CCB0C-D4E7-4B0A-9257-DD21ED64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 sikur?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D51C7-5120-4C3A-8A59-C6F30DEF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hyrje e 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770ACC-181B-4A4B-ADDD-EDF00A06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studenti tregon skedarin, shpjegon një kusht dhe parashikon rezultatin kur ndryshon hyrja.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Kolegu ndryshon vetëm një vlerë. Studenti e provon dhe shpjegon ndryshimin pa përdorur AI në këtë kontroll.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21D05-D763-4A37-B6AE-5DD8007C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profesori kur shpjegimi mbetet i paqartë?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1B518-C1E8-44E5-BDDE-869E3C95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Kërkon një demonstrim të shkurtër me hyrje tjetër. Fotografia, raporti dhe kontrolli automatik nuk mjaftojnë për të vërtetuar kuptimin.</a:t>
            </a:r>
          </a:p>
        </p:txBody>
      </p:sp>
    </p:spTree>
    <p:extLst>
      <p:ext uri="{BB962C8B-B14F-4D97-AF65-F5344CB8AC3E}">
        <p14:creationId xmlns:p14="http://schemas.microsoft.com/office/powerpoint/2010/main" val="1809385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4D659B-3BE7-4C2A-B5B7-7C155E6D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43–45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6D2E6-A8D9-4A95-B7D4-0AFBF233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12207-5972-4AEF-A6B2-F16508C4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do t’ia tregoje një klienti?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82187-DB2A-481A-9AAB-F7CA513B82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1d6a2929b4a02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153F2-18A6-4F99-BC1A-1BCC5BD1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D0954-CD62-4584-B2A7-B090DC5B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dhe rezultat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7BE45-2431-4127-8CB4-6DE02AC040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4d9e2c2034ae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35C1B-B9FF-4392-97F2-5E00ED26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7A37C-3D9B-4AEA-853D-DA0D55A6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njëjti mendim, problem tjetër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588F7-78B8-4ABC-8213-B4B7DE95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Trego rrjedhën e Artës në 60 sekonda. Emërto një gjë që punon dhe një kufi që duhet ta dijë përdoruesi.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 një biznes shërbimesh, e njëjta provë vlen për zgjedhjen e një termini ose dërgimin e një porosie.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15425-875C-45D2-BD13-72824F35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Cilën provë do ta përsërisje para se t’ia jepje aplikacionin një përdoruesi?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06024-179A-495A-B900-509322DC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Zgjidh një rast që mund ta mashtrojë përdoruesin dhe shpjego rezultatin e pritur. Në laborator do ta provosh në projektin tënd.</a:t>
            </a:r>
          </a:p>
        </p:txBody>
      </p:sp>
    </p:spTree>
    <p:extLst>
      <p:ext uri="{BB962C8B-B14F-4D97-AF65-F5344CB8AC3E}">
        <p14:creationId xmlns:p14="http://schemas.microsoft.com/office/powerpoint/2010/main" val="1575964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2026-10-28T12:36:01.3370000Z</dcterms:created>
  <dcterms:modified xsi:type="dcterms:W3CDTF">2026-10-28T12:36:01.3370000Z</dcterms:modified>
</coreProperties>
</file>