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Nga skica te tri faqe që punojnë</a:t>
            </a:r>
          </a:p>
        </p:txBody>
      </p:sp>
      <p:pic>
        <p:nvPicPr>
          <p:cNvPr descr="img/aab_logo_whi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16100"/>
            <a:ext cx="8229600" cy="1625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Kolegji AAB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Programimi për Pajisje Mobile · 01.10.2026</a:t>
            </a:r>
          </a:p>
          <a:p>
            <a:pPr lvl="0" indent="0" marL="0">
              <a:buNone/>
            </a:pPr>
            <a:r>
              <a:rPr/>
              <a:t>I njëjti prezantim 45-minutësh për G1 dhe G2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Çfarë sollëm nga Java 2?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Problemi: Arta kërkon një vend për në AAB.</a:t>
            </a:r>
          </a:p>
          <a:p>
            <a:pPr lvl="0"/>
            <a:r>
              <a:rPr/>
              <a:t>Skica: lista, detajet, kërkesa në pritje.</a:t>
            </a:r>
          </a:p>
          <a:p>
            <a:pPr lvl="0"/>
            <a:r>
              <a:rPr/>
              <a:t>PRD (Product Requirements Document): çfarë duhet të ndodhë.</a:t>
            </a:r>
          </a:p>
          <a:p>
            <a:pPr lvl="0"/>
            <a:r>
              <a:rPr/>
              <a:t>Sot: secili ekran merr vendin e vet në aplikacion.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Pyetja e Artës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“Pashë nisjen në 08:00. Ku i gjej vendtakimin dhe vendet e lira?”</a:t>
            </a:r>
          </a:p>
          <a:p>
            <a:pPr lvl="0" indent="0" marL="0">
              <a:buNone/>
            </a:pPr>
            <a:r>
              <a:rPr/>
              <a:t>Nga lista duhet të hapet udhëtimi që Arta zgjodhi.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Tri adresa, tri detyra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Adresa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Çfarë sheh Arta?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Lista e nisjeve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/udhetimi/1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Detajet e udhëtimit 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/udhetimi/1/kerkesa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Simulim: Në pritje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Dosjet bëhen adresa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src/app/page.tsx                       → /
src/app/udhetimi/[id]/page.tsx         → /udhetimi/1
src/app/udhetimi/[id]/kerkesa/page.tsx → /udhetimi/1/kerkesa</a:t>
            </a:r>
          </a:p>
          <a:p>
            <a:pPr lvl="0" indent="0" marL="0">
              <a:buNone/>
            </a:pPr>
            <a:r>
              <a:rPr/>
              <a:t>App Router i Next.js lidh dosjet me adresat.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Faqe apo komponent?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Faqja ka adresën e vet, për shembull </a:t>
            </a:r>
            <a:r>
              <a:rPr>
                <a:latin typeface="Courier"/>
              </a:rPr>
              <a:t>/udhetimi/1</a:t>
            </a:r>
            <a:r>
              <a:rPr/>
              <a:t>.</a:t>
            </a:r>
          </a:p>
          <a:p>
            <a:pPr lvl="0"/>
            <a:r>
              <a:rPr/>
              <a:t>Komponenti është pjesë e ripërdorshme e pamjes.</a:t>
            </a:r>
          </a:p>
          <a:p>
            <a:pPr lvl="0"/>
            <a:r>
              <a:rPr>
                <a:latin typeface="Courier"/>
              </a:rPr>
              <a:t>KartaUdhetimi</a:t>
            </a:r>
            <a:r>
              <a:rPr/>
              <a:t> shfaqet tri herë në të njëjtën listë.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Një burim për tri karta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udhetimet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br/>
            <a:r>
              <a:rPr>
                <a:latin typeface="Courier"/>
              </a:rPr>
              <a:t>  { 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"1"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nisja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"Prishtinë"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ora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"08:00"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vende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}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{ 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"2"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nisja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"Fushë Kosovë"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ora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"08:15"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vende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}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{ 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"3"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nisja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"Lipjan"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ora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"07:45"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vende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}</a:t>
            </a:r>
            <a:br/>
            <a:r>
              <a:rPr>
                <a:latin typeface="Courier"/>
              </a:rPr>
              <a:t>]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/>
              <a:t>Fillojmë me të dhëna fiktive. Në Javën 4 vjen baza e të dhënave.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Lidhja ruan zgjedhjen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&lt;Link href={`/udhetimi/${udhetim.id}`}&gt;
  Shiko detajet
&lt;/Link&gt;</a:t>
            </a:r>
          </a:p>
          <a:p>
            <a:pPr lvl="0" indent="0" marL="0">
              <a:buNone/>
            </a:pPr>
            <a:r>
              <a:rPr/>
              <a:t>Karta me ID </a:t>
            </a:r>
            <a:r>
              <a:rPr>
                <a:latin typeface="Courier"/>
              </a:rPr>
              <a:t>2</a:t>
            </a:r>
            <a:r>
              <a:rPr/>
              <a:t> hap </a:t>
            </a:r>
            <a:r>
              <a:rPr>
                <a:latin typeface="Courier"/>
              </a:rPr>
              <a:t>/udhetimi/2</a:t>
            </a:r>
            <a:r>
              <a:rPr/>
              <a:t>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Detajet lexojnë ID-në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{ id }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params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udhetim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udhetimet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find</a:t>
            </a:r>
            <a:r>
              <a:rPr>
                <a:latin typeface="Courier"/>
              </a:rPr>
              <a:t>((u) </a:t>
            </a:r>
            <a:r>
              <a:rPr b="1">
                <a:solidFill>
                  <a:srgbClr val="007020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u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===</a:t>
            </a:r>
            <a:r>
              <a:rPr>
                <a:latin typeface="Courier"/>
              </a:rPr>
              <a:t> id)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/>
              <a:t>Në versionet aktuale të Next.js, </a:t>
            </a:r>
            <a:r>
              <a:rPr>
                <a:latin typeface="Courier"/>
              </a:rPr>
              <a:t>params</a:t>
            </a:r>
            <a:r>
              <a:rPr/>
              <a:t> pritet me </a:t>
            </a:r>
            <a:r>
              <a:rPr>
                <a:latin typeface="Courier"/>
              </a:rPr>
              <a:t>await</a:t>
            </a:r>
            <a:r>
              <a:rPr/>
              <a:t>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Kur ID nuk ekziston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Nëse dikush hap </a:t>
            </a:r>
            <a:r>
              <a:rPr>
                <a:latin typeface="Courier"/>
              </a:rPr>
              <a:t>/udhetimi/99</a:t>
            </a:r>
            <a:r>
              <a:rPr/>
              <a:t>, shfaqim 404 me </a:t>
            </a:r>
            <a:r>
              <a:rPr>
                <a:latin typeface="Courier"/>
              </a:rPr>
              <a:t>notFound()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Nuk tregojmë detajet e një udhëtimi tjetër.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“Në pritje” sot është simulim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Klikimi hap një ekran demonstrimi.</a:t>
            </a:r>
          </a:p>
          <a:p>
            <a:pPr lvl="0"/>
            <a:r>
              <a:rPr/>
              <a:t>Asgjë nuk i dërgohet shoferit.</a:t>
            </a:r>
          </a:p>
          <a:p>
            <a:pPr lvl="0"/>
            <a:r>
              <a:rPr/>
              <a:t>Rezervimin dhe konfirmimin real i shtojmë më vonë.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Prova në telefon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Lista lexohet pa lëvizje horizontale.</a:t>
            </a:r>
          </a:p>
          <a:p>
            <a:pPr lvl="0"/>
            <a:r>
              <a:rPr/>
              <a:t>Prekja e kartës hap udhëtimin e duhur.</a:t>
            </a:r>
          </a:p>
          <a:p>
            <a:pPr lvl="0"/>
            <a:r>
              <a:rPr/>
              <a:t>“Kthehu te lista” të kthen te zgjedhjet.</a:t>
            </a:r>
          </a:p>
          <a:p>
            <a:pPr lvl="0"/>
            <a:r>
              <a:rPr/>
              <a:t>ID e panjohur jep përgjigje të qartë.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Demonstrimi i profesorit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Hapim listën e tri udhëtimeve.</a:t>
            </a:r>
          </a:p>
          <a:p>
            <a:pPr lvl="0" indent="-342900" marL="342900">
              <a:buAutoNum type="arabicPeriod"/>
            </a:pPr>
            <a:r>
              <a:rPr/>
              <a:t>Zgjedhim një udhëtim dhe kontrollojmë detajet.</a:t>
            </a:r>
          </a:p>
          <a:p>
            <a:pPr lvl="0" indent="-342900" marL="342900">
              <a:buAutoNum type="arabicPeriod"/>
            </a:pPr>
            <a:r>
              <a:rPr/>
              <a:t>Kalojmë te “Simulim: Në pritje”.</a:t>
            </a:r>
          </a:p>
          <a:p>
            <a:pPr lvl="0" indent="-342900" marL="342900">
              <a:buAutoNum type="arabicPeriod"/>
            </a:pPr>
            <a:r>
              <a:rPr/>
              <a:t>Ndryshojmë ID në adresë dhe shohim 404.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Tani kalojmë në ushtrime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Një grup të dhënash fiktive.</a:t>
            </a:r>
          </a:p>
          <a:p>
            <a:pPr lvl="0"/>
            <a:r>
              <a:rPr/>
              <a:t>Tri faqe të lidhura.</a:t>
            </a:r>
          </a:p>
          <a:p>
            <a:pPr lvl="0"/>
            <a:r>
              <a:rPr/>
              <a:t>Një komponent i ripërdorshëm.</a:t>
            </a:r>
          </a:p>
          <a:p>
            <a:pPr lvl="0"/>
            <a:r>
              <a:rPr/>
              <a:t>Tri prova të shkruara në </a:t>
            </a:r>
            <a:r>
              <a:rPr>
                <a:latin typeface="Courier"/>
              </a:rPr>
              <a:t>java-03.md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Të njëjtën rrjedhë mund ta përdorësh për shërbimet e biznesit tënd.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2026-09-29T10:45:57Z</dcterms:created>
  <dcterms:modified xsi:type="dcterms:W3CDTF">2026-09-29T10:45:57Z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