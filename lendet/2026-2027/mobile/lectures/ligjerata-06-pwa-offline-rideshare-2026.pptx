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58193d5cf0444cb5"/><Relationship Type="http://schemas.openxmlformats.org/officeDocument/2006/relationships/extended-properties" Target="/docProps/app.xml" Id="R39abbbb0f17c4569"/><Relationship Type="http://schemas.openxmlformats.org/officeDocument/2006/relationships/officeDocument" Target="/ppt/presentation.xml" Id="R58957b2c0fc34f04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9f202e7f014e69"/>
  </p:sldMasterIdLst>
  <p:sldIdLst>
    <p:sldId xmlns:r="http://schemas.openxmlformats.org/officeDocument/2006/relationships" id="256" r:id="R9a9c769bf1794851"/>
    <p:sldId xmlns:r="http://schemas.openxmlformats.org/officeDocument/2006/relationships" id="257" r:id="R8dce07767b8845d5"/>
    <p:sldId xmlns:r="http://schemas.openxmlformats.org/officeDocument/2006/relationships" id="258" r:id="R50fdeff0ad2e40ef"/>
    <p:sldId xmlns:r="http://schemas.openxmlformats.org/officeDocument/2006/relationships" id="259" r:id="Raa8979f59a8c483c"/>
    <p:sldId xmlns:r="http://schemas.openxmlformats.org/officeDocument/2006/relationships" id="260" r:id="R91fabae76e8849de"/>
    <p:sldId xmlns:r="http://schemas.openxmlformats.org/officeDocument/2006/relationships" id="261" r:id="Rd72a12b3dc34478f"/>
    <p:sldId xmlns:r="http://schemas.openxmlformats.org/officeDocument/2006/relationships" id="262" r:id="Rc784e32d521443e8"/>
    <p:sldId xmlns:r="http://schemas.openxmlformats.org/officeDocument/2006/relationships" id="263" r:id="Ra0716430d9654cb3"/>
    <p:sldId xmlns:r="http://schemas.openxmlformats.org/officeDocument/2006/relationships" id="264" r:id="R821351b3d3d24b0c"/>
    <p:sldId xmlns:r="http://schemas.openxmlformats.org/officeDocument/2006/relationships" id="265" r:id="Rb1650506ac794525"/>
    <p:sldId xmlns:r="http://schemas.openxmlformats.org/officeDocument/2006/relationships" id="266" r:id="Ra01e87cfbd244904"/>
    <p:sldId xmlns:r="http://schemas.openxmlformats.org/officeDocument/2006/relationships" id="267" r:id="R953c9cd2f3f641a2"/>
    <p:sldId xmlns:r="http://schemas.openxmlformats.org/officeDocument/2006/relationships" id="268" r:id="Rcdbea13d91d44fa6"/>
    <p:sldId xmlns:r="http://schemas.openxmlformats.org/officeDocument/2006/relationships" id="269" r:id="R38dab49696bb421d"/>
    <p:sldId xmlns:r="http://schemas.openxmlformats.org/officeDocument/2006/relationships" id="270" r:id="R0341e1a546d343db"/>
    <p:sldId xmlns:r="http://schemas.openxmlformats.org/officeDocument/2006/relationships" id="271" r:id="Rfc926b9b9b6c4a8e"/>
    <p:sldId xmlns:r="http://schemas.openxmlformats.org/officeDocument/2006/relationships" id="272" r:id="R31bcfadf1fb7454a"/>
    <p:sldId xmlns:r="http://schemas.openxmlformats.org/officeDocument/2006/relationships" id="273" r:id="R819b7ce8e7bc4e8a"/>
    <p:sldId xmlns:r="http://schemas.openxmlformats.org/officeDocument/2006/relationships" id="274" r:id="R3eba7e66640d442d"/>
    <p:sldId xmlns:r="http://schemas.openxmlformats.org/officeDocument/2006/relationships" id="275" r:id="R96de18ed907e41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4b2cc791829f48b3"/><Relationship Type="http://schemas.openxmlformats.org/officeDocument/2006/relationships/slideMaster" Target="/ppt/slideMasters/slideMaster1.xml" Id="Re39f202e7f014e69"/><Relationship Type="http://schemas.openxmlformats.org/officeDocument/2006/relationships/presProps" Target="/ppt/presProps.xml" Id="Rd4ce43af53024bfb"/><Relationship Type="http://schemas.openxmlformats.org/officeDocument/2006/relationships/tableStyles" Target="/ppt/tableStyles.xml" Id="R38e4b848f0b74422"/><Relationship Type="http://schemas.openxmlformats.org/officeDocument/2006/relationships/slide" Target="/ppt/slides/slide1.xml" Id="R9a9c769bf1794851"/><Relationship Type="http://schemas.openxmlformats.org/officeDocument/2006/relationships/slide" Target="/ppt/slides/slide2.xml" Id="R8dce07767b8845d5"/><Relationship Type="http://schemas.openxmlformats.org/officeDocument/2006/relationships/slide" Target="/ppt/slides/slide3.xml" Id="R50fdeff0ad2e40ef"/><Relationship Type="http://schemas.openxmlformats.org/officeDocument/2006/relationships/slide" Target="/ppt/slides/slide4.xml" Id="Raa8979f59a8c483c"/><Relationship Type="http://schemas.openxmlformats.org/officeDocument/2006/relationships/slide" Target="/ppt/slides/slide5.xml" Id="R91fabae76e8849de"/><Relationship Type="http://schemas.openxmlformats.org/officeDocument/2006/relationships/slide" Target="/ppt/slides/slide6.xml" Id="Rd72a12b3dc34478f"/><Relationship Type="http://schemas.openxmlformats.org/officeDocument/2006/relationships/slide" Target="/ppt/slides/slide7.xml" Id="Rc784e32d521443e8"/><Relationship Type="http://schemas.openxmlformats.org/officeDocument/2006/relationships/slide" Target="/ppt/slides/slide8.xml" Id="Ra0716430d9654cb3"/><Relationship Type="http://schemas.openxmlformats.org/officeDocument/2006/relationships/slide" Target="/ppt/slides/slide9.xml" Id="R821351b3d3d24b0c"/><Relationship Type="http://schemas.openxmlformats.org/officeDocument/2006/relationships/slide" Target="/ppt/slides/slide10.xml" Id="Rb1650506ac794525"/><Relationship Type="http://schemas.openxmlformats.org/officeDocument/2006/relationships/slide" Target="/ppt/slides/slide11.xml" Id="Ra01e87cfbd244904"/><Relationship Type="http://schemas.openxmlformats.org/officeDocument/2006/relationships/slide" Target="/ppt/slides/slide12.xml" Id="R953c9cd2f3f641a2"/><Relationship Type="http://schemas.openxmlformats.org/officeDocument/2006/relationships/slide" Target="/ppt/slides/slide13.xml" Id="Rcdbea13d91d44fa6"/><Relationship Type="http://schemas.openxmlformats.org/officeDocument/2006/relationships/slide" Target="/ppt/slides/slide14.xml" Id="R38dab49696bb421d"/><Relationship Type="http://schemas.openxmlformats.org/officeDocument/2006/relationships/slide" Target="/ppt/slides/slide15.xml" Id="R0341e1a546d343db"/><Relationship Type="http://schemas.openxmlformats.org/officeDocument/2006/relationships/slide" Target="/ppt/slides/slide16.xml" Id="Rfc926b9b9b6c4a8e"/><Relationship Type="http://schemas.openxmlformats.org/officeDocument/2006/relationships/slide" Target="/ppt/slides/slide17.xml" Id="R31bcfadf1fb7454a"/><Relationship Type="http://schemas.openxmlformats.org/officeDocument/2006/relationships/slide" Target="/ppt/slides/slide18.xml" Id="R819b7ce8e7bc4e8a"/><Relationship Type="http://schemas.openxmlformats.org/officeDocument/2006/relationships/slide" Target="/ppt/slides/slide19.xml" Id="R3eba7e66640d442d"/><Relationship Type="http://schemas.openxmlformats.org/officeDocument/2006/relationships/slide" Target="/ppt/slides/slide20.xml" Id="R96de18ed907e41ec"/></Relationship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0da698a2c44b47bb"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757ea05f7d74054"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1095b34dd94c4eef"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191aa9b722624911"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b3e1da84d642c9"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6e80337b2dbc44eb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42E85D-6C07-4FE4-A703-8F330CCAC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DB0C61D-FE97-4597-8BDA-6B9C097A2F7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B602F1C-FCA4-4183-9E8D-DBC317A053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80BE82-CE20-465B-B2C9-4B15A4D49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4F70C2E-DF35-4CAB-8A74-59C2D13C77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E603D77-FCEC-44BF-BD30-762CF180B0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D1142F-5D4C-4D87-AEA5-FDDDE94E2C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6B74752-E2FC-462A-A9B7-5F7B52AB67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6C5C7A-3E1C-4972-A1B7-37F91015EE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4CBD0B-CE6D-4AD8-9481-5C43ACD3C8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3e0b1985d8564ee0"/><Relationship Type="http://schemas.openxmlformats.org/officeDocument/2006/relationships/slideLayout" Target="/ppt/slideLayouts/slideLayout1.xml" Id="Rdace702f9bf1457e"/><Relationship Type="http://schemas.openxmlformats.org/officeDocument/2006/relationships/slideLayout" Target="/ppt/slideLayouts/slideLayout2.xml" Id="R10297385ab0c47c3"/><Relationship Type="http://schemas.openxmlformats.org/officeDocument/2006/relationships/slideLayout" Target="/ppt/slideLayouts/slideLayout3.xml" Id="R96c503d72838483b"/><Relationship Type="http://schemas.openxmlformats.org/officeDocument/2006/relationships/slideLayout" Target="/ppt/slideLayouts/slideLayout4.xml" Id="Reb77dd8b9edb43ac"/><Relationship Type="http://schemas.openxmlformats.org/officeDocument/2006/relationships/slideLayout" Target="/ppt/slideLayouts/slideLayout5.xml" Id="Rda3b66eed1ec4e64"/><Relationship Type="http://schemas.openxmlformats.org/officeDocument/2006/relationships/slideLayout" Target="/ppt/slideLayouts/slideLayout6.xml" Id="Re90843003d7e4f67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ce702f9bf1457e"/>
    <p:sldLayoutId xmlns:r="http://schemas.openxmlformats.org/officeDocument/2006/relationships" id="2147483650" r:id="R10297385ab0c47c3"/>
    <p:sldLayoutId xmlns:r="http://schemas.openxmlformats.org/officeDocument/2006/relationships" id="2147483651" r:id="R96c503d72838483b"/>
    <p:sldLayoutId xmlns:r="http://schemas.openxmlformats.org/officeDocument/2006/relationships" id="2147483652" r:id="Reb77dd8b9edb43ac"/>
    <p:sldLayoutId xmlns:r="http://schemas.openxmlformats.org/officeDocument/2006/relationships" id="2147483653" r:id="Rda3b66eed1ec4e64"/>
    <p:sldLayoutId xmlns:r="http://schemas.openxmlformats.org/officeDocument/2006/relationships" id="2147483654" r:id="Re90843003d7e4f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665693d736542d6"/><Relationship Type="http://schemas.openxmlformats.org/officeDocument/2006/relationships/image" Target="/ppt/media/image.png" Id="Rc52ae014f1ad46f5"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f0dbab9ed00470e"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2553a0d3d474d20"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836359a099b4cc3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738fc2368bb4fa7"/><Relationship Id="rIdWeek06Animation" Type="http://schemas.openxmlformats.org/officeDocument/2006/relationships/hyperlink" Target="https://arbenl.github.io/lendet/2026-2027/mobile/java-06/infrastructure.html" TargetMode="External"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5b57a709ba5420c"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8238bf1ca054d63"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d4fc5bfe9b34081"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a110d7db3b04afb"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ea9b87624544657"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5f3baba81304f50"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e126a15c90c747f3"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5bb71155b6d44f9"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667f44f81df4094"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735eb96f36d4b5d"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c1d3cc1b2d4458c"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f817e46a1434dcb"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62d879668da4f89"/></Relationships>
</file>

<file path=ppt/slides/_rels/slide1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38b6782dba534f95"/></Relationships>
</file>

<file path=ppt/slides/_rels/slide2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5906389cfc44532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537AF-98F5-4EF3-A579-98EC582B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JAVA 6 · 22.10.2026 · 0–3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3F5131-A498-440B-B14B-A196D107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01 / 20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80C81-A5F4-478A-8530-2DB44EAB45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ae014f1ad46f5"/>
          <a:stretch xmlns:a="http://schemas.openxmlformats.org/drawingml/2006/main"/>
        </p:blipFill>
        <p:spPr>
          <a:xfrm xmlns:a="http://schemas.openxmlformats.org/drawingml/2006/main">
            <a:off x="10334625" y="896860"/>
            <a:ext cx="1238250" cy="24463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6287F-285F-4EE1-92B0-46DA89D0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952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Arta humb internetin në autobus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DAA44-0031-44CA-8295-A27504A0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Ajo e ka hapur RideShare më parë dhe po kërkon udhëtimin drejt AAB.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Çfarë duhet të shohë tani, në vend të një ekrani bosh?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D71A4-9AE0-4948-88E6-50248974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Cili është premtimi i ndershëm pa internet?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AD40EA-1439-4D3F-8C2E-4BA9E7E7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A · Lista e fundit, me paralajmërim se mund të jetë e vjetër.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B · Rezervimi u konfirmua, sepse karta ende duket.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C · Vendet janë patjetër të njëjta si në databazë.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66C6A-1510-40DC-BE4C-60664F34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Mund të lexojmë një kopje të ruajtur. Vetëm serveri mund të konfirmojë gjendjen e tanishme dhe veprimin.</a:t>
            </a:r>
          </a:p>
        </p:txBody>
      </p:sp>
    </p:spTree>
    <p:extLst>
      <p:ext uri="{BB962C8B-B14F-4D97-AF65-F5344CB8AC3E}">
        <p14:creationId xmlns:p14="http://schemas.microsoft.com/office/powerpoint/2010/main" val="1094906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FE990-A785-4E6F-9966-D43167E3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VAZHDIMI · 3–5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15056-50C9-4CA4-909C-1810A9A3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02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E8F93-7A3C-4539-8A35-3292EF5C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RideShare që kemi ndërtuar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160DD-7FFF-4979-87EE-08F3B023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Java 3 solli listën dhe detajet. Java 4 i lidhi me Neon.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Java 5 shtoi hyrjen dhe kontrollin e pronarit. Java 6 shton leximin pa internet.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9CD75-FE3B-48A8-9449-96841BEA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481263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28BFC-57CF-4C18-A025-05BC375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2145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J3 · Ekranet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3CEFD-DAA4-4E2D-BA35-A9258FD9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488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59960-FF1F-42F6-948F-007F4E37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905250"/>
            <a:ext cx="2481263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A3014D-F015-43D2-8BC0-55327059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4019550"/>
            <a:ext cx="22145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J4 · Të dhënat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EF64C-08ED-4D2A-853C-8579BAE0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A0303-8309-4BB2-B8D4-953C3194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905250"/>
            <a:ext cx="2481263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3450C-67C0-48AF-B182-988F09E4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19550"/>
            <a:ext cx="22145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J5 · Lejet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23267-25F4-43E5-B0E6-193912AC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813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87D436-7B4E-447F-8912-AAA37BA8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905250"/>
            <a:ext cx="2481263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968244-E2A0-4E0B-AC24-139E98C1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4019550"/>
            <a:ext cx="22145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J6 · Pa internet</a:t>
            </a:r>
          </a:p>
        </p:txBody>
      </p:sp>
    </p:spTree>
    <p:extLst>
      <p:ext uri="{BB962C8B-B14F-4D97-AF65-F5344CB8AC3E}">
        <p14:creationId xmlns:p14="http://schemas.microsoft.com/office/powerpoint/2010/main" val="7719222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01199-9A8D-4C9C-8610-A84EB4F3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SYNIMET · 5–6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83DF9-41F9-43AA-B569-9BEB1655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03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DA76B-44AB-4B10-B0BF-09200943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Çfarë do të kuptosh sot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96821-EE4A-4E29-9D5B-0A5AA8E2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Do të shpjegosh çfarë shtojnë manifesti, service worker dhe cache.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Do të dallosh kopjen nga databaza dhe API-në (Application Programming Interface – ndërfaqe programimi) që kthen listën.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099F6-A0E9-42D5-8E6F-64059C33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952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Në lexim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F8BB2-029A-4C83-95BB-B0E99C0D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62375"/>
            <a:ext cx="7810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Mund të shfaqet kopja e fundit.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7C736-5554-4096-88E2-769859E9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2952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Në veprim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D54EC-6F60-4693-B556-65FC02B8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486275"/>
            <a:ext cx="7810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Nuk shpikim sukses kur serveri nuk përgjigjet.</a:t>
            </a:r>
          </a:p>
        </p:txBody>
      </p:sp>
    </p:spTree>
    <p:extLst>
      <p:ext uri="{BB962C8B-B14F-4D97-AF65-F5344CB8AC3E}">
        <p14:creationId xmlns:p14="http://schemas.microsoft.com/office/powerpoint/2010/main" val="10672922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6E1B72-89B0-48C2-91AC-A4BBA827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ILUSTRIMI · 6–9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43B78-805E-49BE-9A9D-09FE8E44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04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6BD72-5A7C-4AA0-BA77-4F465852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Harta e infrastrukturës së Javës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A7E01-D0E0-41EC-821B-73C91782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PUBLICIMI I KODIT · kur bën Commit → Push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41912-D581-405E-92F9-D308A624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238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BC9A2-426A-4A14-AA08-7720EDC4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Laptop · Git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7128E-8CB9-44CF-A0AC-EC826F85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288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C1D94-86C0-4B60-8C41-7475FEBC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333625"/>
            <a:ext cx="3238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969A5-AFA4-41FD-BD39-06FE0C2F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47925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GitHub · repository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D7AB8-1E3F-4F4D-B899-99BAFB9F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288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08FC9A-10F4-4C19-A044-F062A518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33625"/>
            <a:ext cx="3238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F798A-AC2A-44DA-9F41-52CDAC08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47925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Vercel · build / deploy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FA273-ADB9-41EB-B4B4-35C2B5DF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LEXIMI I LISTËS · gjatë përdorimit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A8D38-E1BA-4B1A-BC96-8BC10A37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333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A0D17-3ECA-4184-8A2B-B9F20F6B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2066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Telefoni</a:t>
            </a:r>
          </a:p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Shfletues / PWA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8A0E3C-4046-4CA5-BC12-7636BDA5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8100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5099B-9B21-46A4-A2CC-56439A1B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19500"/>
            <a:ext cx="2333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053ACD-46E6-4CB0-921B-EE4EC216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33800"/>
            <a:ext cx="2066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Service worker</a:t>
            </a:r>
          </a:p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Në pajisje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8EB940-0F9E-43AF-A4AD-DDDC9390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8100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8F7A36-A17F-4405-889C-33CCB826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19500"/>
            <a:ext cx="2333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2472F4-BD16-43D8-AACA-C596CBCA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33800"/>
            <a:ext cx="2066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Vercel</a:t>
            </a:r>
          </a:p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Serveri Next.js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86571-18E5-4EB2-904A-3FE81F78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8100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9C5C7F-B449-41D0-8520-35AAE73B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19500"/>
            <a:ext cx="2333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2178CE-A2C7-4369-B117-8EFB495D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33800"/>
            <a:ext cx="2066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Neon</a:t>
            </a:r>
          </a:p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9D8184-7A9E-45F8-AE2B-A0AC0882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720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E97118-62CA-425D-89FB-73734CE0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53000"/>
            <a:ext cx="285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28BD6E-2C6C-4009-9140-8F3F32E9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67300"/>
            <a:ext cx="259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Cache · kopja publike</a:t>
            </a:r>
          </a:p>
          <a:p xmlns:a="http://schemas.openxmlformats.org/drawingml/2006/main">
            <a:pPr>
              <a:defRPr sz="15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Koha e ruajtjes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E7DAB6-F897-4F5F-AFFC-56E1B745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01967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Pa internet: lexo kopjen në pajisje.</a:t>
            </a:r>
          </a:p>
          <a:p xmlns:a="http://schemas.openxmlformats.org/drawingml/2006/main">
            <a:pPr>
              <a:defRPr sz="16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Asnjë rezervim nuk konfirmohet.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F84C72-4388-4B25-98BE-540382CB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Sipër: kodi publikohet. Poshtë: përdoruesi kërkon listën.</a:t>
            </a:r>
          </a:p>
          <a:p xmlns:a="http://schemas.openxmlformats.org/drawingml/2006/main">
            <a:pPr>
              <a:defRPr sz="15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Kopja ruhet në shfletuesin e kësaj pajisjeje; Neon mbetet burimi i të dhënave.</a:t>
            </a:r>
          </a:p>
        </p:txBody>
      </p:sp>
    </p:spTree>
    <p:extLst>
      <p:ext uri="{BB962C8B-B14F-4D97-AF65-F5344CB8AC3E}">
        <p14:creationId xmlns:p14="http://schemas.microsoft.com/office/powerpoint/2010/main" val="13880797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C6373B-12A6-4222-A211-254B1443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ANIMACIONI · 9–13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97784-26A0-45EB-83C3-AC12B830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05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C6438-14B3-4683-A35C-2033DB53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Ndiqe listën, hap pas hapi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9AAFC-EF31-41C9-9EB2-5BDAF35A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PUBLICIMI I KODIT · kur bën Commit → Push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C1592-0788-465B-8DC2-11BF7143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238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E94F9D-DA33-4C86-A6B3-54DD70FE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Laptop · Git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5970A-EA96-4CD9-A092-36C60091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288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59078-CB93-492F-9911-31A30B86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333625"/>
            <a:ext cx="3238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62FBB-4471-4BD8-A1B0-4447241F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47925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GitHub · repository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C582E-1B11-4788-8CDF-525335E4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288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2336F-9A69-4215-AE80-CC1FF5D1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33625"/>
            <a:ext cx="3238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ABC38-6523-49CE-9623-00C80E94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47925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Vercel · build / deploy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C7F22-B760-469A-9056-53F800D5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LEXIMI I LISTËS · gjatë përdorimit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856BDD-ABE3-44EA-B7B4-4F71C635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333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6F6A95-A07E-4715-A0B9-4F29E5F0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2066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Telefoni</a:t>
            </a:r>
          </a:p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Shfletues / PWA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EC31B-6AA3-44EA-9CE4-7033ACC0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8100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8168F3-6FD7-4E6E-A7FF-292A7478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19500"/>
            <a:ext cx="2333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CC4CD3-18F6-40AF-84A8-405C907A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33800"/>
            <a:ext cx="2066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Service worker</a:t>
            </a:r>
          </a:p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Në pajisje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DBCCB-E389-4B4A-A953-3C3CEB74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8100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DF6979-D7D9-4334-B296-E9094A1F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19500"/>
            <a:ext cx="2333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73731E-0C4C-4FDE-8F4F-0410FF75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33800"/>
            <a:ext cx="2066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Vercel</a:t>
            </a:r>
          </a:p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Serveri Next.js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09E68E-E96E-4F68-9F20-CBE97CA8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8100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1A47FF-9493-4E09-9A44-85FFFC70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19500"/>
            <a:ext cx="2333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BE96DA-0D49-4B90-9051-64E28052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33800"/>
            <a:ext cx="20669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Neon</a:t>
            </a:r>
          </a:p>
          <a:p xmlns:a="http://schemas.openxmlformats.org/drawingml/2006/main">
            <a:pPr>
              <a:defRPr sz="17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D2BAD2-7591-4548-BB39-16C98C3E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720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DA4AF"/>
                </a:solidFill>
                <a:latin typeface="Arial"/>
                <a:ea typeface="Arial"/>
                <a:cs typeface="Arial"/>
              </a:rPr>
              <a:t>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955D71-E15A-4691-A8A9-61CC51DD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53000"/>
            <a:ext cx="2857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C84DF1-D06A-43D2-BCAF-7BA0CFF5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67300"/>
            <a:ext cx="259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Cache · kopja publike</a:t>
            </a:r>
          </a:p>
          <a:p xmlns:a="http://schemas.openxmlformats.org/drawingml/2006/main">
            <a:pPr>
              <a:defRPr sz="15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Koha e ruajtjes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FA3285-D1B6-48E2-BCEC-2D024DDC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01967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Pa internet: lexo kopjen në pajisje.</a:t>
            </a:r>
          </a:p>
          <a:p xmlns:a="http://schemas.openxmlformats.org/drawingml/2006/main">
            <a:pPr>
              <a:defRPr sz="165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Asnjë rezervim nuk konfirmohet.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CBED55-15C9-4615-A7C5-8AC0FBFD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Zgjidh “Me internet”, pastaj “Pa internet”. Ndale te cache.</a:t>
            </a:r>
          </a:p>
          <a:p xmlns:a="http://schemas.openxmlformats.org/drawingml/2006/main">
            <a:pPr>
              <a:defRPr sz="157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Parashiko: cili komponent nuk mund të arrihet kur lidhja humbet?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83413-D46C-42AC-B82C-13627CC5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DA4AF"/>
                </a:solidFill>
                <a:latin typeface="Arial"/>
                <a:ea typeface="Arial"/>
                <a:cs typeface="Arial"/>
                <a:hlinkClick xmlns:ns0="http://schemas.openxmlformats.org/officeDocument/2006/relationships" ns0:id="rIdWeek06Animation"/>
              </a:rPr>
              <a:t>Animacioni live: https://arbenl.github.io/lendet/2026-2027/mobile/java-06/infrastructure.html</a:t>
            </a:r>
          </a:p>
        </p:txBody>
      </p:sp>
    </p:spTree>
    <p:extLst>
      <p:ext uri="{BB962C8B-B14F-4D97-AF65-F5344CB8AC3E}">
        <p14:creationId xmlns:p14="http://schemas.microsoft.com/office/powerpoint/2010/main" val="6458602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9D56C-5E3B-4BFB-B622-22FE100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DY RRUGË · 13–15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C54F8-7273-426F-AC76-110E76C5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06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1D656-DE69-46C7-A847-3190B021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Publikimi dhe leximi janë rrugë të ndryshme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A9AA9-9658-43AD-A28E-09EA6B48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Push dërgon kodin e ri në GitHub dhe nis publikimin në Vercel.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Hapja e listës dërgon një kërkesë te aplikacioni; nuk e bën Push kodin.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A565C-FADD-4DAD-A998-DC39F93D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952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Publikimi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D4A91-CF8B-43F3-8745-B53F29E3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62375"/>
            <a:ext cx="7810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Git → GitHub → build/deploy në Vercel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1A3E9-F7FC-4421-A61B-08533C2E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2952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Leximi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7E628-9193-421E-B5CF-7FAEBE18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486275"/>
            <a:ext cx="7810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Telefon → service worker → Next.js → Neon</a:t>
            </a:r>
          </a:p>
        </p:txBody>
      </p:sp>
    </p:spTree>
    <p:extLst>
      <p:ext uri="{BB962C8B-B14F-4D97-AF65-F5344CB8AC3E}">
        <p14:creationId xmlns:p14="http://schemas.microsoft.com/office/powerpoint/2010/main" val="8091751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4B278-F745-4B1F-A100-7A09BABB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KONCEPTET · 15–18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42E6A-D0B7-474F-AAC8-D1867AB1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07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C82B5-CB31-4CD9-B9C0-E3D174CA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PWA: aplikacion web që mund të instalohet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D68D5-6095-4035-AFED-98518E7B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PWA (Progressive Web App – aplikacion web progresiv) përdor aftësi të shfletuesit për një përvojë aplikacioni.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Instalimi dhe puna offline janë aftësi të ndryshme; një ikonë në telefon nuk provon që lista është ruajtur.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12318-A828-4B63-A883-3CA0EFF4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952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Manifesti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0A7DF-C292-4990-9448-4EBBA171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62375"/>
            <a:ext cx="7810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Emri, ikonat, adresa e nisjes dhe pamja standalone.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D4B5A9-C049-4C8F-B283-83128063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2952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Service worker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8BC07-B1B9-466E-B740-A860BFAE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371975"/>
            <a:ext cx="7810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Ndërmjetësi në shfletues që trajton kërkesa të caktuara.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A6B21-35E3-463B-9AF3-E892D796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2952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Cache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B66B1-7020-4104-8DB4-58E045EE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981575"/>
            <a:ext cx="7810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Kopja lokale e përgjigjeve të lejuara.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C330A5-8BE3-454E-9456-3FD04036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https://nextjs.org/docs/app/guides/progressive-web-apps</a:t>
            </a:r>
          </a:p>
        </p:txBody>
      </p:sp>
    </p:spTree>
    <p:extLst>
      <p:ext uri="{BB962C8B-B14F-4D97-AF65-F5344CB8AC3E}">
        <p14:creationId xmlns:p14="http://schemas.microsoft.com/office/powerpoint/2010/main" val="1905109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C3661-6427-4772-A311-823A7494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METADATA · 18–20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A1581-1954-481B-85D1-A6EDD83A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08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692A9-A1BC-44FD-9221-57BCEC3C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Manifesti i jep identitet aplikacionit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56937-B2FD-4FB9-A62D-9983C4EF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RideShare AAB ka emër, dy ikona PNG dhe mënyrën e hapjes standalone.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Mënyra e instalimit ndryshon sipas pajisjes dhe shfletuesit. Në laborator e verifikojmë manifestin; nuk presim patjetër një popup.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9C4E6-5531-4419-A003-6B43E088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4226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69EFB-F119-4D29-9395-D32836FC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315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src/app/manifest.ts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1844A-080D-4C67-890D-E4444608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D1E47-6884-4F12-9D89-BE45670B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905250"/>
            <a:ext cx="34226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164FD-E548-4F2B-9C06-D1DDBD4E0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019550"/>
            <a:ext cx="315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Emri + ikonat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56502-995D-450F-A81E-8FD222DA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425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97C45E-F4BD-4B50-8D81-08AE1F13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905250"/>
            <a:ext cx="34226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F711A-8FAA-4F6D-B1F0-813A36B1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050" y="4019550"/>
            <a:ext cx="315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Shfletuesi ofron instalimin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B1CEC-A9D4-4CA0-8CA6-7157FCF2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A e ruan manifesti listën e udhëtimeve?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ACF79-AB2D-403D-B399-5AB520C8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Jo. Manifesti përshkruan aplikacionin. Ruajtjen e listës e bën service worker me Cache API.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E5BA8F-2057-48D3-964E-1C73D020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https://nextjs.org/docs/app/api-reference/file-conventions/metadata/manifest</a:t>
            </a:r>
          </a:p>
        </p:txBody>
      </p:sp>
    </p:spTree>
    <p:extLst>
      <p:ext uri="{BB962C8B-B14F-4D97-AF65-F5344CB8AC3E}">
        <p14:creationId xmlns:p14="http://schemas.microsoft.com/office/powerpoint/2010/main" val="1390715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97484-6A76-4AAA-AF7D-5809AE51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NDËRMJETËSI · 20–22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98E258-A942-49B9-B4AD-3BFEAB33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09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FCC43-E35E-4EC3-B8D1-F733A83C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 worker jeton në shfletues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F2248-26D4-4808-B9A2-D7B9BA19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Service worker e kap kërkesën GET (lexim) para se ajo të kalojë në rrjet.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Në këtë laborator ruan një dokument offline dhe listën publike. Nuk ekzekuton SQL dhe nuk mban sekretin e Neon.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13C67-EFF3-4FF7-85D3-D47A1FDC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4226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0EA05-2DBA-4658-A993-1A2CDBFA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315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Telefoni kërkon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1D4B2-F9DC-4A4B-B816-CC994367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D3D6D-D8B9-4B40-A41C-B48627D1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905250"/>
            <a:ext cx="34226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BBB05-2222-4609-9DF0-064CD57D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019550"/>
            <a:ext cx="315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Service worker vendos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5B8E7-622F-4378-92D6-E24DB0D9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425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E315EB-0361-4001-AA80-959CD712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905250"/>
            <a:ext cx="34226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79FE3-DAED-447A-80DC-B54EA3D1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050" y="4019550"/>
            <a:ext cx="315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Rrjeti ose kopja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6D57F-522C-4392-B8A9-8011FE82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A është service worker një server shtesë në Vercel?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EBECD-DDAA-4057-8103-852EE028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Jo. Është një skript i shfletuesit. Serveri Next.js mbetet në Vercel; në laborator punon në localhost.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8239B1-B288-4242-BFFD-62801118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https://developer.mozilla.org/en-US/docs/Web/API/Service_Worker_API/Using_Service_Workers</a:t>
            </a:r>
          </a:p>
        </p:txBody>
      </p:sp>
    </p:spTree>
    <p:extLst>
      <p:ext uri="{BB962C8B-B14F-4D97-AF65-F5344CB8AC3E}">
        <p14:creationId xmlns:p14="http://schemas.microsoft.com/office/powerpoint/2010/main" val="4265974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86651-6661-48D9-A5F3-E77012C9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KUFIJTË · 22–24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F16A6-9854-4FB0-8C74-0E7173BB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10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CE016-C8A5-4AA4-BD53-5B1AF638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Çfarë lejojmë të ruhet?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56B9B-8FE5-4C58-A7A3-A542C2AE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Ruajmë vetëm listën publike dhe faqen e thjeshtë që e lexon.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Hyrja, paneli, profilet dhe kërkesat që ndryshojnë të dhëna kalojnë gjithmonë te serveri.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5F048-F655-451B-95BD-44817D52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952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Ruajmë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7A9B3-B901-4BEF-8B69-E34EECE5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62375"/>
            <a:ext cx="7810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GET /api/udhetimet, offline.html, dy ikona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D69D8-CC47-46D6-96B9-C3C1C90F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2952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Nuk ruajmë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65FF9-75E3-4683-9CB7-73E7CA43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486275"/>
            <a:ext cx="7810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/panel, /api/auth, email, cookie, POST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4E4E0-0DC4-4FFD-B0EF-486ED2B1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A duhet të ruajmë gjithë faqen e panelit për lehtësi?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5222D-8084-4564-A6AF-FFA1E6C7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Jo. Mund të përmbajë të dhëna private. Ky ushtrim ka një listë të kufizuar skedarësh publikë që lejohen.</a:t>
            </a:r>
          </a:p>
        </p:txBody>
      </p:sp>
    </p:spTree>
    <p:extLst>
      <p:ext uri="{BB962C8B-B14F-4D97-AF65-F5344CB8AC3E}">
        <p14:creationId xmlns:p14="http://schemas.microsoft.com/office/powerpoint/2010/main" val="4330839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FBA3E3-F7E1-4C6C-99AD-E4239243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NETWORK-FIRST · 24–27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5E503-20D3-4418-90E6-51D0DB12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11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B9962-642C-44B4-B461-C87D8029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Së pari serveri, pastaj kopja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63098-CBE0-4E12-A16B-7B32707C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Provojmë rrjetin për të marrë listën e tanishme. Një përgjigje e mirë përditëson kopjen dhe kohën.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Në dështim lexojmë kopjen e fundit. Nëse kopja mungon, shpjegojmë se duhet një vizitë me internet.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0384C-21B4-4E02-9E74-8649EE56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952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Provo serverin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20B67-5860-4196-B102-E7AFEDA6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62375"/>
            <a:ext cx="7810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Kërko listën e tanishme.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67DCC-EE0C-4A3B-B8AC-74CDBF64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2952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Në sukses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870B8-9559-4628-81CB-3D20DE7C9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371975"/>
            <a:ext cx="7810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Shfaq përgjigjen dhe përditëso kopjen.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EA29B-8455-4761-866F-3537BCA1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2952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Në dështim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8D131-2C35-44B8-B8AD-691CBD15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981575"/>
            <a:ext cx="7810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Lexo kopjen e fundit; nëse mungon, shpjegoje.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1BB5A-05BB-4E5B-8B37-98C59D17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https://developer.mozilla.org/en-US/docs/Web/Progressive_web_apps/Guides/Offline_and_background_operation</a:t>
            </a:r>
          </a:p>
        </p:txBody>
      </p:sp>
    </p:spTree>
    <p:extLst>
      <p:ext uri="{BB962C8B-B14F-4D97-AF65-F5344CB8AC3E}">
        <p14:creationId xmlns:p14="http://schemas.microsoft.com/office/powerpoint/2010/main" val="20465069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755D5C-53E0-4E71-A2DE-4D3FC719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SHEMBULL · 27–29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C7A3E-4681-4CEB-AB58-82780B85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12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4218C-4E86-4633-965A-4380BC6D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Ora në kopje mund të jetë e vjetër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F5E03-9180-40BC-AFB9-EE473A2C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Në 13:00 Arta ruan listën: nisja 08:15. Në 13:05 shoferi e ndryshon në 08:25.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Në 13:10 Arta është offline. Në kopjen e saj ende lexohet 08:15.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65375-17DD-426D-9C14-3C0C0221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952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Telefoni offline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B6433-BF8D-40B3-8806-B9C76DEF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62375"/>
            <a:ext cx="7810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08:15 · ruajtur në 13:00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49B34-905F-4A98-B544-73A8D0EC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2952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Neon tani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12DFD-D8C1-46E4-ADEA-F24D2EF5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486275"/>
            <a:ext cx="7810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08:25 · ndryshuar në 13:05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6C8F6D-8E75-4D3B-8904-839F5DFC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Cila orë është gjendja e tanishme e udhëtimit?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05E83-3B79-45F4-938A-93BB56A4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08:25 në databazë. Pa e arritur serverin, Arta duhet ta trajtojë 08:15 si informacion që mund të jetë i vjetër.</a:t>
            </a:r>
          </a:p>
        </p:txBody>
      </p:sp>
    </p:spTree>
    <p:extLst>
      <p:ext uri="{BB962C8B-B14F-4D97-AF65-F5344CB8AC3E}">
        <p14:creationId xmlns:p14="http://schemas.microsoft.com/office/powerpoint/2010/main" val="13629200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D9CA1-538E-4EE5-A1CB-3D262B25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GJENDJET · 29–31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2B18D-F780-469C-9BE2-D809FD39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13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6EAE7-405D-441E-B8F4-B81A3BB6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Tri pamje që duhet t’i dallosh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8EBC5-AC32-4E50-9D2D-D1C4D454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Mesazhi në ekran shpjegon prej nga erdhën të dhënat.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Mungesa e një kopjeje nuk mbulohet me rreshta të shpikur ose konfirmim të rremë.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96EA2-B674-458E-9D47-11320BB9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952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Nga serveri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78F1A-FE47-44A2-BA6A-B5AD4A18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62375"/>
            <a:ext cx="7810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Lista u lexua tani; ruajmë kohën e 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8AA83-E0B4-4742-A43F-1297B1CC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2952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Nga cache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9DFC6-D25C-4EF5-9FFA-53947A26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371975"/>
            <a:ext cx="7810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Lista e fundit; shfaqim kohën e vjetër.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12712-FE75-4D13-80BA-C83D93C5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2952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Pa kopje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6F8C3-7A24-4206-9AFC-34C61B55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981575"/>
            <a:ext cx="7810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Hape një herë me internet.</a:t>
            </a:r>
          </a:p>
        </p:txBody>
      </p:sp>
    </p:spTree>
    <p:extLst>
      <p:ext uri="{BB962C8B-B14F-4D97-AF65-F5344CB8AC3E}">
        <p14:creationId xmlns:p14="http://schemas.microsoft.com/office/powerpoint/2010/main" val="4028678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FA34E-BBB4-4CDB-B2F0-E9C13BFF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LEXIMI DHE VEPRIMI · 31–33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3DBFA-6543-4CAE-85D3-AF12A854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14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11AE8-393C-493A-A5ED-C473118C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Shikimi i një karte nuk rezervon vend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2308F-6880-4AC9-B40B-0E456C16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Cache mund të tregojë “1 vend”, edhe kur ai vend ndërkohë është zënë.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Në lexuesin offline, “Kërko vend” është i çaktivizuar. Nuk krijojmë radhë automatike rezervimesh në këtë javë.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CE15D-ED6C-4F19-A342-DC93F0D0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Pse nuk e shfaqim “Rezervimi u konfirmua” menjëherë?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61B4E-1991-4703-A7E0-ECBDCC83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Nuk kemi përgjigje të serverit dhe nuk dimë gjendjen aktuale. Hyrja dhe lejet e Javës 5 ende kërkohen kur bëhet veprimi real.</a:t>
            </a:r>
          </a:p>
        </p:txBody>
      </p:sp>
    </p:spTree>
    <p:extLst>
      <p:ext uri="{BB962C8B-B14F-4D97-AF65-F5344CB8AC3E}">
        <p14:creationId xmlns:p14="http://schemas.microsoft.com/office/powerpoint/2010/main" val="7847021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626F0-8080-4546-8CB1-04F5C8E9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PËRGATITJA · 33–35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B956B-FC00-4AC9-A600-05881EDC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15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6A2B1-7727-4436-B284-FCBA9641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Vizita e parë kërkon internet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B2EE4-A7EB-419B-993B-F4837E62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Shfletuesi duhet të marrë service worker, dokumentin offline dhe listën para se të humbet lidhjen.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Cache mund të fshihet nga përdoruesi ose shfletuesi. Nuk është kopje rezervë e databazës.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471B0A-0559-4A22-BF51-68470D55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4226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73F58-5D08-42F5-AD86-9F4B7B7E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315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Hape me internet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45BC6-CC07-463F-967A-2441E321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D42CB-F598-437D-9BE9-74D002B7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5150" y="3905250"/>
            <a:ext cx="34226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FFA06-96D6-4A91-A796-0347FB46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019550"/>
            <a:ext cx="315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Ruaj kopjen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63BFE-D438-4F5D-92DA-816088D0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425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CF42B-67AF-4669-BFE3-01B42953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0" y="3905250"/>
            <a:ext cx="34226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DA30E-B5F0-48C6-BBC6-DD95D31D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050" y="4019550"/>
            <a:ext cx="3155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Provoje pa internet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548A8-7643-4ABD-B46C-4E3F3C3D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Pse shoku me të njëjtin link nuk e ka kopjen time?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ABE15-2E52-4FB3-ABE1-0F891C14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Cache është në shfletuesin dhe pajisjen tënde. Nuk shpërndahet nga një telefon te tjetri.</a:t>
            </a:r>
          </a:p>
        </p:txBody>
      </p:sp>
    </p:spTree>
    <p:extLst>
      <p:ext uri="{BB962C8B-B14F-4D97-AF65-F5344CB8AC3E}">
        <p14:creationId xmlns:p14="http://schemas.microsoft.com/office/powerpoint/2010/main" val="11588385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7B7895-89B3-441D-A238-800C6982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RIKTHIMI · 35–37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71F97-84F4-4308-B11D-E3944E84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16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7C59F6-7571-4751-888B-B6088D3F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Lidhja rikthehet: pyete sërish serverin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8383C-EE48-4649-91EC-F97A3BCE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Treguesi “online” nuk garanton që Vercel ose Neon përgjigjen.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Shtyp “Rifresko listën”. Vetëm një përgjigje e suksesshme zëvendëson kopjen.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0C9B4-3A33-4263-9F05-A8DAE872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481263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BFEEC-2F39-4671-B1BF-16862F67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2145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Lidhja duket aktive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ABBD4-0A13-4184-B72C-843416E0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488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FE692-B598-48F2-B0DA-93B7A485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905250"/>
            <a:ext cx="2481263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723C05-FFD1-4B70-9B40-C7128258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4019550"/>
            <a:ext cx="22145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GET te serveri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139AC-CC1D-4F1E-BEF4-E9729DB3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2E656-106F-40DE-BD21-C33EB260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905250"/>
            <a:ext cx="2481263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5704F-961E-49ED-8853-C52B3F90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19550"/>
            <a:ext cx="22145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Përgjigjja e 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CF06B-3660-4326-8C87-8F65D789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813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7F87A-12F6-47BB-92F8-91CCACAB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905250"/>
            <a:ext cx="2481263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6263AE-3961-4F0A-8E65-C47FB78C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4019550"/>
            <a:ext cx="22145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Ora e re në ekran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8116D-806B-4FAC-8CDA-D7B3FFC3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82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https://developer.mozilla.org/en-US/docs/Web/API/Navigator/onLine</a:t>
            </a:r>
          </a:p>
        </p:txBody>
      </p:sp>
    </p:spTree>
    <p:extLst>
      <p:ext uri="{BB962C8B-B14F-4D97-AF65-F5344CB8AC3E}">
        <p14:creationId xmlns:p14="http://schemas.microsoft.com/office/powerpoint/2010/main" val="1427210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D0406-3C8E-4A1D-9EC8-0AA128A9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DISKUTIMI · 37–40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35113-F094-4143-8EEF-380140FD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17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21BC9-0FA4-4DC4-9DD7-78C62052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Parashikojeni në çift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BDC60-6FC4-4D72-B91D-EE5519A4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Njëri është telefoni, tjetri serveri. Shpjegoni rrugën pa përmendur kodin.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Skenari: telefoni ka kopje 08:15, serveri ka 08:25, por serveri përkohësisht nuk përgjigjet.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DE9D0-E99F-40F3-90DA-FC610F81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Çfarë duhet të tregojë telefoni?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F31B3-9148-41D8-8E57-2E227CA4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5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A · 08:25, sepse rrjeti shkruan online.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B · 08:15 me kohën e ruajtjes dhe paralajmërim.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C · Rezervim të konfirmuar.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4664A-9078-483F-A5F1-B1871672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Pa përgjigje të re nuk dimë 08:25. Ruajmë të fundit të mirë dhe shpjegojmë kufizimin.</a:t>
            </a:r>
          </a:p>
        </p:txBody>
      </p:sp>
    </p:spTree>
    <p:extLst>
      <p:ext uri="{BB962C8B-B14F-4D97-AF65-F5344CB8AC3E}">
        <p14:creationId xmlns:p14="http://schemas.microsoft.com/office/powerpoint/2010/main" val="10795644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65B8A-0F6A-4E00-842B-5498A1CF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ZBATIMI · 40–42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4E293-443A-4FCC-9236-8F1F8117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18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4DCEC-6ABA-40BC-804D-3A032B62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njëjti vendim në biznesin tënd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C2DF6-E730-4C68-BACF-1ADDB71D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Një restorant mund të shfaqë menunë e ruajtur, por çmimi ose disponueshmëria mund të ndryshojë.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Një shërbim mund të shfaqë orarin e fundit, por nuk duhet të konfirmojë një termin pa server.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999CD-88CF-4D43-9738-4F39A2DB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2952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Mund të lexosh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5A312-0741-448E-8B57-12D60A21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62375"/>
            <a:ext cx="7810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Menu, përshkrim shërbimi, listë publike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49ABB-81F7-4172-90E3-9CB64B08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2952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Kërkon konfirmim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5DF99-F258-4D7B-AD4B-2D763B78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486275"/>
            <a:ext cx="7810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Porosi, termin, vend i lirë</a:t>
            </a:r>
          </a:p>
        </p:txBody>
      </p:sp>
    </p:spTree>
    <p:extLst>
      <p:ext uri="{BB962C8B-B14F-4D97-AF65-F5344CB8AC3E}">
        <p14:creationId xmlns:p14="http://schemas.microsoft.com/office/powerpoint/2010/main" val="155660829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F9D518-E7CF-47EB-8598-BDF9F6E1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URA TE USHTRIMET · 42–44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9BF76-77E4-4106-AA4B-3582B577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19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80E02-C3C4-4B22-BF2B-80AC329D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Çfarë do të provosh në laborator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0D62B-40E2-4F77-BC68-FD33F198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Nga i njëjti projekt shton manifestin, ikonat dhe lexuesin offline me kodin e dhënë.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E provon me DevTools në 375 px: vizitë online → offline → rifreskim → rikthim lidhjeje.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1A903-E0A7-4CEA-A937-AA9ED458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481263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398BC-6E2C-4B82-B71A-1D28C832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2145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Ndërto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D9EA8-378F-4ABE-9860-52130B82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8488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F1E84-6AFA-4340-9EE1-74D2F826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3905250"/>
            <a:ext cx="2481263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D274E-07FD-40B1-95CD-A0AF5B74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4019550"/>
            <a:ext cx="22145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Provo tri gjendje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BDC33-05F5-4422-9A81-F5971B65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6FD54-F313-44B6-B40B-BD2ED49C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905250"/>
            <a:ext cx="2481263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32B9A-4FE1-44D2-B625-C45328FA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19550"/>
            <a:ext cx="22145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Ruaj raportin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65335-7AE5-4C61-82A0-519CC1D4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813" y="4305300"/>
            <a:ext cx="2476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DA4A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03D6A2-E35C-4B9B-9CE4-A3C00243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905250"/>
            <a:ext cx="2481263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9525">
            <a:solidFill>
              <a:srgbClr val="FDA4A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B73806-8312-4D33-AED1-DCBB3E28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4019550"/>
            <a:ext cx="2214563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Dorëzo në GitHub</a:t>
            </a:r>
          </a:p>
        </p:txBody>
      </p:sp>
    </p:spTree>
    <p:extLst>
      <p:ext uri="{BB962C8B-B14F-4D97-AF65-F5344CB8AC3E}">
        <p14:creationId xmlns:p14="http://schemas.microsoft.com/office/powerpoint/2010/main" val="12133277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0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87D7C-ACCA-466A-86D3-3FD26EF3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MBYLLJA · 44–45 MIN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6ED9-B397-4948-B84C-AB3B144E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57175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BFCB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BDF"/>
                </a:solidFill>
                <a:latin typeface="Arial"/>
                <a:ea typeface="Arial"/>
                <a:cs typeface="Arial"/>
              </a:rPr>
              <a:t>20 /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507C4-05C5-41CD-AD23-E089BCA9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1095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Shpjegoje me një fjali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E20F5-7EAD-466D-B7AB-C205E5ED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“Kur Arta humb internetin, RideShare shfaq …, sepse …”.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EDF2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DF2FF"/>
                </a:solidFill>
                <a:latin typeface="Arial"/>
                <a:ea typeface="Arial"/>
                <a:cs typeface="Arial"/>
              </a:rPr>
              <a:t>“Para se të besoj se një veprim u krye, duhet të marr …”.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06CBC-7E80-4DE0-B1FE-1F93A058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DA4A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DA4AF"/>
                </a:solidFill>
                <a:latin typeface="Arial"/>
                <a:ea typeface="Arial"/>
                <a:cs typeface="Arial"/>
              </a:rPr>
              <a:t>Cili është dallimi kryesor i kësaj jave?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ABD03-B658-4ECD-AE36-4B7651EF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B8EDD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EDDB"/>
                </a:solidFill>
                <a:latin typeface="Arial"/>
                <a:ea typeface="Arial"/>
                <a:cs typeface="Arial"/>
              </a:rPr>
              <a:t>Përgjigjja: Leximi i një kopjeje na ndihmon pa internet; suksesi i një veprimi kërkon përgjigje dhe verifikim në server.</a:t>
            </a:r>
          </a:p>
        </p:txBody>
      </p:sp>
    </p:spTree>
    <p:extLst>
      <p:ext uri="{BB962C8B-B14F-4D97-AF65-F5344CB8AC3E}">
        <p14:creationId xmlns:p14="http://schemas.microsoft.com/office/powerpoint/2010/main" val="13028151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2026-10-16T12:14:33.7360000Z</dcterms:created>
  <dcterms:modified xsi:type="dcterms:W3CDTF">2026-10-16T12:14:33.7360000Z</dcterms:modified>
</coreProperties>
</file>