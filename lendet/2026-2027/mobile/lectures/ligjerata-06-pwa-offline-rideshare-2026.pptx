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27e7f963df124608"/><Relationship Type="http://schemas.openxmlformats.org/officeDocument/2006/relationships/extended-properties" Target="/docProps/app.xml" Id="Rdc899c86d95b466e"/><Relationship Type="http://schemas.openxmlformats.org/officeDocument/2006/relationships/officeDocument" Target="/ppt/presentation.xml" Id="R87f29ed0e45e4af3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d8d9082bb04ad0"/>
  </p:sldMasterIdLst>
  <p:sldIdLst>
    <p:sldId xmlns:r="http://schemas.openxmlformats.org/officeDocument/2006/relationships" id="256" r:id="R67446e02f54243d8"/>
    <p:sldId xmlns:r="http://schemas.openxmlformats.org/officeDocument/2006/relationships" id="257" r:id="Rdf50ddee2a5e4bba"/>
    <p:sldId xmlns:r="http://schemas.openxmlformats.org/officeDocument/2006/relationships" id="258" r:id="R1d44eaaaf3df4fae"/>
    <p:sldId xmlns:r="http://schemas.openxmlformats.org/officeDocument/2006/relationships" id="259" r:id="R3a35a23d60754ee3"/>
    <p:sldId xmlns:r="http://schemas.openxmlformats.org/officeDocument/2006/relationships" id="260" r:id="R222e690e3f2847d3"/>
    <p:sldId xmlns:r="http://schemas.openxmlformats.org/officeDocument/2006/relationships" id="261" r:id="Rd0fcb23512ea4d92"/>
    <p:sldId xmlns:r="http://schemas.openxmlformats.org/officeDocument/2006/relationships" id="262" r:id="Rd068e88e5b4340ec"/>
    <p:sldId xmlns:r="http://schemas.openxmlformats.org/officeDocument/2006/relationships" id="263" r:id="Rbbe6a4fe253a4fb0"/>
    <p:sldId xmlns:r="http://schemas.openxmlformats.org/officeDocument/2006/relationships" id="264" r:id="R2667313ba7b847b5"/>
    <p:sldId xmlns:r="http://schemas.openxmlformats.org/officeDocument/2006/relationships" id="265" r:id="R80c932a18c974784"/>
    <p:sldId xmlns:r="http://schemas.openxmlformats.org/officeDocument/2006/relationships" id="266" r:id="Rec9fd53866b9485a"/>
    <p:sldId xmlns:r="http://schemas.openxmlformats.org/officeDocument/2006/relationships" id="267" r:id="R891d6f1b81c94aa4"/>
    <p:sldId xmlns:r="http://schemas.openxmlformats.org/officeDocument/2006/relationships" id="268" r:id="Rf44fc38b4ac94332"/>
    <p:sldId xmlns:r="http://schemas.openxmlformats.org/officeDocument/2006/relationships" id="269" r:id="Rff7e10d2cd4547fe"/>
    <p:sldId xmlns:r="http://schemas.openxmlformats.org/officeDocument/2006/relationships" id="270" r:id="Rb4dba5e102ac4f1c"/>
    <p:sldId xmlns:r="http://schemas.openxmlformats.org/officeDocument/2006/relationships" id="271" r:id="Rf0c55eb10f0d4577"/>
    <p:sldId xmlns:r="http://schemas.openxmlformats.org/officeDocument/2006/relationships" id="272" r:id="Ra45f293a8d0d422e"/>
    <p:sldId xmlns:r="http://schemas.openxmlformats.org/officeDocument/2006/relationships" id="273" r:id="Rd63d5b58d860499a"/>
    <p:sldId xmlns:r="http://schemas.openxmlformats.org/officeDocument/2006/relationships" id="274" r:id="Ree7976b28c2f44fc"/>
    <p:sldId xmlns:r="http://schemas.openxmlformats.org/officeDocument/2006/relationships" id="275" r:id="R0a991807bfdc4cf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d4dd45f07b7a4bdc"/><Relationship Type="http://schemas.openxmlformats.org/officeDocument/2006/relationships/slideMaster" Target="/ppt/slideMasters/slideMaster1.xml" Id="Re2d8d9082bb04ad0"/><Relationship Type="http://schemas.openxmlformats.org/officeDocument/2006/relationships/presProps" Target="/ppt/presProps.xml" Id="R26b0a5dd3c5149d9"/><Relationship Type="http://schemas.openxmlformats.org/officeDocument/2006/relationships/tableStyles" Target="/ppt/tableStyles.xml" Id="R5e61628b32564a2f"/><Relationship Type="http://schemas.openxmlformats.org/officeDocument/2006/relationships/slide" Target="/ppt/slides/slide1.xml" Id="R67446e02f54243d8"/><Relationship Type="http://schemas.openxmlformats.org/officeDocument/2006/relationships/slide" Target="/ppt/slides/slide2.xml" Id="Rdf50ddee2a5e4bba"/><Relationship Type="http://schemas.openxmlformats.org/officeDocument/2006/relationships/slide" Target="/ppt/slides/slide3.xml" Id="R1d44eaaaf3df4fae"/><Relationship Type="http://schemas.openxmlformats.org/officeDocument/2006/relationships/slide" Target="/ppt/slides/slide4.xml" Id="R3a35a23d60754ee3"/><Relationship Type="http://schemas.openxmlformats.org/officeDocument/2006/relationships/slide" Target="/ppt/slides/slide5.xml" Id="R222e690e3f2847d3"/><Relationship Type="http://schemas.openxmlformats.org/officeDocument/2006/relationships/slide" Target="/ppt/slides/slide6.xml" Id="Rd0fcb23512ea4d92"/><Relationship Type="http://schemas.openxmlformats.org/officeDocument/2006/relationships/slide" Target="/ppt/slides/slide7.xml" Id="Rd068e88e5b4340ec"/><Relationship Type="http://schemas.openxmlformats.org/officeDocument/2006/relationships/slide" Target="/ppt/slides/slide8.xml" Id="Rbbe6a4fe253a4fb0"/><Relationship Type="http://schemas.openxmlformats.org/officeDocument/2006/relationships/slide" Target="/ppt/slides/slide9.xml" Id="R2667313ba7b847b5"/><Relationship Type="http://schemas.openxmlformats.org/officeDocument/2006/relationships/slide" Target="/ppt/slides/slide10.xml" Id="R80c932a18c974784"/><Relationship Type="http://schemas.openxmlformats.org/officeDocument/2006/relationships/slide" Target="/ppt/slides/slide11.xml" Id="Rec9fd53866b9485a"/><Relationship Type="http://schemas.openxmlformats.org/officeDocument/2006/relationships/slide" Target="/ppt/slides/slide12.xml" Id="R891d6f1b81c94aa4"/><Relationship Type="http://schemas.openxmlformats.org/officeDocument/2006/relationships/slide" Target="/ppt/slides/slide13.xml" Id="Rf44fc38b4ac94332"/><Relationship Type="http://schemas.openxmlformats.org/officeDocument/2006/relationships/slide" Target="/ppt/slides/slide14.xml" Id="Rff7e10d2cd4547fe"/><Relationship Type="http://schemas.openxmlformats.org/officeDocument/2006/relationships/slide" Target="/ppt/slides/slide15.xml" Id="Rb4dba5e102ac4f1c"/><Relationship Type="http://schemas.openxmlformats.org/officeDocument/2006/relationships/slide" Target="/ppt/slides/slide16.xml" Id="Rf0c55eb10f0d4577"/><Relationship Type="http://schemas.openxmlformats.org/officeDocument/2006/relationships/slide" Target="/ppt/slides/slide17.xml" Id="Ra45f293a8d0d422e"/><Relationship Type="http://schemas.openxmlformats.org/officeDocument/2006/relationships/slide" Target="/ppt/slides/slide18.xml" Id="Rd63d5b58d860499a"/><Relationship Type="http://schemas.openxmlformats.org/officeDocument/2006/relationships/slide" Target="/ppt/slides/slide19.xml" Id="Ree7976b28c2f44fc"/><Relationship Type="http://schemas.openxmlformats.org/officeDocument/2006/relationships/slide" Target="/ppt/slides/slide20.xml" Id="R0a991807bfdc4cf7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cee89e6647a4014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5f22539cb1e468c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b37f6f12f624b4e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d1b081a849e4411d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29a71b0a0db6452e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d5bc22208dc0481b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608E440-6022-414A-AAD6-1E6879D1E7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18AA19B-90D0-4472-95B6-08EDA3A6B43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18103D4-A70A-4C90-A7C7-8B050F0A16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B307FEE-9725-4875-ACDC-E285C217D9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2CA2559-4B49-4248-B9B9-7C1413109A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58D9C88-6C7C-47BC-B9E1-E3BF37C514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0CA6B92-9D9A-472F-960D-C9555A9C39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93758D1-FDF4-40A3-A7A4-E9DF2BE946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BD72E4F-C927-4E8D-B4C7-B747BAF865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FD7B576-64C3-4519-834F-6E00E69B50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906f0bb3719d4309"/><Relationship Type="http://schemas.openxmlformats.org/officeDocument/2006/relationships/slideLayout" Target="/ppt/slideLayouts/slideLayout1.xml" Id="R1d10a03c9fc24181"/><Relationship Type="http://schemas.openxmlformats.org/officeDocument/2006/relationships/slideLayout" Target="/ppt/slideLayouts/slideLayout2.xml" Id="Ra0a8366c50ab456e"/><Relationship Type="http://schemas.openxmlformats.org/officeDocument/2006/relationships/slideLayout" Target="/ppt/slideLayouts/slideLayout3.xml" Id="R58c8c480765c4687"/><Relationship Type="http://schemas.openxmlformats.org/officeDocument/2006/relationships/slideLayout" Target="/ppt/slideLayouts/slideLayout4.xml" Id="Rbf1a1e572aec4bfb"/><Relationship Type="http://schemas.openxmlformats.org/officeDocument/2006/relationships/slideLayout" Target="/ppt/slideLayouts/slideLayout5.xml" Id="Rf02c5205af5b4c93"/><Relationship Type="http://schemas.openxmlformats.org/officeDocument/2006/relationships/slideLayout" Target="/ppt/slideLayouts/slideLayout6.xml" Id="Rdf00fc08663046b4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10a03c9fc24181"/>
    <p:sldLayoutId xmlns:r="http://schemas.openxmlformats.org/officeDocument/2006/relationships" id="2147483650" r:id="Ra0a8366c50ab456e"/>
    <p:sldLayoutId xmlns:r="http://schemas.openxmlformats.org/officeDocument/2006/relationships" id="2147483651" r:id="R58c8c480765c4687"/>
    <p:sldLayoutId xmlns:r="http://schemas.openxmlformats.org/officeDocument/2006/relationships" id="2147483652" r:id="Rbf1a1e572aec4bfb"/>
    <p:sldLayoutId xmlns:r="http://schemas.openxmlformats.org/officeDocument/2006/relationships" id="2147483653" r:id="Rf02c5205af5b4c93"/>
    <p:sldLayoutId xmlns:r="http://schemas.openxmlformats.org/officeDocument/2006/relationships" id="2147483654" r:id="Rdf00fc08663046b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fc7d216daaeb4569"/><Relationship Type="http://schemas.openxmlformats.org/officeDocument/2006/relationships/image" Target="/ppt/media/image.png" Id="Ra17c6d49d3f542d3"/><Relationship Type="http://schemas.openxmlformats.org/officeDocument/2006/relationships/image" Target="/ppt/media/image2.png" Id="R09f49a02a5064046"/><Relationship Type="http://schemas.openxmlformats.org/officeDocument/2006/relationships/image" Target="/ppt/media/image3.png" Id="R20a85720ed8f4728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313a979b46b4cae"/><Relationship Type="http://schemas.openxmlformats.org/officeDocument/2006/relationships/image" Target="/ppt/media/image4.png" Id="Re9d4fd38df6e49d9"/><Relationship Type="http://schemas.openxmlformats.org/officeDocument/2006/relationships/image" Target="/ppt/media/image5.png" Id="R64c8f278fc894fac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c95af36363f4145"/><Relationship Type="http://schemas.openxmlformats.org/officeDocument/2006/relationships/image" Target="/ppt/media/image6.png" Id="Re0902de2e0f242d9"/><Relationship Type="http://schemas.openxmlformats.org/officeDocument/2006/relationships/image" Target="/ppt/media/image7.png" Id="R11db96480d0f4b12"/><Relationship Type="http://schemas.openxmlformats.org/officeDocument/2006/relationships/image" Target="/ppt/media/image8.png" Id="R4e79bd0b302e4326"/><Relationship Type="http://schemas.openxmlformats.org/officeDocument/2006/relationships/image" Target="/ppt/media/image9.png" Id="R78bac0894aa84cfc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d7f4287bb754c18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60809cfb3b54d33"/><Relationship Type="http://schemas.openxmlformats.org/officeDocument/2006/relationships/image" Target="/ppt/media/image10.png" Id="R08a8c7bd8b4b4738"/><Relationship Type="http://schemas.openxmlformats.org/officeDocument/2006/relationships/image" Target="/ppt/media/image11.png" Id="Ra6ee35f845024289"/><Relationship Type="http://schemas.openxmlformats.org/officeDocument/2006/relationships/image" Target="/ppt/media/image12.png" Id="R4a9a10d0a00c429d"/><Relationship Id="rIdWeek06Animation" Type="http://schemas.openxmlformats.org/officeDocument/2006/relationships/hyperlink" Target="https://arbenl.github.io/lendet/2026-2027/mobile/java-06/infrastructure.html" TargetMode="External"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c2e5416e57349f6"/><Relationship Type="http://schemas.openxmlformats.org/officeDocument/2006/relationships/image" Target="/ppt/media/image13.png" Id="Rb5c77cefc2074bae"/><Relationship Type="http://schemas.openxmlformats.org/officeDocument/2006/relationships/image" Target="/ppt/media/image14.png" Id="R4c1682c4f1784656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7f5455d14184eab"/><Relationship Type="http://schemas.openxmlformats.org/officeDocument/2006/relationships/image" Target="/ppt/media/image15.png" Id="R16b187e94d7047d7"/><Relationship Type="http://schemas.openxmlformats.org/officeDocument/2006/relationships/image" Target="/ppt/media/image16.png" Id="R8f1d6f36e33e42aa"/><Relationship Type="http://schemas.openxmlformats.org/officeDocument/2006/relationships/image" Target="/ppt/media/image17.png" Id="R1fb88681e7cf459d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b3da875b44b4001"/><Relationship Type="http://schemas.openxmlformats.org/officeDocument/2006/relationships/image" Target="/ppt/media/image18.png" Id="R06474be23df84f8f"/><Relationship Type="http://schemas.openxmlformats.org/officeDocument/2006/relationships/image" Target="/ppt/media/image19.png" Id="R7108188c288748d0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ec7dce0146b4a8b"/><Relationship Type="http://schemas.openxmlformats.org/officeDocument/2006/relationships/image" Target="/ppt/media/image20.png" Id="R747c281c549b4515"/><Relationship Type="http://schemas.openxmlformats.org/officeDocument/2006/relationships/image" Target="/ppt/media/image21.png" Id="Rc6a0370075744b65"/><Relationship Type="http://schemas.openxmlformats.org/officeDocument/2006/relationships/image" Target="/ppt/media/image22.png" Id="Rc74f116e853d47cd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3fca130cba5946f7"/><Relationship Type="http://schemas.openxmlformats.org/officeDocument/2006/relationships/image" Target="/ppt/media/image23.png" Id="Rdd49383aea5a4d10"/><Relationship Type="http://schemas.openxmlformats.org/officeDocument/2006/relationships/image" Target="/ppt/media/image24.png" Id="R9303eab3ac19436a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eaa24dec33e4787"/><Relationship Type="http://schemas.openxmlformats.org/officeDocument/2006/relationships/image" Target="/ppt/media/image25.png" Id="Rce4250f124ad4edc"/><Relationship Type="http://schemas.openxmlformats.org/officeDocument/2006/relationships/image" Target="/ppt/media/image26.png" Id="Re165ca055423454b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a7561313b4b49c5"/><Relationship Type="http://schemas.openxmlformats.org/officeDocument/2006/relationships/image" Target="/ppt/media/image27.png" Id="Rced9076d86c74129"/><Relationship Type="http://schemas.openxmlformats.org/officeDocument/2006/relationships/image" Target="/ppt/media/image28.png" Id="Rf212939a3ee64b18"/><Relationship Type="http://schemas.openxmlformats.org/officeDocument/2006/relationships/image" Target="/ppt/media/image29.png" Id="R63922496c7b44a4b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add63cf8899e4ceb"/><Relationship Type="http://schemas.openxmlformats.org/officeDocument/2006/relationships/image" Target="/ppt/media/image30.png" Id="R0b1fb5504ade4892"/><Relationship Type="http://schemas.openxmlformats.org/officeDocument/2006/relationships/image" Target="/ppt/media/image31.png" Id="R0eb29446fdea4913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2714c5c07ce4efc"/><Relationship Type="http://schemas.openxmlformats.org/officeDocument/2006/relationships/image" Target="/ppt/media/image32.png" Id="Rca7c7e0d48e045fb"/><Relationship Type="http://schemas.openxmlformats.org/officeDocument/2006/relationships/image" Target="/ppt/media/image33.png" Id="Rbf0d4b88c6924f74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834d17079fd54d8e"/><Relationship Type="http://schemas.openxmlformats.org/officeDocument/2006/relationships/image" Target="/ppt/media/image34.png" Id="Rf56b836c048f4e01"/><Relationship Type="http://schemas.openxmlformats.org/officeDocument/2006/relationships/image" Target="/ppt/media/image35.png" Id="Raad549ed746e454e"/><Relationship Type="http://schemas.openxmlformats.org/officeDocument/2006/relationships/image" Target="/ppt/media/image36.png" Id="R127cfc8cbcb3494c"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e6eeac9f7464a6e"/><Relationship Type="http://schemas.openxmlformats.org/officeDocument/2006/relationships/image" Target="/ppt/media/image37.png" Id="Ra33c874b4d5641db"/><Relationship Type="http://schemas.openxmlformats.org/officeDocument/2006/relationships/image" Target="/ppt/media/image38.png" Id="R8f5f636e236e4105"/><Relationship Type="http://schemas.openxmlformats.org/officeDocument/2006/relationships/image" Target="/ppt/media/image39.png" Id="R7562c0b05af24bb1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0c19d97f93514cb5"/><Relationship Type="http://schemas.openxmlformats.org/officeDocument/2006/relationships/image" Target="/ppt/media/image40.png" Id="Rfd88f351cd714391"/><Relationship Type="http://schemas.openxmlformats.org/officeDocument/2006/relationships/image" Target="/ppt/media/image41.png" Id="Rd923709c65c24b66"/><Relationship Type="http://schemas.openxmlformats.org/officeDocument/2006/relationships/image" Target="/ppt/media/image42.png" Id="Re9c3ffaa77c24f07"/><Relationship Type="http://schemas.openxmlformats.org/officeDocument/2006/relationships/image" Target="/ppt/media/image43.png" Id="R6c38c6b5694d4954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b74f7c9d014441c"/><Relationship Type="http://schemas.openxmlformats.org/officeDocument/2006/relationships/image" Target="/ppt/media/image44.png" Id="Raa74e995cb67432a"/><Relationship Type="http://schemas.openxmlformats.org/officeDocument/2006/relationships/image" Target="/ppt/media/image45.png" Id="R82e2e7a478cd43ee"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ec621927cf04b65"/><Relationship Type="http://schemas.openxmlformats.org/officeDocument/2006/relationships/image" Target="/ppt/media/image46.png" Id="R25f31fabb7a64e77"/><Relationship Type="http://schemas.openxmlformats.org/officeDocument/2006/relationships/image" Target="/ppt/media/image47.png" Id="R3714bc04df8c4cb2"/><Relationship Type="http://schemas.openxmlformats.org/officeDocument/2006/relationships/image" Target="/ppt/media/image48.png" Id="Raf07763fcc0b45f8"/></Relationships>
</file>

<file path=ppt/slides/_rels/slide2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278d8495046447c"/><Relationship Type="http://schemas.openxmlformats.org/officeDocument/2006/relationships/image" Target="/ppt/media/image49.png" Id="R344292074da643ef"/><Relationship Type="http://schemas.openxmlformats.org/officeDocument/2006/relationships/image" Target="/ppt/media/image50.png" Id="R7215a75d03eb4b2e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3B1127-DA10-46DF-9D0C-FD075D53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0–3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8B2777-56AE-4617-8BC4-DE10EF06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01 / 20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154AC4-28B8-41FC-8289-C8ABC7C24F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7c6d49d3f542d3"/>
          <a:stretch xmlns:a="http://schemas.openxmlformats.org/drawingml/2006/main"/>
        </p:blipFill>
        <p:spPr>
          <a:xfrm xmlns:a="http://schemas.openxmlformats.org/drawingml/2006/main">
            <a:off x="10334625" y="896860"/>
            <a:ext cx="1238250" cy="24463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2920B5-9958-4A14-8313-26B3BB933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52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Sinjali u zhduk. Po udhëtimi?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494C8C-0AA6-49ED-9E33-7D86134643C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f49a02a5064046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DC088D-B0F3-4279-BFDD-FECD39A1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Dritoni · shofer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571617-9600-4300-88CD-96108BE4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3 vende drejt AAB-së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23AA42-A2C1-4186-B6D0-6989AE316C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a85720ed8f4728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308C2E-D6A2-45E5-A7A5-1DEBE520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Telefoni pa internet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44806-62CE-49F6-B193-244FAE7E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Dritoni nuk e arrin serverin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DF99AA-3C82-41FD-91E4-F7AAB63D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Dritoni ka publikuar udhëtimin drejt AAB-së dhe ofron 3 vende të lira në veturë. Telefoni i tij humb lidhjen me internetin.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Çfarë mund të lexojë Dritoni kur e hap përsëri listën publike të RideShare?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4C8B0-C385-4A9D-924B-012EDE35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Zgjidhni para se të vazhdojmë: çfarë duhet të shfaqet?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4F48BC-870B-4A8E-81C3-860B393EF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00675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Lista e fundit, me kohën kur u ruajt.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“Rezervimi u konfirmua”.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“Vendet janë ende të njëjta”.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0B3A25-9F82-422D-9A31-1A9AC3C57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10953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 A / B / C · Shpjegoni arsyen · Pastaj kaloni te slajdi tjetër</a:t>
            </a:r>
          </a:p>
        </p:txBody>
      </p:sp>
    </p:spTree>
    <p:extLst>
      <p:ext uri="{BB962C8B-B14F-4D97-AF65-F5344CB8AC3E}">
        <p14:creationId xmlns:p14="http://schemas.microsoft.com/office/powerpoint/2010/main" val="2002299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D8691A-91E4-4469-ACE1-93857289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3–5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E408F8-ADFD-4EC2-A834-25E06415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02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FAA64E-0883-4871-A085-C3CCC77A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Interneti ndalet. Leximi vazhdon.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5C218-8B59-472F-8CEC-5E09766CCA2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d4fd38df6e49d9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74302-C86D-4B7F-9431-0A247CF6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Lexo kopjen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F9C9CC-7AE5-4923-B0F3-7549A94F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Lista e fundit + koha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0F8A62-ED16-498F-9B35-3978FDA9C2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c8f278fc894fac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2E6641-D310-451C-AB49-55DFFA6A6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Mos shpik sukses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8DD4DC-E974-4234-B914-CB5F91DD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 konfirmim rezervimi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057202-5E82-4B25-9AFD-594FCF4A6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Nëse lista u ruajt më parë, Dritoni mund ta lexojë kopjen publike në telefonin e tij.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është studentja që kërkon vend. Ajo mund të vazhdojë online edhe kur telefoni i Dritonit është pa lidhje.</a:t>
            </a:r>
          </a:p>
        </p:txBody>
      </p:sp>
    </p:spTree>
    <p:extLst>
      <p:ext uri="{BB962C8B-B14F-4D97-AF65-F5344CB8AC3E}">
        <p14:creationId xmlns:p14="http://schemas.microsoft.com/office/powerpoint/2010/main" val="12742866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20D931-9C0E-44EC-9F72-5EA7FB35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5–6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1EB7A7-40AB-4AD5-9EDD-FD027990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03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48038A-8F9C-4E03-9C16-717DDB75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RideShare po fiton një aftësi të re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25A478-E830-4C20-9216-CFE4F60B73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902de2e0f242d9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5BAD8E-ED4E-4D8B-A8D1-5F684CF5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246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Java 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7508D3-E784-4E88-A66F-A7E7A99A2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24669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Ekranet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B234A-37CF-4C86-A5A8-AF87BB9836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b96480d0f4b12"/>
          <a:stretch xmlns:a="http://schemas.openxmlformats.org/drawingml/2006/main"/>
        </p:blipFill>
        <p:spPr>
          <a:xfrm xmlns:a="http://schemas.openxmlformats.org/drawingml/2006/main">
            <a:off x="3438525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E2040D-D0D1-4A27-B6F7-5A091EAB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695575"/>
            <a:ext cx="246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Java 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671FA-F811-4909-AA78-29AE0666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238500"/>
            <a:ext cx="24669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Neon · të dhënat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FB4038-E2F1-4D42-B0DC-C7310DB638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9bd0b302e4326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8EA6A2-F128-4B47-A392-5C7AADE8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95575"/>
            <a:ext cx="246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Java 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730A6-DAF3-4819-9947-2ED933D5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24669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Hyrja dhe lejet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8D6C2-BA91-4344-80D2-FBF120B982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bac0894aa84cfc"/>
          <a:stretch xmlns:a="http://schemas.openxmlformats.org/drawingml/2006/main"/>
        </p:blipFill>
        <p:spPr>
          <a:xfrm xmlns:a="http://schemas.openxmlformats.org/drawingml/2006/main">
            <a:off x="9096375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0FD4D-A567-4C69-A13A-BA4DB00F6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695575"/>
            <a:ext cx="246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Java 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68386A-47B5-4B2E-AA85-14FCFF73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238500"/>
            <a:ext cx="24669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Kopja në pajisje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94F2C5-872B-48EE-839F-30C7CD98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Nga ekrani, te të dhënat dhe lejet: sot shtojmë leximin pa internet.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fund do të shpjegosh ku ruhet lista dhe kur duhet pyetur sërish serveri.</a:t>
            </a:r>
          </a:p>
        </p:txBody>
      </p:sp>
    </p:spTree>
    <p:extLst>
      <p:ext uri="{BB962C8B-B14F-4D97-AF65-F5344CB8AC3E}">
        <p14:creationId xmlns:p14="http://schemas.microsoft.com/office/powerpoint/2010/main" val="15357722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F6CBD4-A61C-43C2-8C92-277C1E9EB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6–9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B49060-07F7-4BD2-B6B2-BDC44961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04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4E2F08-7373-45CA-803C-80E1485E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 udhëton lista?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2CFA8-6E40-46EC-BB69-67122F4F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PUBLICIMI I KODIT · kur bën Commit → Push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32E405-FDC7-4E48-B28A-4B5D45A4C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3238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238"/>
          </a:solidFill>
          <a:ln xmlns:a="http://schemas.openxmlformats.org/drawingml/2006/main" w="9525">
            <a:solidFill>
              <a:srgbClr val="FDA4A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69FB94-441A-4C15-8C82-1F3697171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Laptop · Git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9CBE2D-265F-436E-AFDE-105AB1E5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4288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058214-5B08-4281-995E-6C7AFF668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333625"/>
            <a:ext cx="3238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238"/>
          </a:solidFill>
          <a:ln xmlns:a="http://schemas.openxmlformats.org/drawingml/2006/main" w="9525">
            <a:solidFill>
              <a:srgbClr val="FDA4A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066D8-0F39-4011-85B9-5992FBFB0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447925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GitHub · repository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11DFA8-4204-4DE0-87DB-EC3E7522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288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E0C85-2B1E-4DE7-A862-63D2CD69F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333625"/>
            <a:ext cx="323850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238"/>
          </a:solidFill>
          <a:ln xmlns:a="http://schemas.openxmlformats.org/drawingml/2006/main" w="9525">
            <a:solidFill>
              <a:srgbClr val="FDA4A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BC401-B25A-4507-BFA2-1F92D777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47925"/>
            <a:ext cx="2971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Vercel · build / deploy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F6E350-7B64-4C9C-BC1D-EEDFF8A6F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LEXIMI I LISTËS · gjatë përdorimit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1CB16E-E4A2-4BC0-AF8E-7E18911B7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23336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238"/>
          </a:solidFill>
          <a:ln xmlns:a="http://schemas.openxmlformats.org/drawingml/2006/main" w="9525">
            <a:solidFill>
              <a:srgbClr val="FDA4A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C3CF86-E72E-46E8-98A3-1105BEB9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33800"/>
            <a:ext cx="20669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Telefoni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Shfletues / PWA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F22FAA-A376-47E2-A0A0-9ECC5D75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8100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F6D9D1-1DC9-445C-A055-3D4D6E17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619500"/>
            <a:ext cx="23336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238"/>
          </a:solidFill>
          <a:ln xmlns:a="http://schemas.openxmlformats.org/drawingml/2006/main" w="9525">
            <a:solidFill>
              <a:srgbClr val="FDA4AF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B35EB8-3CAB-4948-BFF1-8AB8E82D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733800"/>
            <a:ext cx="20669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Service worker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pajisje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775C5B-908F-493D-976C-A59DFA0A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38100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3511B3-990D-48E2-9E8E-4FCA9B189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19500"/>
            <a:ext cx="23336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238"/>
          </a:solidFill>
          <a:ln xmlns:a="http://schemas.openxmlformats.org/drawingml/2006/main" w="9525">
            <a:solidFill>
              <a:srgbClr val="FDA4A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66048D-F530-4858-8034-7298F24B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33800"/>
            <a:ext cx="20669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Vercel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Serveri Next.js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0A120E-0B98-49F4-B96C-3F33750F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810000"/>
            <a:ext cx="400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C283A3-963D-4575-8F65-8A3E382C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19500"/>
            <a:ext cx="233362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238"/>
          </a:solidFill>
          <a:ln xmlns:a="http://schemas.openxmlformats.org/drawingml/2006/main" w="9525">
            <a:solidFill>
              <a:srgbClr val="FDA4A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0F6F9F-A692-4A39-8791-F53811F3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733800"/>
            <a:ext cx="20669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Neon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PostgreSQL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46FF8A-A7EB-453C-90B8-56E98383E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572000"/>
            <a:ext cx="428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C6FB41-98C4-48D3-AD40-45DA3777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953000"/>
            <a:ext cx="28575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238"/>
          </a:solidFill>
          <a:ln xmlns:a="http://schemas.openxmlformats.org/drawingml/2006/main" w="9525">
            <a:solidFill>
              <a:srgbClr val="FDA4A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C724B3-9894-4930-B54A-56B61690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67300"/>
            <a:ext cx="2590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Cache · kopja publike</a:t>
            </a:r>
          </a:p>
          <a:p xmlns:a="http://schemas.openxmlformats.org/drawingml/2006/main">
            <a:pPr>
              <a:defRPr sz="15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Koha e ruajtjes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3A69DD-C7A3-4318-BB40-A723BB02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019675"/>
            <a:ext cx="4667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Pa internet: lexo kopjen në pajisje.</a:t>
            </a:r>
          </a:p>
          <a:p xmlns:a="http://schemas.openxmlformats.org/drawingml/2006/main">
            <a:pPr>
              <a:defRPr sz="165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Asnjë rezervim nuk konfirmohet.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D85940-83B7-4301-A410-42A92BDF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537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dhe GitHub dërgojnë kodin në Vercel. Kjo është rruga e publikimit.</a:t>
            </a:r>
          </a:p>
          <a:p xmlns:a="http://schemas.openxmlformats.org/drawingml/2006/main">
            <a:pPr>
              <a:defRPr sz="15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Gjatë përdorimit, telefoni kërkon listën përmes API-së (Application Programming Interface – ndërfaqe programimi). Kopja mbetet në këtë pajisje.</a:t>
            </a:r>
          </a:p>
        </p:txBody>
      </p:sp>
    </p:spTree>
    <p:extLst>
      <p:ext uri="{BB962C8B-B14F-4D97-AF65-F5344CB8AC3E}">
        <p14:creationId xmlns:p14="http://schemas.microsoft.com/office/powerpoint/2010/main" val="9059848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334B4C-E819-4970-BEA3-EDC864633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9–13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BB1D4F-FCD3-4E02-88FD-C5763C7DC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05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5C82BE-8350-4CC8-B9A0-8CAB97E1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Ndaleni kërkesën te pika e duhur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BF2CDE-7F4D-407B-BF45-E8AA48CE31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a8c7bd8b4b4738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F5C276-905D-4405-A035-A973D848A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 internet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4B888A-8191-46D7-80A8-92D8AC36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Serveri → lista → kopja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67CAB0-01DE-4BBC-8A2C-C462FCA59D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e35f845024289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FA1E1A-47BD-44E9-9143-E64A2C5A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 internet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254284-DBB6-4DB3-A646-D39CABD11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Kopja → koha e ruajtjes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EDCFE4-9C02-4698-849C-6CCFBD4FA7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9a10d0a00c429d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D179C-5C13-46FA-8241-297DD049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Lidhja rikthehet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94638-9F24-40A7-94F3-35CCDD6F7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Kërko përgjigje të 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2FCF9C-4E01-4EEC-A482-11C059B5F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Nis “Me internet”. Para hapit tjetër, tregoni me dorë ku do të shkojë kërkesa.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Kaloni te “Pa internet”: cila rrugë mbetet brenda telefonit?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1760DE-3A0A-4301-9DD2-AB822BC1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1095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A4AF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Week06Animation"/>
              </a:rPr>
              <a:t>Animacioni live: https://arbenl.github.io/lendet/2026-2027/mobile/java-06/infrastructure.html</a:t>
            </a:r>
          </a:p>
        </p:txBody>
      </p:sp>
    </p:spTree>
    <p:extLst>
      <p:ext uri="{BB962C8B-B14F-4D97-AF65-F5344CB8AC3E}">
        <p14:creationId xmlns:p14="http://schemas.microsoft.com/office/powerpoint/2010/main" val="16606799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8266D-65A5-40F6-A1A9-82AE4596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13–16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AF8153-B367-458C-BF72-C2A091C0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06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96D13A-588A-4618-8CFC-E9AE5782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Ikona në telefon nuk është provë offline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11EAEF-2053-48D7-89AC-1250E7ABFA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77cefc2074bae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643EA-9013-40C7-B2FE-E681B923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Manifesti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C665B-51B4-43F6-B6E4-D8581082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Identiteti i aplikacionit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60E7A0-176A-494A-A64D-C473B84146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1682c4f1784656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F7F2C-2D8D-4EF1-ABB1-14BEF594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Cache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871D43-7430-4310-84B1-46F65E29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Kopja lokale e listës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C7560D-B220-4F71-BEB4-D2AEDB93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PWA (Progressive Web App – aplikacion web progresiv) mund të ofrojë instalim dhe aftësi të aplikacionit.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Manifesti përcakton emrin, ikonat dhe mënyrën e hapjes. Ruajtja e listës është punë tjetër.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F6C349-6225-4EBF-AED0-0713A8F0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Nëse e instaloj RideShare, a ruhet vetvetiu çdo udhëtim?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701182-E45E-443E-AFE5-EE6F41F4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Instalimi nuk provon leximin offline. Duhet të përcaktojmë çfarë ruajmë dhe ta testojmë pa rrjet.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4FD2F6-46C2-428D-A0AC-1F4AD77C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77025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https://nextjs.org/docs/app/guides/progressive-web-apps</a:t>
            </a:r>
          </a:p>
        </p:txBody>
      </p:sp>
    </p:spTree>
    <p:extLst>
      <p:ext uri="{BB962C8B-B14F-4D97-AF65-F5344CB8AC3E}">
        <p14:creationId xmlns:p14="http://schemas.microsoft.com/office/powerpoint/2010/main" val="21395422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2EE2AA-2776-4CE2-ADAD-B596FAD8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16–19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176ACD-B007-489C-B835-50D8332E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07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1C560F-23D8-42C6-829D-3DF356EF1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 worker: portieri i kërkesës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E6E8DB-EF47-4A25-B50C-03979AEABD7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b187e94d7047d7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725712-669B-473F-8FAC-43A8902B7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Kërkesa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3083F5-C022-4E1E-99C2-83F49640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GET /api/udhetimet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2B3636-228D-499C-A71C-ECDF8675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907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82B6F8-A3FF-451E-8563-6365D01044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1d6f36e33e42aa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D6EA15-8B80-4891-9621-62C93DDD9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Service worker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B13711-BEDA-41BF-B1DC-F6C2E9C9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Zgjedh rrjetin ose kopjen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5166F-C554-41F3-B743-42380F8A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907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A1393A-120F-4FCC-8D84-1B622AC21B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88681e7cf459d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21B2B4-BC94-46F6-A3DE-DA5106A3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Next.js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BE9966-6D90-440E-ABDE-0BDE473C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Serveri në Vercel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BD4F9F-91C3-4895-A8B0-E594001C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Service worker është një skript që punon në shfletues dhe trajton kërkesa të caktuara.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laborator provon rrjetin për listën publike; në dështim kërkon kopjen lokale. Nuk ekzekuton pyetje në databazë dhe nuk mban sekretin e Neon.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8B08EE-DC3C-4381-A44D-DE69A077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77025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https://developer.mozilla.org/en-US/docs/Web/API/Service_Worker_API/Using_Service_Workers</a:t>
            </a:r>
          </a:p>
        </p:txBody>
      </p:sp>
    </p:spTree>
    <p:extLst>
      <p:ext uri="{BB962C8B-B14F-4D97-AF65-F5344CB8AC3E}">
        <p14:creationId xmlns:p14="http://schemas.microsoft.com/office/powerpoint/2010/main" val="12452012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C74CE0-368F-407A-95AF-E129872C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19–21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C93D25-E4A4-4178-A44F-67AB145F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08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D2B7FB-C603-415A-91E8-8543F14E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 është në telefonin tënd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4EE364-1F9D-4ACF-8F70-D2F58B12522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474be23df84f8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303463-0B32-4BE2-80BE-234FA690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Cache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1A22FC-C432-41DB-8B4A-9FB1A660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Në këtë shfletues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358332-7817-4029-ADFF-206358D8CE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08188c288748d0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3D9440-5BFF-4A28-AC46-CA7E71C10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Neon PostgreSQL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EA62CB-68EF-4AAD-B9B0-197E119C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Burimi në server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2B44DA-5EC1-4BB6-9430-0C026A1EA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Mendoje si një shënim që Arta e mori me vete. Neon është burimi i të dhënave; cache është kopja e leximit.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I njëjti link në telefonin e shokut nuk i transferon kopjen e Artës. Cache mund edhe të fshihet.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57B618-AD9D-426D-8D44-566A6D5B4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A është cache një backup i databazës?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5433A6-57B8-4082-BC9B-9EE8E118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Është një kopje lokale për përdorim të kufizuar, jo një kopje rezervë e garantuar e databazës.</a:t>
            </a:r>
          </a:p>
        </p:txBody>
      </p:sp>
    </p:spTree>
    <p:extLst>
      <p:ext uri="{BB962C8B-B14F-4D97-AF65-F5344CB8AC3E}">
        <p14:creationId xmlns:p14="http://schemas.microsoft.com/office/powerpoint/2010/main" val="14364196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9091A9-6666-4B7B-8E06-659BD8E4D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21–24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E9463A-EEA6-4ECD-BDF2-F9C588C9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09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ABFF56-AEB9-42C9-AACD-2E875FDA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Së pari pyet serverin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176AC5-B0D9-4E4B-9D71-442D5DD0FE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7c281c549b4515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21383F-8B1D-496B-8B74-2D693ADF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 · Provo rrjetin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A62BC0-0377-416E-B79A-B899FB3B3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Të dhënat e tanishme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7726A6-4E82-4546-A8FB-92CCCCEF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907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7D217-92C9-44EC-BD52-6F77C2F6A67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a0370075744b65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AC1924-D8E8-4585-9C80-41EC18F3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 · Në dështim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625321-C3A8-41AE-9000-DF7CA183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Kopja e fundit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D48E1-01B6-44D0-83E1-7C8A87D7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907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BC5D9F-D40E-487C-AA17-21D1A760DA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4f116e853d47cd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A89410-036F-4ED3-AA3F-3E87EA4D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 · Pa kopje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E7CB42-73CC-4E1C-80FA-7F9D9A4B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Kërko një vizitë online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78FE37-23AD-4FC2-8638-DAF535EA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Strategjia network-first: kërko listën e tanishme. Në sukses shfaqe dhe ruaj kopjen me kohë të 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dështim lexo kopjen. Kur as kopja nuk ekziston, shpjego çfarë mungon.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D04EE8-BD2B-4CFB-BC54-DFA9A3B39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77025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https://developer.mozilla.org/en-US/docs/Web/Progressive_web_apps/Guides/Offline_and_background_operation</a:t>
            </a:r>
          </a:p>
        </p:txBody>
      </p:sp>
    </p:spTree>
    <p:extLst>
      <p:ext uri="{BB962C8B-B14F-4D97-AF65-F5344CB8AC3E}">
        <p14:creationId xmlns:p14="http://schemas.microsoft.com/office/powerpoint/2010/main" val="4790530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79D655-0574-42EB-82B6-7E894C40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24–27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F71DF7-460D-4877-812E-9CB11A75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10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680862-07D6-4C9D-98E9-422AFAB2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 apo 08:25? Votoni.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B3778B-3001-4803-B15E-00353CF256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49383aea5a4d10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C459F1-F317-4D73-BAF2-C8539178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529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08:15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CFAF23-BF5F-481F-8EB8-E75FCBDF7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 në telefon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8A297-7DF6-474C-90E0-65678C53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Ruajtur në 07:00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D9CA26-A497-4416-A1FD-2D9DCFE4F1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03eab3ac19436a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9682EF-6D9D-4849-AE1F-4F9497918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24125"/>
            <a:ext cx="529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08:25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4759E3-F077-4FD7-8639-D1421E71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67050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Neon tani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F8D23-805B-493E-BD12-87CD730A1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95675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Ndryshuar në 07:05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1820A8-764A-4AE9-8287-C7EC1A5D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07:00: Arta ruan udhëtimin e Dritonit. 07:05: Dritoni ndryshon orën e nisjes në server.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07:10: Arta është pa internet. Ende nuk ka marrë përgjigje të re.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F2AC97-3B01-46C6-9662-D46E5BEB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Cilën orë mund të tregojë telefoni pa shpikur informacion?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2449AC-3B69-4B52-9F18-B9BAB763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00675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08:25, sepse shoferi e ka ndryshuar.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08:15, me kohën dhe paralajmërimin e kopjes.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Asnjëherë nuk lejohet të shfaqet kopja.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5698A6-4A36-42D7-84AA-7D1C26B7B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10953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 A / B / C · Shpjegoni arsyen · Pastaj kaloni te slajdi tjetër</a:t>
            </a:r>
          </a:p>
        </p:txBody>
      </p:sp>
    </p:spTree>
    <p:extLst>
      <p:ext uri="{BB962C8B-B14F-4D97-AF65-F5344CB8AC3E}">
        <p14:creationId xmlns:p14="http://schemas.microsoft.com/office/powerpoint/2010/main" val="13969497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A6AEA6-0F0C-4546-9591-0B5805B4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27–29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995609-63F1-4EAB-A871-A3F9EA65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11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A0FE0B-8B3D-4C61-9D36-1FB6974A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 kujton. Serveri konfirmon.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3985EE-3371-4AD5-AD8B-CE74F74E5BE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250f124ad4edc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788936-052A-4DE9-8AF1-C7FAD6DC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08:15 në kopje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AA83FC-7309-408A-84D0-3BE1D946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Mund të jetë e vjetër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E9CDEB-4B14-4F70-AA06-30AA96FACF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5ca055423454b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C71D2D-DA22-4055-BD3C-ED3B0027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08:25 pas rifreskimit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F52673-E5A7-493D-9669-F55E404B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U mor përgjigje e 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4BDC77-6287-441B-8BA9-79A42808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sheh 08:15, por duhet të lexojë edhe “Kopje e ruajtur në 07:00”.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Vetëm kur serveri përgjigjet përsëri, aplikacioni mund të shfaqë orën e re 08:25.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4DEE59-A907-4C71-AB43-0C2C27C7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Cili mesazh e ndihmon Artën të vendosë drejt?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FDB1B8-8D14-491F-9B7F-86172E4E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“Po shfaqet lista e fundit e ruajtur. Ora dhe vendet mund të kenë ndryshuar.” Koha e ruajtjes e bën kufizimin të dukshëm.</a:t>
            </a:r>
          </a:p>
        </p:txBody>
      </p:sp>
    </p:spTree>
    <p:extLst>
      <p:ext uri="{BB962C8B-B14F-4D97-AF65-F5344CB8AC3E}">
        <p14:creationId xmlns:p14="http://schemas.microsoft.com/office/powerpoint/2010/main" val="6148872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A82410-1BD3-49B5-AC75-95F3CDCA0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29–31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381768-3665-488D-ACFF-74D259BEC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12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F906A7-0B9D-4D03-8F3A-35DA686D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Tri gjendje, tri mesazhe të ndershme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FF4811-BB40-4140-9C67-72CE7785C8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d9076d86c74129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A777CF-5516-4BC7-A086-28FF6DCF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Nga serveri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2E690-CA75-4E4E-9776-ECC0C115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“Lista u lexua tani”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5CB78-576A-4B0C-A0BF-0ADC18C134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12939a3ee64b18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3F4D37-EF25-4D39-9174-0B183AFC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Nga kopja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E1C4F7-0174-4DDD-AD36-651D37D5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“Ruajtur në 07:00”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FC9101-49E9-48EE-835E-53A230D6B6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922496c7b44a4b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8F5A16-A0D6-4356-A1B0-6FDB4283D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 kopje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FD7993-C14F-4527-813C-67298684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“Hape një herë me internet”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A83268-C8DD-4AB5-BC1E-1DA040448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I njëjti ekran duhet ta tregojë burimin e listës, jo vetëm kartat.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Kur mungon kopja, nuk shtojmë udhëtime fiktive për ta mbushur ekranin.</a:t>
            </a:r>
          </a:p>
        </p:txBody>
      </p:sp>
    </p:spTree>
    <p:extLst>
      <p:ext uri="{BB962C8B-B14F-4D97-AF65-F5344CB8AC3E}">
        <p14:creationId xmlns:p14="http://schemas.microsoft.com/office/powerpoint/2010/main" val="19679571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AD1C1-8323-44A0-98ED-2CB5E4F8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31–33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2228F4-4272-4B7C-99FA-0D5A433EE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13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A2678-FCD4-4784-BFC2-2434126E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Në kopje: 1 vend. Në server: 0.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8E7B7-2F76-4690-83EC-0718544240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1fb5504ade4892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9273A-C477-431A-87D7-95339E8F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529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1 vend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F221D7-0FED-4DB6-A104-31124F05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Lista e vjetër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2A3DA2-CBB9-4CAF-A690-1F7F5AE9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95675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Nuk është rezervim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6AB59-59F4-4840-BEEE-36914EBF00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b29446fdea4913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03B98E-EAE7-4855-AFA4-F8BB43F9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24125"/>
            <a:ext cx="5295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3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95E865-01DC-442B-8A5D-AB10B6F7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67050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 nuk arrihet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E84A53-A813-4BBF-8EC6-91332DDE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95675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Suksesi nuk dihet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17DD4-87C0-4511-B17D-51639B3D4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Dikush e ka zënë vendin e fundit në veturën e Dritonit. Telefoni i Artës ende shfaq kopjen e vjetër.</a:t>
            </a:r>
          </a:p>
          <a:p xmlns:a="http://schemas.openxmlformats.org/drawingml/2006/main">
            <a:pPr>
              <a:defRPr sz="172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dëshiron të kërkojë vend. Çfarë duhet të lejojë aplikacioni?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C7C6DC-00B8-4F53-BB7C-4EB7C1CF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Cili është vendimi i sigurt për këtë javë?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302275-B592-4BC7-846F-0CBCDF24E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00675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Trego “U konfirmua” dhe rregulloje më vonë.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Mbaje veprimin të çaktivizuar pa internet.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Ndrysho numrin vetëm në ekran.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ECB734-9119-443F-8C2F-6D41FF407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43675"/>
            <a:ext cx="10953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 A / B / C · Shpjegoni arsyen · Pastaj kaloni te slajdi tjetër</a:t>
            </a:r>
          </a:p>
        </p:txBody>
      </p:sp>
    </p:spTree>
    <p:extLst>
      <p:ext uri="{BB962C8B-B14F-4D97-AF65-F5344CB8AC3E}">
        <p14:creationId xmlns:p14="http://schemas.microsoft.com/office/powerpoint/2010/main" val="6526005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CB76A1-E388-4794-859B-C8274A83B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33–35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09EEEB-3E50-4932-8CDA-6FB1C7F23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14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A22E46-C825-4BFC-A25C-3717069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Lexo publikisht. Vepro me verifikim.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6E6327-85E2-405C-B70A-EAB2B8508F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7c7e0d48e045fb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0CA1BA-69C1-48E4-8EE8-152F1634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Lejohet në kopje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54FB36-7E2C-49BF-927B-3DFA6AF13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GET /api/udhetimet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A9B4C7-34D8-4346-9835-162CA58201B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0d4b88c6924f74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22DC23-64D7-4886-A72C-E89C911A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Kërkon serverin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CF8206-1F22-41F8-A6D8-20072DF9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Hyrja · paneli · rezervimi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E38AC6-8DEC-421D-9FFC-9CA11147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Cache API ruajmë vetëm listën publike, dokumentin offline dhe ikonat e këtij ushtrimi.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Hyrja, paneli dhe veprimet që ndryshojnë të dhëna kalojnë te serveri. Lejet e Javës 5 vazhdojnë të vlejnë.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42CCB8-38DA-4D29-AB92-05391CB7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Pse nuk e ruajmë gjithë panelin për lehtësi?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1BCA35-2C1A-4C3F-947B-72D49AC74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Mund të përmbajë të dhëna private. Një kopje e panelit nuk zëvendëson hyrjen, lejet ose konfirmimin e serverit.</a:t>
            </a:r>
          </a:p>
        </p:txBody>
      </p:sp>
    </p:spTree>
    <p:extLst>
      <p:ext uri="{BB962C8B-B14F-4D97-AF65-F5344CB8AC3E}">
        <p14:creationId xmlns:p14="http://schemas.microsoft.com/office/powerpoint/2010/main" val="72018251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6D55A3-9D73-4713-ABB8-D9EBD6C6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35–37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058FD-43C1-449C-8628-83D5FDBC3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15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42F5ED-5874-4917-B184-73D28A3B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 e vërtetë: rifresko pa internet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C4A81B-C841-4ED9-9143-2029FF84BE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6b836c048f4e01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1CB0BD-985D-404D-95CC-D8CB4B75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 · Hape online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71F141-CB4B-42DF-B448-E30DF1194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Merr worker-in dhe listën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B35F42-CFDF-43CE-B712-FD2A5E9F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907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2F816F-81C6-41C7-B959-0D0A4AB8C0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549ed746e454e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D560F6-9E1A-4F86-A358-4B6A2979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 · Ndalo rrjetin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E31C2D-AA10-4B95-8C54-A61940FE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Vetëm tab-i RideShare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BA2D06-9EDE-4DA9-8BEB-E0DC0D35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907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43774-3257-44AF-9217-CCB87AB184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7cfc8cbcb3494c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EC705-3285-4783-BD6B-F68F7D1B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 · Rifresko faqen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715125-13FB-425B-8060-7E155D6B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Provo çfarë u ruajt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387741-4F4F-4CCD-85D9-5D7E911D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Një tab që mbetet hapur nuk provon se aplikacioni punon offline.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Hape listën fillimisht online, kalo Network → Offline dhe rifresko faqen e listës. Lexuesi offline duhet të shfaqë kopjen dhe kohën, ose të shpjegojë se kopja mungon.</a:t>
            </a:r>
          </a:p>
        </p:txBody>
      </p:sp>
    </p:spTree>
    <p:extLst>
      <p:ext uri="{BB962C8B-B14F-4D97-AF65-F5344CB8AC3E}">
        <p14:creationId xmlns:p14="http://schemas.microsoft.com/office/powerpoint/2010/main" val="140873209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2F024D-C5B3-41D4-AC8B-42BAAC39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37–39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443113-F7EA-41B8-B19F-7C04C179E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16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A6EAB-A1B8-4404-AB1F-A51ADC23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Sinjali u kthye. Po të dhënat?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F1AE50-AD2A-400A-BF75-2E375312BD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c874b4d5641db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878A92-3F85-4FD4-BEC2-7F1D0736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Lidhja duket aktive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268917-49F8-45EB-BD8C-D9F56B97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Nuk është konfirmim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086149-648B-4046-9D7D-582FF3B3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907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55054F-EB73-4B05-82E5-890B070BCFD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5f636e236e4105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4F35B0-FFCC-40AD-BF0F-1EA13D2C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Kërko sërish listën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563C15-505B-4D56-AE08-9451E4072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API: ndërfaqja e aplikacionit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A62E3F-268C-490E-9DC3-AB0DF8F1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907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B898A4-D599-4A1B-9C64-CDF6996DD9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62c0b05af24bb1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F875E9-003E-4645-95F2-73CB6BEC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Përditëso pas suksesit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193B93-EE17-48B9-99D7-B5DCA9CD1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Ora e re në ekran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E56CE6-FE13-460F-9330-254B2F43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Ikona “online” nuk garanton që Vercel ose Neon përgjigjen.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Shtyp “Rifresko listën”. Vetëm një përgjigje e suksesshme e zëvendëson kopjen dhe kohën e saj.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BE8C97-4145-4906-91B6-2D06661C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Nëse serveri dështon, çfarë mbetet në ekran?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72D51B-7843-4D46-A780-54A670D3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Kopja e fundit e mirë, me paralajmërim dhe kohën e saj. Nuk shfaqim sukses të rremë.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59B3CB-EDCC-4B21-9409-C1D08D37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77025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https://developer.mozilla.org/en-US/docs/Web/API/Navigator/onLine</a:t>
            </a:r>
          </a:p>
        </p:txBody>
      </p:sp>
    </p:spTree>
    <p:extLst>
      <p:ext uri="{BB962C8B-B14F-4D97-AF65-F5344CB8AC3E}">
        <p14:creationId xmlns:p14="http://schemas.microsoft.com/office/powerpoint/2010/main" val="201690610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16F29E-80A4-4600-8C78-CEB06EB8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39–41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3320D6-B636-4590-BF6C-F9B60B92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17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798DF-6D83-47C4-B23B-3D2E017D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Shpjegojeni vetëm me ikona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195182-AC3F-4162-BE8F-B69C3ECA19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88f351cd714391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51A0D-8E37-451E-843D-B1C2F1F1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246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Telefoni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B17B3-8859-4AB6-8003-91D9FC4D2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24669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Nis kërkesën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8BB430-AB50-43FE-B8D8-6A105E09C0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3709c65c24b66"/>
          <a:stretch xmlns:a="http://schemas.openxmlformats.org/drawingml/2006/main"/>
        </p:blipFill>
        <p:spPr>
          <a:xfrm xmlns:a="http://schemas.openxmlformats.org/drawingml/2006/main">
            <a:off x="3438525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1CBCEE-7CE4-490F-AEC2-9FB70091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695575"/>
            <a:ext cx="246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AAA18-CFAC-4F71-8688-9A6BD245C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238500"/>
            <a:ext cx="24669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Sot nuk përgjigjet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21AE98-89BF-49EE-BD83-CAC95E4B1D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c3ffaa77c24f07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959C7F-5571-4BF7-B186-7AB6F4006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95575"/>
            <a:ext cx="246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5DA760-9DD7-4EC5-ADF3-19DF24A0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24669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Mbetet për lexim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D10EB7-52F6-400D-A334-0DD89ECD8C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38c6b5694d4954"/>
          <a:stretch xmlns:a="http://schemas.openxmlformats.org/drawingml/2006/main"/>
        </p:blipFill>
        <p:spPr>
          <a:xfrm xmlns:a="http://schemas.openxmlformats.org/drawingml/2006/main">
            <a:off x="9096375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7A7BEC-BC53-4A53-825F-FBF3BB5D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695575"/>
            <a:ext cx="246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Veprimi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17988A-F94B-4C2D-BA40-8029BC543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238500"/>
            <a:ext cx="24669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 konfirmim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707B56-EFB5-4FE5-845B-F7D02099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çift: njëri luan telefonin, tjetri serverin. Tregoni rrugën me gisht dhe shpjegoni arsyen.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Skenari: ka kopje, por serveri nuk përgjigjet. Çfarë lexojmë? Çfarë nuk konfirmojmë?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12CDC-08A5-4D90-8262-996878825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Çfarë ndryshon nëse nuk ka fare kopje?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6A6AF9-1F07-40EF-A9C0-4120CC33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Shfaqet një mesazh që kërkon vizitë online. Nuk shpikim listë dhe nuk premtojmë rezervim.</a:t>
            </a:r>
          </a:p>
        </p:txBody>
      </p:sp>
    </p:spTree>
    <p:extLst>
      <p:ext uri="{BB962C8B-B14F-4D97-AF65-F5344CB8AC3E}">
        <p14:creationId xmlns:p14="http://schemas.microsoft.com/office/powerpoint/2010/main" val="106789884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8359E3-4CAA-4EB3-814A-39031711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41–42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4C1110-0B73-489D-8ADC-4833888F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18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85BDF7-0135-411B-B715-5DCE1502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Kjo aftësi vlen edhe për biznesin tënd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41AB69-F589-4592-9302-B9603C1270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74e995cb67432a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336E64-1896-418A-9A44-1CF9455C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Menuja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7ED15B-4385-445E-B7B3-4DE4B618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Mund të lexohet nga kopja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21966B-88CE-48D0-A903-908778C8B2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e2e7a478cd43ee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FD8A17-1B9A-4A92-96E5-057CCBC12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Porosia ose termini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15283D-D56D-4244-B50C-3951A7EE3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Duhet konfirmim i ri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7F14B6-3A85-43CF-9996-21633577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një restorant mund të lexosh menunë e ruajtur; por çmimi, stoku dhe pranimi i porosisë mund të ndryshojnë.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 një shërbim mund të lexosh orarin e fundit; termini konfirmohet vetëm nga serveri.</a:t>
            </a:r>
          </a:p>
        </p:txBody>
      </p:sp>
    </p:spTree>
    <p:extLst>
      <p:ext uri="{BB962C8B-B14F-4D97-AF65-F5344CB8AC3E}">
        <p14:creationId xmlns:p14="http://schemas.microsoft.com/office/powerpoint/2010/main" val="130544206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799533-A888-48C6-B9FE-C5E8C107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42–44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5FD1D-A194-492D-9200-7935EB73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19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A216E6-EE53-4F88-9F29-FFE07E39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Në laborator: provoje, pastaj dorëzoje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F53D95-6F21-4BF0-97A3-03F948924D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f31fabb7a64e77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984A95-0F68-4007-8947-249D2F91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Ndërto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4FDEB9-5066-43D4-B0DC-9C0BFA9F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Vazhdo projektin ekzistues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ACB32D-0F14-476C-8FD4-F6C45D6C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1907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EE20FC-AD60-4E19-9823-151FC3A93B1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14bc04df8c4cb2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8FBFB9-5534-4975-BAA2-E38A85A2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9132B-5C95-489D-AF0A-7EA8C9B1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Tri rezultate reale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EBAA5A-3DE8-467B-9867-F40641B0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190750"/>
            <a:ext cx="304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29B693-1640-4B3C-BA57-61C14E2A73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07763fcc0b45f8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61F9CA-3DC0-4CB3-848B-451F9628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95575"/>
            <a:ext cx="3409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Dorëzo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231C15-A6AF-46F7-9657-EAEFF3AB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38500"/>
            <a:ext cx="34099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java-06.md + kodi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282160-6C6E-4BF6-94A4-FD1FCA43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të njëjtin RideShare shton manifestin, service worker dhe lexuesin offline me kodin e dhënë.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Provo vizitën online, rifreskimin pa rrjet dhe rikthimin e lidhjes. Dorëzo raportin në klasë ose gjatë javës.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F17DB7-45D2-43E7-9A92-EA5CD676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1095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75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DA4AF"/>
                </a:solidFill>
                <a:latin typeface="Arial"/>
                <a:ea typeface="Arial"/>
                <a:cs typeface="Arial"/>
              </a:rPr>
              <a:t>Hap ushtrimet · 90 minuta · faqja e Javës 6</a:t>
            </a:r>
          </a:p>
        </p:txBody>
      </p:sp>
    </p:spTree>
    <p:extLst>
      <p:ext uri="{BB962C8B-B14F-4D97-AF65-F5344CB8AC3E}">
        <p14:creationId xmlns:p14="http://schemas.microsoft.com/office/powerpoint/2010/main" val="24427826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5D861A-79A4-4F4A-B38B-23CCC663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JAVA 6 · 44–45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23067F-59ED-4DED-9637-AB0FB7D66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20 / 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B601F-1A4E-41E1-85AB-59A21205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Një app i mirë nuk shpik sukses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40B56-9399-4C56-B9F4-5ED1206902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4292074da643ef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9F3CFD-6028-45AE-891D-836D61366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Kujtesë për lexim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E96D7F-56C4-4081-BC69-17A5F7F7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Kopja + koha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095FA3-A9CD-44EB-A5B1-7F8F7B7D80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15a75d03eb4b2e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A24F33-06F2-4B82-91B0-90295598F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95575"/>
            <a:ext cx="5295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Verifikim për veprim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23BB33-4EC1-4F82-86E0-666FE55B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529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Përgjigjja e serverit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169B5-F7CC-40CD-8AF4-20F7AE5C7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“Kur interneti ndalet, RideShare mund të lexojë …, nëse …”.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“Para se të besoj se rezervimi u krye, më duhet …”.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C557B1-37D6-4D11-BC15-38267E3F9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FDA4A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A4AF"/>
                </a:solidFill>
                <a:latin typeface="Arial"/>
                <a:ea typeface="Arial"/>
                <a:cs typeface="Arial"/>
              </a:rPr>
              <a:t>Çfarë fituam sot, përveç një ikone në telefon?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5388BF-B466-47D3-A50B-D2AAA4F0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Një aplikacion që ndihmon edhe pa rrjet dhe i shpjegon përdoruesit çfarë di, çfarë është e vjetër dhe çfarë ende nuk mund ta konfirmojë.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1E996-4044-4630-B2B6-C8653DB0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77025"/>
            <a:ext cx="10953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82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82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https://lucide.dev/license</a:t>
            </a:r>
          </a:p>
        </p:txBody>
      </p:sp>
    </p:spTree>
    <p:extLst>
      <p:ext uri="{BB962C8B-B14F-4D97-AF65-F5344CB8AC3E}">
        <p14:creationId xmlns:p14="http://schemas.microsoft.com/office/powerpoint/2010/main" val="8289876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2026-10-16T17:04:43.9470000Z</dcterms:created>
  <dcterms:modified xsi:type="dcterms:W3CDTF">2026-10-16T17:04:43.9470000Z</dcterms:modified>
</coreProperties>
</file>