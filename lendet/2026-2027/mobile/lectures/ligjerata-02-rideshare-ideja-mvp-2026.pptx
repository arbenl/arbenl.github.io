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51a5caea0f47be" /><Relationship Type="http://schemas.openxmlformats.org/officeDocument/2006/relationships/extended-properties" Target="/docProps/app.xml" Id="R54a287594d064acc" /><Relationship Type="http://schemas.openxmlformats.org/officeDocument/2006/relationships/officeDocument" Target="/ppt/presentation.xml" Id="Rb30f5282c33946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6fc62472f3440e"/>
  </p:sldMasterIdLst>
  <p:notesMasterIdLst>
    <p:notesMasterId xmlns:r="http://schemas.openxmlformats.org/officeDocument/2006/relationships" r:id="Rdd10ba48e10541ad"/>
  </p:notesMasterIdLst>
  <p:sldIdLst>
    <p:sldId xmlns:r="http://schemas.openxmlformats.org/officeDocument/2006/relationships" id="256" r:id="Rf8c204750d0147fb"/>
    <p:sldId xmlns:r="http://schemas.openxmlformats.org/officeDocument/2006/relationships" id="257" r:id="Re906053cfa7f4ed6"/>
    <p:sldId xmlns:r="http://schemas.openxmlformats.org/officeDocument/2006/relationships" id="258" r:id="Rdd05d623a1f04064"/>
    <p:sldId xmlns:r="http://schemas.openxmlformats.org/officeDocument/2006/relationships" id="259" r:id="R01429bde304d4d6e"/>
    <p:sldId xmlns:r="http://schemas.openxmlformats.org/officeDocument/2006/relationships" id="260" r:id="R0058d093b0324b1f"/>
    <p:sldId xmlns:r="http://schemas.openxmlformats.org/officeDocument/2006/relationships" id="261" r:id="R3bce58876ab94aca"/>
    <p:sldId xmlns:r="http://schemas.openxmlformats.org/officeDocument/2006/relationships" id="262" r:id="Ra1f720c9bbdf4556"/>
    <p:sldId xmlns:r="http://schemas.openxmlformats.org/officeDocument/2006/relationships" id="263" r:id="R74835be5398a4542"/>
    <p:sldId xmlns:r="http://schemas.openxmlformats.org/officeDocument/2006/relationships" id="264" r:id="R500119f43fd74a70"/>
    <p:sldId xmlns:r="http://schemas.openxmlformats.org/officeDocument/2006/relationships" id="265" r:id="Rc9b7323135b244a2"/>
    <p:sldId xmlns:r="http://schemas.openxmlformats.org/officeDocument/2006/relationships" id="266" r:id="Reafe3126434f48ad"/>
    <p:sldId xmlns:r="http://schemas.openxmlformats.org/officeDocument/2006/relationships" id="267" r:id="R094dacc6fd744265"/>
    <p:sldId xmlns:r="http://schemas.openxmlformats.org/officeDocument/2006/relationships" id="268" r:id="R39d739a6d7e542a3"/>
    <p:sldId xmlns:r="http://schemas.openxmlformats.org/officeDocument/2006/relationships" id="269" r:id="Rd5da3afe1cfe482a"/>
    <p:sldId xmlns:r="http://schemas.openxmlformats.org/officeDocument/2006/relationships" id="270" r:id="R52344d38994f4a90"/>
    <p:sldId xmlns:r="http://schemas.openxmlformats.org/officeDocument/2006/relationships" id="271" r:id="R62a613cf34d247e0"/>
    <p:sldId xmlns:r="http://schemas.openxmlformats.org/officeDocument/2006/relationships" id="272" r:id="R9116ef9f974c41ca"/>
    <p:sldId xmlns:r="http://schemas.openxmlformats.org/officeDocument/2006/relationships" id="273" r:id="Rb8298d85a61e4ddd"/>
    <p:sldId xmlns:r="http://schemas.openxmlformats.org/officeDocument/2006/relationships" id="274" r:id="R564d516d64bf4997"/>
    <p:sldId xmlns:r="http://schemas.openxmlformats.org/officeDocument/2006/relationships" id="275" r:id="Rcc8d9ea289eb4d0f"/>
    <p:sldId xmlns:r="http://schemas.openxmlformats.org/officeDocument/2006/relationships" id="276" r:id="Rf6539efffc314977"/>
    <p:sldId xmlns:r="http://schemas.openxmlformats.org/officeDocument/2006/relationships" id="277" r:id="R275395c781b6400b"/>
    <p:sldId xmlns:r="http://schemas.openxmlformats.org/officeDocument/2006/relationships" id="278" r:id="R7127f72cbf584fdb"/>
    <p:sldId xmlns:r="http://schemas.openxmlformats.org/officeDocument/2006/relationships" id="279" r:id="R7dc4e57d759140da"/>
    <p:sldId xmlns:r="http://schemas.openxmlformats.org/officeDocument/2006/relationships" id="280" r:id="R409ea72768f74f20"/>
    <p:sldId xmlns:r="http://schemas.openxmlformats.org/officeDocument/2006/relationships" id="281" r:id="R06b65662c860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137df0ee04a76" /><Relationship Type="http://schemas.openxmlformats.org/officeDocument/2006/relationships/slideMaster" Target="/ppt/slideMasters/slideMaster1.xml" Id="R896fc62472f3440e" /><Relationship Type="http://schemas.openxmlformats.org/officeDocument/2006/relationships/notesMaster" Target="/ppt/notesMasters/notesMaster1.xml" Id="Rdd10ba48e10541ad" /><Relationship Type="http://schemas.openxmlformats.org/officeDocument/2006/relationships/presProps" Target="/ppt/presProps.xml" Id="Rc17f57d3fc514453" /><Relationship Type="http://schemas.openxmlformats.org/officeDocument/2006/relationships/tableStyles" Target="/ppt/tableStyles.xml" Id="R6e43f4e0a8474d30" /><Relationship Type="http://schemas.openxmlformats.org/officeDocument/2006/relationships/slide" Target="/ppt/slides/slide1.xml" Id="Rf8c204750d0147fb" /><Relationship Type="http://schemas.openxmlformats.org/officeDocument/2006/relationships/slide" Target="/ppt/slides/slide2.xml" Id="Re906053cfa7f4ed6" /><Relationship Type="http://schemas.openxmlformats.org/officeDocument/2006/relationships/slide" Target="/ppt/slides/slide3.xml" Id="Rdd05d623a1f04064" /><Relationship Type="http://schemas.openxmlformats.org/officeDocument/2006/relationships/slide" Target="/ppt/slides/slide4.xml" Id="R01429bde304d4d6e" /><Relationship Type="http://schemas.openxmlformats.org/officeDocument/2006/relationships/slide" Target="/ppt/slides/slide5.xml" Id="R0058d093b0324b1f" /><Relationship Type="http://schemas.openxmlformats.org/officeDocument/2006/relationships/slide" Target="/ppt/slides/slide6.xml" Id="R3bce58876ab94aca" /><Relationship Type="http://schemas.openxmlformats.org/officeDocument/2006/relationships/slide" Target="/ppt/slides/slide7.xml" Id="Ra1f720c9bbdf4556" /><Relationship Type="http://schemas.openxmlformats.org/officeDocument/2006/relationships/slide" Target="/ppt/slides/slide8.xml" Id="R74835be5398a4542" /><Relationship Type="http://schemas.openxmlformats.org/officeDocument/2006/relationships/slide" Target="/ppt/slides/slide9.xml" Id="R500119f43fd74a70" /><Relationship Type="http://schemas.openxmlformats.org/officeDocument/2006/relationships/slide" Target="/ppt/slides/slide10.xml" Id="Rc9b7323135b244a2" /><Relationship Type="http://schemas.openxmlformats.org/officeDocument/2006/relationships/slide" Target="/ppt/slides/slide11.xml" Id="Reafe3126434f48ad" /><Relationship Type="http://schemas.openxmlformats.org/officeDocument/2006/relationships/slide" Target="/ppt/slides/slide12.xml" Id="R094dacc6fd744265" /><Relationship Type="http://schemas.openxmlformats.org/officeDocument/2006/relationships/slide" Target="/ppt/slides/slide13.xml" Id="R39d739a6d7e542a3" /><Relationship Type="http://schemas.openxmlformats.org/officeDocument/2006/relationships/slide" Target="/ppt/slides/slide14.xml" Id="Rd5da3afe1cfe482a" /><Relationship Type="http://schemas.openxmlformats.org/officeDocument/2006/relationships/slide" Target="/ppt/slides/slide15.xml" Id="R52344d38994f4a90" /><Relationship Type="http://schemas.openxmlformats.org/officeDocument/2006/relationships/slide" Target="/ppt/slides/slide16.xml" Id="R62a613cf34d247e0" /><Relationship Type="http://schemas.openxmlformats.org/officeDocument/2006/relationships/slide" Target="/ppt/slides/slide17.xml" Id="R9116ef9f974c41ca" /><Relationship Type="http://schemas.openxmlformats.org/officeDocument/2006/relationships/slide" Target="/ppt/slides/slide18.xml" Id="Rb8298d85a61e4ddd" /><Relationship Type="http://schemas.openxmlformats.org/officeDocument/2006/relationships/slide" Target="/ppt/slides/slide19.xml" Id="R564d516d64bf4997" /><Relationship Type="http://schemas.openxmlformats.org/officeDocument/2006/relationships/slide" Target="/ppt/slides/slide20.xml" Id="Rcc8d9ea289eb4d0f" /><Relationship Type="http://schemas.openxmlformats.org/officeDocument/2006/relationships/slide" Target="/ppt/slides/slide21.xml" Id="Rf6539efffc314977" /><Relationship Type="http://schemas.openxmlformats.org/officeDocument/2006/relationships/slide" Target="/ppt/slides/slide22.xml" Id="R275395c781b6400b" /><Relationship Type="http://schemas.openxmlformats.org/officeDocument/2006/relationships/slide" Target="/ppt/slides/slide23.xml" Id="R7127f72cbf584fdb" /><Relationship Type="http://schemas.openxmlformats.org/officeDocument/2006/relationships/slide" Target="/ppt/slides/slide24.xml" Id="R7dc4e57d759140da" /><Relationship Type="http://schemas.openxmlformats.org/officeDocument/2006/relationships/slide" Target="/ppt/slides/slide25.xml" Id="R409ea72768f74f20" /><Relationship Type="http://schemas.openxmlformats.org/officeDocument/2006/relationships/slide" Target="/ppt/slides/slide26.xml" Id="R06b65662c860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19a94e0f648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eebea6628f4114" /><Relationship Type="http://schemas.openxmlformats.org/officeDocument/2006/relationships/notesMaster" Target="/ppt/notesMasters/notesMaster1.xml" Id="Rcf2d1b4054c3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1f87eb00c14fc3" /><Relationship Type="http://schemas.openxmlformats.org/officeDocument/2006/relationships/notesMaster" Target="/ppt/notesMasters/notesMaster1.xml" Id="Re8a9ee97b80a4f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e25e6708ab4e51" /><Relationship Type="http://schemas.openxmlformats.org/officeDocument/2006/relationships/notesMaster" Target="/ppt/notesMasters/notesMaster1.xml" Id="R8abe3986014d46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b28f7d534f4ea3" /><Relationship Type="http://schemas.openxmlformats.org/officeDocument/2006/relationships/notesMaster" Target="/ppt/notesMasters/notesMaster1.xml" Id="R3ba164b71e4048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6faed54eac4214" /><Relationship Type="http://schemas.openxmlformats.org/officeDocument/2006/relationships/notesMaster" Target="/ppt/notesMasters/notesMaster1.xml" Id="R558db1a4456c47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dfffd2035f4579" /><Relationship Type="http://schemas.openxmlformats.org/officeDocument/2006/relationships/notesMaster" Target="/ppt/notesMasters/notesMaster1.xml" Id="Rf9ce4d7977ce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24de5257e64b6e" /><Relationship Type="http://schemas.openxmlformats.org/officeDocument/2006/relationships/notesMaster" Target="/ppt/notesMasters/notesMaster1.xml" Id="Re0870b38cbbe4c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f307cc45d74e19" /><Relationship Type="http://schemas.openxmlformats.org/officeDocument/2006/relationships/notesMaster" Target="/ppt/notesMasters/notesMaster1.xml" Id="R114b722bf4984b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6a7928333543c2" /><Relationship Type="http://schemas.openxmlformats.org/officeDocument/2006/relationships/notesMaster" Target="/ppt/notesMasters/notesMaster1.xml" Id="Reda18f5fba5849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3f9d04afbb4f56" /><Relationship Type="http://schemas.openxmlformats.org/officeDocument/2006/relationships/notesMaster" Target="/ppt/notesMasters/notesMaster1.xml" Id="R17fb2488291248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4595d42cbf49fa" /><Relationship Type="http://schemas.openxmlformats.org/officeDocument/2006/relationships/notesMaster" Target="/ppt/notesMasters/notesMaster1.xml" Id="R1d9150ceb2c645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266498b68f46c1" /><Relationship Type="http://schemas.openxmlformats.org/officeDocument/2006/relationships/notesMaster" Target="/ppt/notesMasters/notesMaster1.xml" Id="R33925005655b4c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6febd8933b4d32" /><Relationship Type="http://schemas.openxmlformats.org/officeDocument/2006/relationships/notesMaster" Target="/ppt/notesMasters/notesMaster1.xml" Id="Rbbf4df12a85446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73ff20f8a1489e" /><Relationship Type="http://schemas.openxmlformats.org/officeDocument/2006/relationships/notesMaster" Target="/ppt/notesMasters/notesMaster1.xml" Id="Rf1da02fcaa8340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2c0329f0ee4762" /><Relationship Type="http://schemas.openxmlformats.org/officeDocument/2006/relationships/notesMaster" Target="/ppt/notesMasters/notesMaster1.xml" Id="Rb5c684ca421a46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34e63692ae49fc" /><Relationship Type="http://schemas.openxmlformats.org/officeDocument/2006/relationships/notesMaster" Target="/ppt/notesMasters/notesMaster1.xml" Id="Rb6b93576ca2a41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2a7d0bee464902" /><Relationship Type="http://schemas.openxmlformats.org/officeDocument/2006/relationships/notesMaster" Target="/ppt/notesMasters/notesMaster1.xml" Id="Rf64704958c7642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00bf10d6944a97" /><Relationship Type="http://schemas.openxmlformats.org/officeDocument/2006/relationships/notesMaster" Target="/ppt/notesMasters/notesMaster1.xml" Id="Ra79aa48c694349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d129bbf6074885" /><Relationship Type="http://schemas.openxmlformats.org/officeDocument/2006/relationships/notesMaster" Target="/ppt/notesMasters/notesMaster1.xml" Id="Rb9280696b47641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3f8d9a9d8c43dd" /><Relationship Type="http://schemas.openxmlformats.org/officeDocument/2006/relationships/notesMaster" Target="/ppt/notesMasters/notesMaster1.xml" Id="R75795ded734f46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a240c926cb41c9" /><Relationship Type="http://schemas.openxmlformats.org/officeDocument/2006/relationships/notesMaster" Target="/ppt/notesMasters/notesMaster1.xml" Id="R2458c2443f6044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67e81c3ad3443b" /><Relationship Type="http://schemas.openxmlformats.org/officeDocument/2006/relationships/notesMaster" Target="/ppt/notesMasters/notesMaster1.xml" Id="R75204fb6706e43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2a2c1905424118" /><Relationship Type="http://schemas.openxmlformats.org/officeDocument/2006/relationships/notesMaster" Target="/ppt/notesMasters/notesMaster1.xml" Id="R5958ec49d4fa47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83c27385cc4173" /><Relationship Type="http://schemas.openxmlformats.org/officeDocument/2006/relationships/notesMaster" Target="/ppt/notesMasters/notesMaster1.xml" Id="Rae1ab1f884d64b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201cee31334c22" /><Relationship Type="http://schemas.openxmlformats.org/officeDocument/2006/relationships/notesMaster" Target="/ppt/notesMasters/notesMaster1.xml" Id="R19b23413b73445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bcb0a43010480a" /><Relationship Type="http://schemas.openxmlformats.org/officeDocument/2006/relationships/notesMaster" Target="/ppt/notesMasters/notesMaster1.xml" Id="Raf971cec950f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f24eedea640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c65ec5bbd84552" /><Relationship Type="http://schemas.openxmlformats.org/officeDocument/2006/relationships/slideLayout" Target="/ppt/slideLayouts/slideLayout1.xml" Id="R5ef4455f6464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4455f6464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5fa97808a453e" /><Relationship Type="http://schemas.openxmlformats.org/officeDocument/2006/relationships/image" Target="/ppt/media/image.png" Id="R1cf0c29a8fc047fb" /><Relationship Type="http://schemas.openxmlformats.org/officeDocument/2006/relationships/notesSlide" Target="/ppt/notesSlides/notesSlide1.xml" Id="R15ad036bafd34a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250f575f34a68" /><Relationship Type="http://schemas.openxmlformats.org/officeDocument/2006/relationships/image" Target="/ppt/media/image2.png" Id="R4f4aab8cc1d24a9c" /><Relationship Type="http://schemas.openxmlformats.org/officeDocument/2006/relationships/notesSlide" Target="/ppt/notesSlides/notesSlide2.xml" Id="R8fdac32838c846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f721e9e1a40fd" /><Relationship Type="http://schemas.openxmlformats.org/officeDocument/2006/relationships/image" Target="/ppt/media/image3.png" Id="R369f224ddd994c4d" /><Relationship Type="http://schemas.openxmlformats.org/officeDocument/2006/relationships/notesSlide" Target="/ppt/notesSlides/notesSlide3.xml" Id="R25871c5a479c4f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dd70de7f2436b" /><Relationship Type="http://schemas.openxmlformats.org/officeDocument/2006/relationships/image" Target="/ppt/media/image4.png" Id="R61d86e8ebc1041af" /><Relationship Type="http://schemas.openxmlformats.org/officeDocument/2006/relationships/notesSlide" Target="/ppt/notesSlides/notesSlide4.xml" Id="R1782dac5063c48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7096d41c84c65" /><Relationship Type="http://schemas.openxmlformats.org/officeDocument/2006/relationships/image" Target="/ppt/media/image5.png" Id="R8fcb6f2465b54429" /><Relationship Type="http://schemas.openxmlformats.org/officeDocument/2006/relationships/notesSlide" Target="/ppt/notesSlides/notesSlide5.xml" Id="R84ad3af33fbe44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61fc1bebe4be3" /><Relationship Type="http://schemas.openxmlformats.org/officeDocument/2006/relationships/image" Target="/ppt/media/image6.png" Id="R45e603f260744a14" /><Relationship Type="http://schemas.openxmlformats.org/officeDocument/2006/relationships/notesSlide" Target="/ppt/notesSlides/notesSlide6.xml" Id="R5d57f69a61564c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fbabbf6c0448d" /><Relationship Type="http://schemas.openxmlformats.org/officeDocument/2006/relationships/image" Target="/ppt/media/image7.png" Id="R2e39a6ac73d147f2" /><Relationship Type="http://schemas.openxmlformats.org/officeDocument/2006/relationships/notesSlide" Target="/ppt/notesSlides/notesSlide7.xml" Id="Rfd0a612548e948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b198eb397469a" /><Relationship Type="http://schemas.openxmlformats.org/officeDocument/2006/relationships/image" Target="/ppt/media/image8.png" Id="R2d159b167efe49b1" /><Relationship Type="http://schemas.openxmlformats.org/officeDocument/2006/relationships/notesSlide" Target="/ppt/notesSlides/notesSlide8.xml" Id="Ra1f18a5bf366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ba2a08e0a4302" /><Relationship Type="http://schemas.openxmlformats.org/officeDocument/2006/relationships/image" Target="/ppt/media/image9.png" Id="R1260e61187af45ab" /><Relationship Type="http://schemas.openxmlformats.org/officeDocument/2006/relationships/notesSlide" Target="/ppt/notesSlides/notesSlide9.xml" Id="R10f3ab4bbb9f42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83749f72e4e1c" /><Relationship Type="http://schemas.openxmlformats.org/officeDocument/2006/relationships/image" Target="/ppt/media/image10.png" Id="R5bc6174acba742c7" /><Relationship Type="http://schemas.openxmlformats.org/officeDocument/2006/relationships/image" Target="/ppt/media/image11.png" Id="R8e63ab8382a44f41" /><Relationship Type="http://schemas.openxmlformats.org/officeDocument/2006/relationships/notesSlide" Target="/ppt/notesSlides/notesSlide10.xml" Id="Rca25e852a7c54b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b3d182c074178" /><Relationship Type="http://schemas.openxmlformats.org/officeDocument/2006/relationships/image" Target="/ppt/media/image12.png" Id="Rc1b2f46c71f44277" /><Relationship Type="http://schemas.openxmlformats.org/officeDocument/2006/relationships/notesSlide" Target="/ppt/notesSlides/notesSlide11.xml" Id="R47611cac835e4f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763ca1b5848ee" /><Relationship Type="http://schemas.openxmlformats.org/officeDocument/2006/relationships/image" Target="/ppt/media/image13.png" Id="R5047c76106bb4052" /><Relationship Type="http://schemas.openxmlformats.org/officeDocument/2006/relationships/notesSlide" Target="/ppt/notesSlides/notesSlide12.xml" Id="Rbf3c71c0480545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2d4801164655" /><Relationship Type="http://schemas.openxmlformats.org/officeDocument/2006/relationships/image" Target="/ppt/media/image14.png" Id="R5e7b1a6ba88b4947" /><Relationship Type="http://schemas.openxmlformats.org/officeDocument/2006/relationships/notesSlide" Target="/ppt/notesSlides/notesSlide13.xml" Id="R4e9b6565ba134b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db75e201e4ebc" /><Relationship Type="http://schemas.openxmlformats.org/officeDocument/2006/relationships/image" Target="/ppt/media/image15.png" Id="Reae5909922ec4fcb" /><Relationship Type="http://schemas.openxmlformats.org/officeDocument/2006/relationships/notesSlide" Target="/ppt/notesSlides/notesSlide14.xml" Id="R70f3fdcb5acc41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396e27765463f" /><Relationship Type="http://schemas.openxmlformats.org/officeDocument/2006/relationships/image" Target="/ppt/media/image16.png" Id="R0cf4b9565ad44c76" /><Relationship Type="http://schemas.openxmlformats.org/officeDocument/2006/relationships/notesSlide" Target="/ppt/notesSlides/notesSlide15.xml" Id="Ra2bf004e1d7645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95c24c7aa4106" /><Relationship Type="http://schemas.openxmlformats.org/officeDocument/2006/relationships/image" Target="/ppt/media/image17.png" Id="R21811dfd1180427e" /><Relationship Type="http://schemas.openxmlformats.org/officeDocument/2006/relationships/notesSlide" Target="/ppt/notesSlides/notesSlide16.xml" Id="R22d662783a364d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2d7fbe944b99" /><Relationship Type="http://schemas.openxmlformats.org/officeDocument/2006/relationships/image" Target="/ppt/media/image18.png" Id="R93b66f0318fd4b2b" /><Relationship Type="http://schemas.openxmlformats.org/officeDocument/2006/relationships/notesSlide" Target="/ppt/notesSlides/notesSlide17.xml" Id="R7ba0e566818f42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c7f8be723458c" /><Relationship Type="http://schemas.openxmlformats.org/officeDocument/2006/relationships/image" Target="/ppt/media/image19.png" Id="R5dd1314f58f04eef" /><Relationship Type="http://schemas.openxmlformats.org/officeDocument/2006/relationships/notesSlide" Target="/ppt/notesSlides/notesSlide18.xml" Id="R171b505a856940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916a70fc245cd" /><Relationship Type="http://schemas.openxmlformats.org/officeDocument/2006/relationships/image" Target="/ppt/media/image20.png" Id="R6621b947404343a1" /><Relationship Type="http://schemas.openxmlformats.org/officeDocument/2006/relationships/notesSlide" Target="/ppt/notesSlides/notesSlide19.xml" Id="R67762d2837584c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7bbfad6142fc" /><Relationship Type="http://schemas.openxmlformats.org/officeDocument/2006/relationships/image" Target="/ppt/media/image21.png" Id="R9c72051a3b664290" /><Relationship Type="http://schemas.openxmlformats.org/officeDocument/2006/relationships/notesSlide" Target="/ppt/notesSlides/notesSlide20.xml" Id="Rc7d87566cb2c44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819f8af5b4ab0" /><Relationship Type="http://schemas.openxmlformats.org/officeDocument/2006/relationships/image" Target="/ppt/media/image22.png" Id="Rff1bea6fddd44bd3" /><Relationship Type="http://schemas.openxmlformats.org/officeDocument/2006/relationships/notesSlide" Target="/ppt/notesSlides/notesSlide21.xml" Id="R575ccec054f349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cf5d98975495c" /><Relationship Type="http://schemas.openxmlformats.org/officeDocument/2006/relationships/image" Target="/ppt/media/image23.png" Id="Re0e8467857da4005" /><Relationship Type="http://schemas.openxmlformats.org/officeDocument/2006/relationships/notesSlide" Target="/ppt/notesSlides/notesSlide22.xml" Id="Rcd9d6914e0f140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0f17f354c4420" /><Relationship Type="http://schemas.openxmlformats.org/officeDocument/2006/relationships/image" Target="/ppt/media/image24.png" Id="Rccb9076ef31448a6" /><Relationship Type="http://schemas.openxmlformats.org/officeDocument/2006/relationships/notesSlide" Target="/ppt/notesSlides/notesSlide23.xml" Id="R36b14b84c5ef42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a6682ffc4402" /><Relationship Type="http://schemas.openxmlformats.org/officeDocument/2006/relationships/image" Target="/ppt/media/image25.png" Id="R1a1d3faaee6a4be3" /><Relationship Type="http://schemas.openxmlformats.org/officeDocument/2006/relationships/notesSlide" Target="/ppt/notesSlides/notesSlide24.xml" Id="R609b9f95a9a443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54830759f4d75" /><Relationship Type="http://schemas.openxmlformats.org/officeDocument/2006/relationships/image" Target="/ppt/media/image26.png" Id="R3da38abd04a642a7" /><Relationship Type="http://schemas.openxmlformats.org/officeDocument/2006/relationships/notesSlide" Target="/ppt/notesSlides/notesSlide25.xml" Id="R8ef4265eb94f49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f4b2b9ef74d49" /><Relationship Type="http://schemas.openxmlformats.org/officeDocument/2006/relationships/image" Target="/ppt/media/image27.png" Id="Rbd171d8f6e3e49a3" /><Relationship Type="http://schemas.openxmlformats.org/officeDocument/2006/relationships/notesSlide" Target="/ppt/notesSlides/notesSlide26.xml" Id="R6b902986c8e6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0c29a8fc047fb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C3CA6-8AC5-4EB6-8728-2FE1A03F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RideShare: ideja merr formë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0495F-9F8D-45E8-9FA9-269B4847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Një problem i vogël.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Një aplikacion i dobishëm.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255C-5F7C-4441-BE52-F3303129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Java 2 · 24 shtator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8A31-8AAD-4274-8F24-2C70200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Programimi për Pajisje 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06F6C-AD6D-44CD-B91B-68167564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3477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aab8cc1d24a9c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2451-FAC2-442B-BE4C-70C7122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skicimit: a jemi gati?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0CCF5-BF40-4700-9E1A-FF2F7561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GitHub: hyj dhe ruaj një skedar.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7ACA-BC21-49C1-886E-F5F102AC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Vercel: hyj dhe hap faqen time të publikuar.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60B97-226E-42F3-A507-AAAA2EF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VS Code: hap dosjen dhe ndryshoj një skedar.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6F736-5E67-4866-A2B8-C315CDE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Git, Node.js dhe npm: shfaqin versionin.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AE725-B95F-4587-BBF1-B5EF8CA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7564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f224ddd994c4d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2A4CD-35D8-4DC0-A35D-D87C37F9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 në kompjuterin e studentit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8561-CB6F-4C5E-8D57-B95D2A5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git --version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node --version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npm --version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C6469-90A0-4EC2-9EB6-BA29636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Node.js 24 LTS për ambientin e kursit.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D548B-9EEE-428B-99ED-5BE7E757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Shëno problemin konkret në fletën e kontrollit.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0D7E0-C123-4AA0-BB85-814214E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9505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86e8ebc1041af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AD89B-E6B9-4DE9-BB0F-CB52A2C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kemi në fund?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9DE3A-310E-4637-B941-BF481628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Një problem të shkruar qartë.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BF60B-8AC3-4F2F-9FFA-EFB503F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Tri ekrane të skicuara në letër.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DB618-357D-4FD1-8C0A-CD7FEBCC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Një faqe që shpjegon MVP-në.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7F713-31DE-4D4F-B18D-67FF3892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Dy skedarë të ruajtur në GitHub.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A9BC7-4D69-468C-AC21-7CBBD99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308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b6f2465b54429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8BB9E-225C-45CE-A582-C94903D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Arta kërkon një udhëtim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70B72-031B-485D-BAE2-EDEB9443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“Nesër kam ligjëratë.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Kush niset për AAB?”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8E592-6DA8-450B-8684-968E49A8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Arta pyet në disa biseda dhe pret përgjigje.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C1985-D453-48D7-92AF-0BC79C1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Dreni niset në të njëjtën orë me dy vende të lira.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B45D6-62F1-4E9C-B9FA-163BBFE1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Skenar i sajuar për mësim.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B4FE4-F6BA-4CC8-8CFC-45D3C816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8198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603f260744a14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A9117-6BAD-4E01-B1EE-FF5B1800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Problemi në një fjali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34D6D-A885-4012-AACF-579B4403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Studenti ka nevojë të gjejë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një udhëtim të përshtatshëm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pa pyetur në shumë biseda.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AFAAB-6AE2-4FFF-92C7-85AF32F6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Përdoruesi: studenti që udhëton.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233F4-E79F-4B6A-9A4D-0D705720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Vështirësia: informacioni është i shpërndarë.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B163A-A6E5-4FFB-B13F-66B50CF8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5027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9a6ac73d147f2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4D5E5-309D-4313-8F3D-F661547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Zgjedhja e një ideje të realizueshme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EC5DD-E6D1-44D9-BB5D-45EE9495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Mund të flas me një përdorues këtë javë.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95A9A-2B77-4117-A735-CC7253B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Problemi ndodh mjaft shpesh.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0DFD6-382F-4896-AEE0-A9D7DB4B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Mund të provoj një zgjidhje me pak hapa.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24B45-2B62-4072-84B8-F8A95B1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D8FF"/>
                </a:solidFill>
                <a:latin typeface="Arial"/>
                <a:ea typeface="Arial"/>
                <a:cs typeface="Arial"/>
              </a:rPr>
              <a:t>Shembull tjetër: një klient kërkon një termin te berberi.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64658-BAD9-42B1-A5B0-C51334F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7056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59b167efe49b1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D4B6C-03D3-40D1-8AB1-5423635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Përdoruesit e RideShare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5C916-BCA8-44D9-B8FC-3AB41486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Arta, udhëtarja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46318-D35F-405F-8EC2-1B5CB818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Sheh udhëtimet.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87A4F-EFA0-4917-A494-F99CC144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Kontrollon orën dhe vendtakimin.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9A50B-D8A9-42C5-899C-D4BF4BF2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Kërkon një vend.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B5D3B-6C1B-4B97-AF7A-4A6E1D59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Dreni, shoferi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18EB9-CF1B-4B89-BAEB-B32118D9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Publikon udhëtimin.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9735C-5161-4CA7-96A8-2158E44E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Sheh kërkesën e Artës.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BB415-52FD-4F84-9F2B-3B5F25BA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E pranon ose e refuzon.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0F23B-1415-416D-88FA-C42DF9E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6719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0e61187af45ab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E1563-74A3-4C92-B069-2F9ADAF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Rruga që ndjek Arta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77B3-4C8D-4C02-B555-EDD0031F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1. Sheh udhëtimet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2. Hap detajet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3. Kërkon një vend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48EA-C9DF-4D63-A28F-F052328B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Pas dërgimit, ajo pret përgjigjen e shoferit.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D3C15-86EF-4430-A558-ACCDD197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5068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6174acba742c7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FCBDD-2A56-4AE3-9E8F-25448995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Skica e parë në letër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ab8382a44f41"/>
          <a:stretch xmlns:a="http://schemas.openxmlformats.org/drawingml/2006/main"/>
        </p:blipFill>
        <p:spPr>
          <a:xfrm xmlns:a="http://schemas.openxmlformats.org/drawingml/2006/main">
            <a:off x="2118781" y="1762125"/>
            <a:ext cx="7954438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1E0AF-8AD8-4B05-B21B-DFB6CEE4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9353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2f46c71f44277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AF447-0EE1-49B3-9AE5-092FEA08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 me një koleg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4B073-2E0D-44F1-8318-A9733029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Njëri luan Artën. Tjetri ndryshon fletën.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70665-8F1E-4639-AA36-FABCA6D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Detyra: “Gjej udhëtimin dhe kërko një vend.”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1F1EC-BE22-48ED-8060-F0209F96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Vëzhgo ku ndalet kolegu.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0CCB-75EF-4DF0-894B-F680234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Ndrysho një etiketë ose një hap të paqartë.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B4274-BE80-469D-83AA-08DD5AA3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D8FF"/>
                </a:solidFill>
                <a:latin typeface="Arial"/>
                <a:ea typeface="Arial"/>
                <a:cs typeface="Arial"/>
              </a:rPr>
              <a:t>Aktivitet në klasë: 5 minuta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801D8-4516-4383-AA5D-C3C5DC0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0041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7c76106bb4052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19F78-9CBD-4922-8338-C8E6E729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Specifikimi i shkurtër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79299-D74C-4A86-97C8-C5699A14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Skica tregon pamjen.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Specifikimi shpjegon sjelljen.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C1079-C1BA-4AFE-9FE6-C53B51FC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PRD = Product Requirements Document.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EE70-9B15-454B-9B98-6BE369B8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Për këtë javë mjafton një faqe.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D3565-A54A-4434-B371-B4C4F4D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9424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b1a6ba88b4947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9C25E-95C7-4F9B-8C33-B41A223C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PRD-ja jonë, me fjalë të thjeshta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357F0-35EF-4A1E-9B31-547BF25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Problemi: udhëtimet gjenden në shumë biseda.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EC782-6B5E-49DD-A135-C2CF4B5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Përdoruesit: udhëtari dhe shoferi.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B52FE-6745-402E-B4F2-E85F097A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Qëllimi: Arta gjen udhëtimin dhe dërgon kërkesë.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F53C6-0F16-4A91-B320-CB5FBFAF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Suksesi: Dreni e merr kërkesën dhe Arta sheh përgjigjen.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36923-7F91-45BA-9F4D-222723B6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20337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5909922ec4fcb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45E88-2CCD-4BA8-AB91-5EE0BAD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Kërkesat që mund t’i provojmë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8691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Kërkesa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Si e kontrollojmë?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Lista e udhëtimeve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Shfaqen nisja, ora dhe vendet e lira.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Detajet e udhëtimit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Shfaqet edhe vendi i takimit.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Kërkesa për vend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Shfaqet “Në pritje”, pa premtuar konfirmim.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354F1-683B-4821-9296-BD3191E5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0318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4b9565ad44c76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AD60E-164D-4E0E-93A9-9A4FFE2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Edhe gabimi ka një ekran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AF47-D4F6-496C-A91B-7616271E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Nuk ka vende: “Udhëtimi është plot.”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87318-E589-4AD4-9EC1-F545BD81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Kërkesa ekziston: “Kërkesa jote është në pritje.”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608F6-A269-4DEA-8F02-F187B981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Shoferi refuzon: Arta mund të zgjedhë udhëtim tjetër.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B62E2-60A1-4AB4-B4A5-DE6691D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93040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11dfd1180427e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774C9-A7CA-4D0D-80F0-D272465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Kufiri i versionit të parë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46893-3D42-479D-B4C5-8B2E4B0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Në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80B5D-7C3D-44DE-8B1A-3FE4F57A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Publikimi i udhëtimit.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713F3-2231-4156-99E8-2EAB6FB0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Lista dhe detajet.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9AA6C-E767-43FA-AEA0-4D1B25E7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Kërkesa dhe përgjigjja e shoferit.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2004E-182C-4678-AA82-CABDB081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Për një version tjetër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94FC-1155-4461-A38F-58DB580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Harta me lëvizje live.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7E0DB-9649-4F1F-AD18-4BFE7ED6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Pagesa brenda aplikacionit.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32496-FA2E-4CE4-A9FE-050BB38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Chat, vlerësime dhe kupona.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B1535-65E8-4398-BEDD-ED4651A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79413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66f0318fd4b2b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ADC1C-1D6F-4A00-9632-FC24210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Skicë, prototip dhe MVP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8691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Faza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Çfarë provohet?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Skicë në letër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kuptohet rruga e përdoruesit?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Prototip me klikime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ka kuptim sjellja e ekraneve?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MVP funksional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kryhet realisht shërbimi me përdorues?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44EF1-84B0-4F4D-B1E0-7A4DE311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6526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1314f58f04eef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7371A-4FDF-4F21-887E-4337AD52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Demonstrimi i prototipit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3CFAA-4D6B-4143-87A2-1D3A7C68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E njëjta skicë,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tani me klikime.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F66BA-F000-4870-B804-45E78A0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Hap listën, shiko udhëtimin dhe dërgo kërkesë.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7B62B-FB09-4FB9-B2D9-D7326BD7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Prototipi simulon veprimet vetëm në këtë pajisje.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2F5B6-44FB-4956-BEFB-3E76DA2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arbenl.github.io/demo/rideshare/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654EE-50FE-40B3-98F7-743F3EFB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351674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1b947404343a1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3EF41-AB35-4070-B34C-D30ACB2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Ndërtimi gradual me Next.js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42BC1-910E-4474-9B5A-5348B04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Ekranet bëhen faqe dhe komponentë.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2B769-2137-4A7B-B213-732F2561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Udhëtimet ruhen në bazën e të dhënave.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B539D-0E37-4462-B9AA-17A9ED28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Kërkesa lidhet me përdoruesin e identifikuar.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80827-E36A-4A63-8AFC-2865B66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Shoferi përgjigjet dhe statusi përditësohet.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6A9F3-7715-4549-AF10-AB2B051C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742071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2051a3b664290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90B92-E08A-44D2-A2E1-189B2AB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 e MVP-së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F5EB-27D6-499A-81D3-5D225EA1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Shoferi publikon një udhëtim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2C269-854C-490B-AC87-5B9C18BB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Udhëtari kërkon një vend nga pajisja e vet.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4DD98-4545-4168-9289-D63EEEC2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Shoferi e pranon dhe të dy shohin statusin.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CCA52-6218-4480-BBFD-7BCCB506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Pas rifreskimit, të dhënat mbeten të sakta.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FFA5B-70FA-42E4-B28D-32716D0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D8FF"/>
                </a:solidFill>
                <a:latin typeface="Arial"/>
                <a:ea typeface="Arial"/>
                <a:cs typeface="Arial"/>
              </a:rPr>
              <a:t>Vetëm atëherë kemi provuar rrjedhën e plotë.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2A9DB-BFCB-4063-8A5A-BBD8E7F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508749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ea6fddd44bd3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C6CF5-312C-4199-AF55-CA90FBF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Ideja jote e biznesit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49E82-EE51-46C2-AD19-17223C6F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RideShare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030A7-7060-43F2-9D7C-C40F2C8B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9CD26-A54E-4ACA-AB60-DC233AF5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Detajet e udhëtimit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2DEE3-4BCB-45D5-BB5F-6FF5FF1A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Kërkesa për vend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CDC19-D176-43EB-ADEE-D75ADE01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Shembull: berberi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12A8C-C6F9-44AC-8241-D47BECD4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Terminet e lira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7FD0A-832F-4F62-8A72-A62B991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Detajet e shërbimit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9FB6D-2BC5-43FA-99F2-9D912F7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Kërkesa për termin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2B161-84AE-4018-9F2C-955A4202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524393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8467857da4005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CFDF8-F436-4BBE-9882-DE67B1ED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Ushtrimet e javës së dytë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2706F-B9D1-40CF-94EA-948FAE4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20 min: kontrolli praktik i mjeteve.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D310F-91FF-4770-83C4-B587C919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10 + 15 min: problemi dhe skica.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761B0-4537-4C13-A436-D877905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15 + 10 min: PRD-ja dhe prova në çift.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E0599-D15F-4905-8E56-3A53717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15 + 5 min: GitHub dhe dorëzimi.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047A6-130F-4942-8DFF-29458469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343032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9076ef31448a6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B4160-F240-47E9-995A-8006BA67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 me disa klikime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CEDCE-9BDA-4B75-B912-D69209C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Hap github.com/new dhe krijo repository-n.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DD1BF-230F-4C16-AE88-C2FF147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Në README shkruaj emrin dhe qëllimin e projektit.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C2D8F-CCB2-4CBF-AF84-2EAD274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Zgjidh Add file, pastaj Upload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FC6DB-F08C-4693-A65A-D1D9001D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Ngarko skica.jpg dhe java-02.md.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8FA33-B880-48A8-9C36-6799BF3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Ruaji me mesazhin “Shto ushtrimet e javës 2”.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77B88-4A98-42AC-84AE-231EEAD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483417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d3faaee6a4be3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58F33-EF15-4C23-89E5-96E153D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Dorëzimi i thjeshtë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C540E-129D-4D3A-9C49-D615575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Në faqen e javës 2 hap “Dorëzo linkun”.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CA710-BBFA-4A13-8B98-270D60B2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Ngjit linkun e repository-t ose të dosjes së ushtrimit.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6480C-8023-470E-A713-EED72DA3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Kontrollo që profesori mund t’i hapë skedarët.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A84C4-27B9-4ABC-98F9-45ADA31D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Ruaj numrin e dorëzimit që krijon GitHub.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0DFE4-B04C-4B13-97DE-DF410F0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575334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38abd04a642a7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4990C-8777-4EEE-911F-74732637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Kontrolli para dorëzimit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27D92-068C-4057-8758-4D1DE462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Problemi dhe përdoruesi janë të qartë.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C0D47-B807-46D6-AB21-1BB9991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Tri ekranet kanë një rrjedhë të kuptueshme.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34C86-12A0-4DFA-AB39-2D3198D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PRD-ja ka veçoritë, kufijtë dhe provën e suksesit.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946A2-70EC-4078-B266-8257271D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Fotografia lexohet dhe linku hapet.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4DBCF-20EE-42BE-81D1-52F7BF3A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15370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71d8f6e3e49a3"/>
          <a:stretch xmlns:a="http://schemas.openxmlformats.org/drawingml/2006/main"/>
        </p:blipFill>
        <p:spPr>
          <a:xfrm xmlns:a="http://schemas.openxmlformats.org/drawingml/2006/main">
            <a:off x="9410700" y="284542"/>
            <a:ext cx="2133600" cy="4215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1A80-6843-439D-AA28-29445E18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Hapi i ardhshëm është i qartë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818E4-1659-4165-AD12-7BE2C4B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537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E di kujt i shërben.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E di çfarë bën.</a:t>
            </a:r>
          </a:p>
          <a:p xmlns:a="http://schemas.openxmlformats.org/drawingml/2006/main"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E di si do ta provoj.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A5081-D1B7-48E2-9B09-1A341ED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Javën tjetër e kthejmë skicën në faqet e aplikacionit.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7CD27-92B3-4CCE-86E5-770AE161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28676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2026-09-23T12:19:07.0380000Z</dcterms:created>
  <dcterms:modified xsi:type="dcterms:W3CDTF">2026-09-23T12:19:07.0380000Z</dcterms:modified>
</coreProperties>
</file>