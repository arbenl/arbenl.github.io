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charts/chart1.xml" ContentType="application/vnd.openxmlformats-officedocument.drawingml.chart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a30d9057a14442" /><Relationship Type="http://schemas.openxmlformats.org/officeDocument/2006/relationships/extended-properties" Target="/docProps/app.xml" Id="R899691ba45c94719" /><Relationship Type="http://schemas.openxmlformats.org/officeDocument/2006/relationships/officeDocument" Target="/ppt/presentation.xml" Id="R7db5f84429ff46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ed594d3c874fff"/>
  </p:sldMasterIdLst>
  <p:sldIdLst>
    <p:sldId xmlns:r="http://schemas.openxmlformats.org/officeDocument/2006/relationships" id="256" r:id="R680531d7c8d64170"/>
    <p:sldId xmlns:r="http://schemas.openxmlformats.org/officeDocument/2006/relationships" id="257" r:id="Rff792a8fc6b64130"/>
    <p:sldId xmlns:r="http://schemas.openxmlformats.org/officeDocument/2006/relationships" id="258" r:id="Rec8b5cd0ac2947a1"/>
    <p:sldId xmlns:r="http://schemas.openxmlformats.org/officeDocument/2006/relationships" id="259" r:id="Rc976631b983c4f0d"/>
    <p:sldId xmlns:r="http://schemas.openxmlformats.org/officeDocument/2006/relationships" id="260" r:id="R6929fd60dd9e43d1"/>
    <p:sldId xmlns:r="http://schemas.openxmlformats.org/officeDocument/2006/relationships" id="261" r:id="R95a9336130cb4c3d"/>
    <p:sldId xmlns:r="http://schemas.openxmlformats.org/officeDocument/2006/relationships" id="262" r:id="R3ab32a06e8354b1f"/>
    <p:sldId xmlns:r="http://schemas.openxmlformats.org/officeDocument/2006/relationships" id="263" r:id="R6fef2d2775ca4193"/>
    <p:sldId xmlns:r="http://schemas.openxmlformats.org/officeDocument/2006/relationships" id="264" r:id="R3e7df30a18d9477c"/>
    <p:sldId xmlns:r="http://schemas.openxmlformats.org/officeDocument/2006/relationships" id="265" r:id="Re0e13d699e0340e8"/>
    <p:sldId xmlns:r="http://schemas.openxmlformats.org/officeDocument/2006/relationships" id="266" r:id="R61c1f25830d0435d"/>
    <p:sldId xmlns:r="http://schemas.openxmlformats.org/officeDocument/2006/relationships" id="267" r:id="R6119d367e4b04c54"/>
    <p:sldId xmlns:r="http://schemas.openxmlformats.org/officeDocument/2006/relationships" id="268" r:id="R59b8de1e50604a3c"/>
    <p:sldId xmlns:r="http://schemas.openxmlformats.org/officeDocument/2006/relationships" id="269" r:id="R7fa0640df4204a27"/>
    <p:sldId xmlns:r="http://schemas.openxmlformats.org/officeDocument/2006/relationships" id="270" r:id="Rd9b32368748c4db5"/>
    <p:sldId xmlns:r="http://schemas.openxmlformats.org/officeDocument/2006/relationships" id="271" r:id="R182f79178dae4434"/>
    <p:sldId xmlns:r="http://schemas.openxmlformats.org/officeDocument/2006/relationships" id="272" r:id="Rd5de8247305f487e"/>
    <p:sldId xmlns:r="http://schemas.openxmlformats.org/officeDocument/2006/relationships" id="273" r:id="R858f6b8de79542ac"/>
    <p:sldId xmlns:r="http://schemas.openxmlformats.org/officeDocument/2006/relationships" id="274" r:id="Rab9e0b49b5a244ce"/>
    <p:sldId xmlns:r="http://schemas.openxmlformats.org/officeDocument/2006/relationships" id="275" r:id="Rd7b1e3376daf4253"/>
    <p:sldId xmlns:r="http://schemas.openxmlformats.org/officeDocument/2006/relationships" id="276" r:id="R94e51465628e403b"/>
    <p:sldId xmlns:r="http://schemas.openxmlformats.org/officeDocument/2006/relationships" id="277" r:id="Refbbdaebd851445d"/>
    <p:sldId xmlns:r="http://schemas.openxmlformats.org/officeDocument/2006/relationships" id="278" r:id="R7fe04622b0274ac7"/>
    <p:sldId xmlns:r="http://schemas.openxmlformats.org/officeDocument/2006/relationships" id="279" r:id="R721e7f2c1b9a438b"/>
    <p:sldId xmlns:r="http://schemas.openxmlformats.org/officeDocument/2006/relationships" id="280" r:id="Rb9529caa9c6c457e"/>
    <p:sldId xmlns:r="http://schemas.openxmlformats.org/officeDocument/2006/relationships" id="281" r:id="Rffe8cf25171c4459"/>
    <p:sldId xmlns:r="http://schemas.openxmlformats.org/officeDocument/2006/relationships" id="282" r:id="R72c4436e3bd14980"/>
    <p:sldId xmlns:r="http://schemas.openxmlformats.org/officeDocument/2006/relationships" id="283" r:id="R9d46f5b0ad4e4755"/>
    <p:sldId xmlns:r="http://schemas.openxmlformats.org/officeDocument/2006/relationships" id="284" r:id="R7279bdfd901941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ba3a16fe234df5" /><Relationship Type="http://schemas.openxmlformats.org/officeDocument/2006/relationships/slideMaster" Target="/ppt/slideMasters/slideMaster1.xml" Id="R23ed594d3c874fff" /><Relationship Type="http://schemas.openxmlformats.org/officeDocument/2006/relationships/presProps" Target="/ppt/presProps.xml" Id="Rcd21ae74e0bc4332" /><Relationship Type="http://schemas.openxmlformats.org/officeDocument/2006/relationships/tableStyles" Target="/ppt/tableStyles.xml" Id="R508c1a1e3e6f43f5" /><Relationship Type="http://schemas.openxmlformats.org/officeDocument/2006/relationships/slide" Target="/ppt/slides/slide1.xml" Id="R680531d7c8d64170" /><Relationship Type="http://schemas.openxmlformats.org/officeDocument/2006/relationships/slide" Target="/ppt/slides/slide2.xml" Id="Rff792a8fc6b64130" /><Relationship Type="http://schemas.openxmlformats.org/officeDocument/2006/relationships/slide" Target="/ppt/slides/slide3.xml" Id="Rec8b5cd0ac2947a1" /><Relationship Type="http://schemas.openxmlformats.org/officeDocument/2006/relationships/slide" Target="/ppt/slides/slide4.xml" Id="Rc976631b983c4f0d" /><Relationship Type="http://schemas.openxmlformats.org/officeDocument/2006/relationships/slide" Target="/ppt/slides/slide5.xml" Id="R6929fd60dd9e43d1" /><Relationship Type="http://schemas.openxmlformats.org/officeDocument/2006/relationships/slide" Target="/ppt/slides/slide6.xml" Id="R95a9336130cb4c3d" /><Relationship Type="http://schemas.openxmlformats.org/officeDocument/2006/relationships/slide" Target="/ppt/slides/slide7.xml" Id="R3ab32a06e8354b1f" /><Relationship Type="http://schemas.openxmlformats.org/officeDocument/2006/relationships/slide" Target="/ppt/slides/slide8.xml" Id="R6fef2d2775ca4193" /><Relationship Type="http://schemas.openxmlformats.org/officeDocument/2006/relationships/slide" Target="/ppt/slides/slide9.xml" Id="R3e7df30a18d9477c" /><Relationship Type="http://schemas.openxmlformats.org/officeDocument/2006/relationships/slide" Target="/ppt/slides/slide10.xml" Id="Re0e13d699e0340e8" /><Relationship Type="http://schemas.openxmlformats.org/officeDocument/2006/relationships/slide" Target="/ppt/slides/slide11.xml" Id="R61c1f25830d0435d" /><Relationship Type="http://schemas.openxmlformats.org/officeDocument/2006/relationships/slide" Target="/ppt/slides/slide12.xml" Id="R6119d367e4b04c54" /><Relationship Type="http://schemas.openxmlformats.org/officeDocument/2006/relationships/slide" Target="/ppt/slides/slide13.xml" Id="R59b8de1e50604a3c" /><Relationship Type="http://schemas.openxmlformats.org/officeDocument/2006/relationships/slide" Target="/ppt/slides/slide14.xml" Id="R7fa0640df4204a27" /><Relationship Type="http://schemas.openxmlformats.org/officeDocument/2006/relationships/slide" Target="/ppt/slides/slide15.xml" Id="Rd9b32368748c4db5" /><Relationship Type="http://schemas.openxmlformats.org/officeDocument/2006/relationships/slide" Target="/ppt/slides/slide16.xml" Id="R182f79178dae4434" /><Relationship Type="http://schemas.openxmlformats.org/officeDocument/2006/relationships/slide" Target="/ppt/slides/slide17.xml" Id="Rd5de8247305f487e" /><Relationship Type="http://schemas.openxmlformats.org/officeDocument/2006/relationships/slide" Target="/ppt/slides/slide18.xml" Id="R858f6b8de79542ac" /><Relationship Type="http://schemas.openxmlformats.org/officeDocument/2006/relationships/slide" Target="/ppt/slides/slide19.xml" Id="Rab9e0b49b5a244ce" /><Relationship Type="http://schemas.openxmlformats.org/officeDocument/2006/relationships/slide" Target="/ppt/slides/slide20.xml" Id="Rd7b1e3376daf4253" /><Relationship Type="http://schemas.openxmlformats.org/officeDocument/2006/relationships/slide" Target="/ppt/slides/slide21.xml" Id="R94e51465628e403b" /><Relationship Type="http://schemas.openxmlformats.org/officeDocument/2006/relationships/slide" Target="/ppt/slides/slide22.xml" Id="Refbbdaebd851445d" /><Relationship Type="http://schemas.openxmlformats.org/officeDocument/2006/relationships/slide" Target="/ppt/slides/slide23.xml" Id="R7fe04622b0274ac7" /><Relationship Type="http://schemas.openxmlformats.org/officeDocument/2006/relationships/slide" Target="/ppt/slides/slide24.xml" Id="R721e7f2c1b9a438b" /><Relationship Type="http://schemas.openxmlformats.org/officeDocument/2006/relationships/slide" Target="/ppt/slides/slide25.xml" Id="Rb9529caa9c6c457e" /><Relationship Type="http://schemas.openxmlformats.org/officeDocument/2006/relationships/slide" Target="/ppt/slides/slide26.xml" Id="Rffe8cf25171c4459" /><Relationship Type="http://schemas.openxmlformats.org/officeDocument/2006/relationships/slide" Target="/ppt/slides/slide27.xml" Id="R72c4436e3bd14980" /><Relationship Type="http://schemas.openxmlformats.org/officeDocument/2006/relationships/slide" Target="/ppt/slides/slide28.xml" Id="R9d46f5b0ad4e4755" /><Relationship Type="http://schemas.openxmlformats.org/officeDocument/2006/relationships/slide" Target="/ppt/slides/slide29.xml" Id="R7279bdfd901941c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66bf6d5be4d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7a39f07bfd49f2" /><Relationship Type="http://schemas.openxmlformats.org/officeDocument/2006/relationships/slideLayout" Target="/ppt/slideLayouts/slideLayout1.xml" Id="R0754685b2e4341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54685b2e4341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62c5ea6b9490a" /><Relationship Type="http://schemas.openxmlformats.org/officeDocument/2006/relationships/image" Target="/ppt/media/image.png" Id="Ra243a7a7391046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58e0ccf5a46c4" /><Relationship Type="http://schemas.openxmlformats.org/officeDocument/2006/relationships/image" Target="/ppt/media/image2.png" Id="R1fc20b2eaa2248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6b039f0244d2f" /><Relationship Type="http://schemas.openxmlformats.org/officeDocument/2006/relationships/image" Target="/ppt/media/image3.png" Id="Re1363725f64349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da07f986442f7" /><Relationship Type="http://schemas.openxmlformats.org/officeDocument/2006/relationships/image" Target="/ppt/media/image4.png" Id="R36ce272619b142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6892f45db4cb6" /><Relationship Type="http://schemas.openxmlformats.org/officeDocument/2006/relationships/image" Target="/ppt/media/image5.png" Id="R62afa0df713549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6678246a2403e" /><Relationship Type="http://schemas.openxmlformats.org/officeDocument/2006/relationships/image" Target="/ppt/media/image6.png" Id="Rc65f15f84fce44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7d4bf767c4b93" /><Relationship Type="http://schemas.openxmlformats.org/officeDocument/2006/relationships/image" Target="/ppt/media/image7.png" Id="Rc8d13fb93b974a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34164a6494cb3" /><Relationship Type="http://schemas.openxmlformats.org/officeDocument/2006/relationships/image" Target="/ppt/media/image8.png" Id="R313cc01891e84e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db2cdb8b540d8" /><Relationship Type="http://schemas.openxmlformats.org/officeDocument/2006/relationships/image" Target="/ppt/media/image9.png" Id="Rbacc376dffb340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acf8538844a08" /><Relationship Type="http://schemas.openxmlformats.org/officeDocument/2006/relationships/image" Target="/ppt/media/image10.png" Id="R9774eb9d87664a5a" /><Relationship Type="http://schemas.openxmlformats.org/officeDocument/2006/relationships/image" Target="/ppt/media/image11.png" Id="Rba131908bd9f48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308bfb53846aa" /><Relationship Type="http://schemas.openxmlformats.org/officeDocument/2006/relationships/image" Target="/ppt/media/image12.png" Id="R51bef60c171949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a4097a8d94ded" /><Relationship Type="http://schemas.openxmlformats.org/officeDocument/2006/relationships/image" Target="/ppt/media/image13.png" Id="R968fcfa1e2c24e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a44d0a7da493e" /><Relationship Type="http://schemas.openxmlformats.org/officeDocument/2006/relationships/image" Target="/ppt/media/image14.png" Id="Rba5f01c83da948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ad39335154c69" /><Relationship Type="http://schemas.openxmlformats.org/officeDocument/2006/relationships/image" Target="/ppt/media/image15.png" Id="R54b3663926e04d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203a44809468f" /><Relationship Type="http://schemas.openxmlformats.org/officeDocument/2006/relationships/image" Target="/ppt/media/image16.png" Id="R2cc19a352b8440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a5005563b4a9f" /><Relationship Type="http://schemas.openxmlformats.org/officeDocument/2006/relationships/image" Target="/ppt/media/image17.png" Id="R58907d9627b54a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9543fb2a34d86" /><Relationship Type="http://schemas.openxmlformats.org/officeDocument/2006/relationships/image" Target="/ppt/media/image18.png" Id="Rbd4973aaa44e43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90f5d076e4796" /><Relationship Type="http://schemas.openxmlformats.org/officeDocument/2006/relationships/image" Target="/ppt/media/image19.png" Id="Rb6623f22b2be47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63898e13e4754" /><Relationship Type="http://schemas.openxmlformats.org/officeDocument/2006/relationships/image" Target="/ppt/media/image20.png" Id="R1afc3fae45b64d3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381ba613c42fa" /><Relationship Type="http://schemas.openxmlformats.org/officeDocument/2006/relationships/image" Target="/ppt/media/image21.png" Id="R98ace120382a43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55afa60c943fe" /><Relationship Type="http://schemas.openxmlformats.org/officeDocument/2006/relationships/image" Target="/ppt/media/image22.png" Id="R5d14c913be4345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f5da393f14d89" /><Relationship Type="http://schemas.openxmlformats.org/officeDocument/2006/relationships/image" Target="/ppt/media/image23.png" Id="Rf8eaaf691b6349f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0e533f3cc49e2" /><Relationship Type="http://schemas.openxmlformats.org/officeDocument/2006/relationships/image" Target="/ppt/media/image24.png" Id="R349646eef29c4c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bac4102144109" /><Relationship Type="http://schemas.openxmlformats.org/officeDocument/2006/relationships/image" Target="/ppt/media/image25.png" Id="Rc08b661624bd435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3cc12777b430f" /><Relationship Type="http://schemas.openxmlformats.org/officeDocument/2006/relationships/image" Target="/ppt/media/image26.png" Id="R2faaef6cf63549d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9267981ac41e5" /><Relationship Type="http://schemas.openxmlformats.org/officeDocument/2006/relationships/chart" Target="/ppt/slides/charts/chart1.xml" Id="Ra5480f1dec004572" /><Relationship Type="http://schemas.openxmlformats.org/officeDocument/2006/relationships/image" Target="/ppt/media/image27.png" Id="Rb66087b0c8c0431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883e5bc1a440c" /><Relationship Type="http://schemas.openxmlformats.org/officeDocument/2006/relationships/image" Target="/ppt/media/image28.png" Id="R6283e919e6d64c5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3f6358ee94b9b" /><Relationship Type="http://schemas.openxmlformats.org/officeDocument/2006/relationships/image" Target="/ppt/media/image29.png" Id="R0e9f8901551f4f7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659452be7492d" /><Relationship Type="http://schemas.openxmlformats.org/officeDocument/2006/relationships/image" Target="/ppt/media/image30.png" Id="Re2405347440b457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Pesha në vlerësim (%)</c:v>
          </c:tx>
          <c:spPr>
            <a:solidFill xmlns:a="http://schemas.openxmlformats.org/drawingml/2006/main">
              <a:srgbClr val="63CDF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EBFC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3CDF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DEBB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2BB66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Pjesëmarrja</c:v>
                </c:pt>
                <c:pt idx="1">
                  <c:v>Detyrat javore</c:v>
                </c:pt>
                <c:pt idx="2">
                  <c:v>Projekti</c:v>
                </c:pt>
                <c:pt idx="3">
                  <c:v>Demo Day</c:v>
                </c:pt>
              </c:strCache>
            </c:strRef>
          </c:cat>
          <c:val>
            <c:numRef>
              <c:f>'Chart Data'!$B$2:$B$5</c:f>
              <c:numCache>
                <c:formatCode>0"%"</c:formatCode>
                <c:ptCount val="4"/>
                <c:pt idx="0">
                  <c:v>10</c:v>
                </c:pt>
                <c:pt idx="1">
                  <c:v>30</c:v>
                </c:pt>
                <c:pt idx="2">
                  <c:v>40</c:v>
                </c:pt>
                <c:pt idx="3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3225" b="1">
                  <a:solidFill>
                    <a:srgbClr val="F4F2EC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48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01820"/>
        </a:solidFill>
      </c:spPr>
    </c:plotArea>
    <c:plotVisOnly val="1"/>
  </c:chart>
  <c:spPr>
    <a:solidFill xmlns:a="http://schemas.openxmlformats.org/drawingml/2006/main">
      <a:srgbClr val="10182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">
            <a:extLst xmlns:a="http://schemas.openxmlformats.org/drawingml/2006/main">
              <a:ext uri="{FF2B5EF4-FFF2-40B4-BE49-F238E27FC236}">
                <a16:creationId xmlns:a16="http://schemas.microsoft.com/office/drawing/2014/main" id="{05625889-D1FB-4EE4-BF23-78F1C6BB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HYRJA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1DBAF75-B4AE-4833-A4F5-EB6712D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2824636-B0C5-4BAD-A96F-C23EF12E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0008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Këtë semestër,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ju krijoni.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93F3BAF-30AE-4915-BAF1-DFEB09BA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5280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Një aplikacion për një biznes real.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9D6B81C-3E4E-420F-8FF7-075B3D25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577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Programimi për Pajisje Mobile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33E6927-3435-4579-9602-DA61B4D7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53000"/>
            <a:ext cx="681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Kolegji AAB, Shkenca Kompjuterike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6 ECTS  /  Viti III, Semestri V  /  2026–2027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965E4E9-F87C-4EA8-B8BC-7EAE6427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769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Prof. Asoc. PhD. C. Arben Lila</a:t>
            </a:r>
          </a:p>
        </p:txBody>
      </p:sp>
      <p:sp>
        <p:nvSpPr>
          <p:cNvPr id="8" name="surface-8">
            <a:extLst xmlns:a="http://schemas.openxmlformats.org/drawingml/2006/main">
              <a:ext uri="{FF2B5EF4-FFF2-40B4-BE49-F238E27FC236}">
                <a16:creationId xmlns:a16="http://schemas.microsoft.com/office/drawing/2014/main" id="{37790F9F-60E1-47F2-9A47-1D0ADD0A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66825"/>
            <a:ext cx="2714625" cy="4257675"/>
          </a:xfrm>
          <a:prstGeom xmlns:a="http://schemas.openxmlformats.org/drawingml/2006/main" prst="roundRect">
            <a:avLst>
              <a:gd name="adj" fmla="val 9825"/>
            </a:avLst>
          </a:prstGeom>
          <a:solidFill xmlns:a="http://schemas.openxmlformats.org/drawingml/2006/main">
            <a:srgbClr val="0A1117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9" name="surface-9">
            <a:extLst xmlns:a="http://schemas.openxmlformats.org/drawingml/2006/main">
              <a:ext uri="{FF2B5EF4-FFF2-40B4-BE49-F238E27FC236}">
                <a16:creationId xmlns:a16="http://schemas.microsoft.com/office/drawing/2014/main" id="{E9C2A6DD-3845-40DE-AE8F-A84A6AE3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62075"/>
            <a:ext cx="2524125" cy="4067175"/>
          </a:xfrm>
          <a:prstGeom xmlns:a="http://schemas.openxmlformats.org/drawingml/2006/main" prst="roundRect">
            <a:avLst>
              <a:gd name="adj" fmla="val 8302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10" name="surface-10">
            <a:extLst xmlns:a="http://schemas.openxmlformats.org/drawingml/2006/main">
              <a:ext uri="{FF2B5EF4-FFF2-40B4-BE49-F238E27FC236}">
                <a16:creationId xmlns:a16="http://schemas.microsoft.com/office/drawing/2014/main" id="{F7FAFE79-7141-469B-9E76-D641241C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419" y="1428750"/>
            <a:ext cx="814388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5769"/>
          </a:solidFill>
          <a:ln xmlns:a="http://schemas.openxmlformats.org/drawingml/2006/main" w="0">
            <a:noFill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D476BF42-54CB-47B2-94D0-7FB276F3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66875"/>
            <a:ext cx="2257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AAB RideShare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930DA4C0-0127-4708-A24A-7A49FBFB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19325"/>
            <a:ext cx="22574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Fushë Kosovë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Kampus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C02188A9-FE18-46EC-A035-CCF9A82C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52800"/>
            <a:ext cx="2257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07:30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E0B315BD-3339-423F-8223-819B905D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00475"/>
            <a:ext cx="2257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 vend i lirë</a:t>
            </a:r>
          </a:p>
        </p:txBody>
      </p:sp>
      <p:sp>
        <p:nvSpPr>
          <p:cNvPr id="15" name="surface-15">
            <a:extLst xmlns:a="http://schemas.openxmlformats.org/drawingml/2006/main">
              <a:ext uri="{FF2B5EF4-FFF2-40B4-BE49-F238E27FC236}">
                <a16:creationId xmlns:a16="http://schemas.microsoft.com/office/drawing/2014/main" id="{F611DBE5-E8C7-4C99-9B70-17CB542B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86300"/>
            <a:ext cx="225742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6B4BD07E-456C-46CB-B3A2-01BE5BE2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86300"/>
            <a:ext cx="2257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Kërko vend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3a7a739104693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07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E1EF5-96EA-4DFD-9342-1673EA34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04293-241B-4F48-8F23-B3ACC229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Një aplikacion për një biznes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69760-728C-4E43-809D-08A8E945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Biznesi juaj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5E9C4-9C9B-41FD-9F94-E9201379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Një person kontaktues.</a:t>
            </a:r>
          </a:p>
          <a:p xmlns:a="http://schemas.openxmlformats.org/drawingml/2006/main">
            <a:pPr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Një problem që e vëreni.</a:t>
            </a:r>
          </a:p>
          <a:p xmlns:a="http://schemas.openxmlformats.org/drawingml/2006/main">
            <a:pPr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Një rrjedhë që funksionon.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2F5E3-823D-4BAE-93F5-E7AF6DFA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Produkti në fund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874EE-05C9-4234-97F9-848E9CE2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Aplikacion Next.js online.</a:t>
            </a:r>
          </a:p>
          <a:p xmlns:a="http://schemas.openxmlformats.org/drawingml/2006/main">
            <a:pPr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Përdorim i qartë në telefon.</a:t>
            </a:r>
          </a:p>
          <a:p xmlns:a="http://schemas.openxmlformats.org/drawingml/2006/main">
            <a:pPr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Provë me përdoruesin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0C0C1-3614-42C6-9981-5C10FEEA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Një student, një aplikacion, përmirësime gjatë gjithë semestrit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4A176-8206-421E-B523-1B0BBB56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20b2eaa22486f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67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D25F8-6E7B-4647-B442-BD7ED12F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AEAD-C34A-4773-9990-1D4AB572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Probleme që mund t’i zgjidhni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D3D7C-2F25-4227-824B-DDAF1463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Sallon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C16F0-6A83-4A5A-B310-0C5BF825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Rezervim termini dhe konfirmim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81146-5330-4AAF-B419-C69F335B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50C7B-D92A-469C-AC65-765530D4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337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Kërkesë shërbimi dhe status riparimi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7C509-8E5C-4AB7-B27D-F392E020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Dyqan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51DD5-9DE3-424D-87F1-69D366BD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95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Katalog dhe kërkesë porosie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ADA5C-4CDB-4B9B-A974-A5434DBC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Mobileri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D96DC-0F80-4544-912C-9A57964E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Kërkesë oferte me përmasa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7C919-36E2-4C4B-89F5-7A89F0CC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MVP: një rrjedhë kryesore me deri në tri veçori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AF773-7DD2-45C1-844F-672D0C33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63725f64349c4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8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63F3E-5D85-49FD-8898-B125AA3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3952E-D9EE-4183-8E09-E62CD3AB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Çfarë do të dini të ndërtoni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939E0-A4AC-4DF2-9A72-D7A81FBA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Ndërfaqja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6969E-164C-4C0D-BBD4-6D703E62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React, TypeScript, Next.js App Router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FECE8-E79E-4999-9DED-BDB8B31B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Të dhënat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13F22-C942-429D-8EB2-DF489EB6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PostgreSQL, Supabase Auth dhe RLS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30019-635D-41A5-85DC-1F2C0AC5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Përvoja mobile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084AB-6FA9-4842-907C-DA5C9D2E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Dizajn responsive, PWA dhe offline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EE357-0592-4AE6-965D-3E299FA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Cilësia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DE897-AE5A-4A32-AD36-9B018F7D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0125"/>
            <a:ext cx="785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Teste, GitHub, publikim dhe verifikim i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E6F0A-6588-4063-A0FA-05B6711E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e272619b1429a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3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F1E72-BC44-4CE1-A124-406A8007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9227B-1846-4A83-94AC-00BF20BB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Rruga e projektit: javët 1–7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5FF6D-C8B3-4EDE-AFB2-2502FC86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1–2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D3701-19D9-4541-950D-1D0305DD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95500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Biznesi, intervistat, PRD dhe publikimi i parë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2113D-C3B7-48AB-A4C2-1D27D45D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8C9D0-3271-480F-A0D9-265E8240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Faqet dhe komponentët e aplikacionit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23E44-AE3B-45CA-902F-5FDD62EA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4–5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B1FF8-615E-49DB-857C-E9A5A35D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05250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Databaza, identiteti dhe lejet e qasjes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F2E8D-A3FA-48E1-93E0-6F87D04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6–7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A3006-B1F4-434E-BFEC-BD95F8B1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10125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PWA, offline dhe demonstrimi i MVP-së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D306A-383D-4A63-BF46-1120FD6B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fa0df71354993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544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630AB-7FAD-4877-A742-D9C9C1D7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B357B-9F8C-4B66-AF79-0043658C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Rruga e projektit: javët 8–15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E1527-CA1A-43CD-B73E-52662B13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8–9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768F6-1892-47EB-AD0A-E0D51086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95500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Device APIs dhe ndërfaqe që përgjigjet qartë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C713F-78A1-4229-AB24-06662694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10–11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309A1-33FE-4B78-A667-642C09FD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Sinkronizim dhe njoftime kur kanë vlerë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B7F06-FEE7-4A41-ADA0-EDD6127E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12–14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1D75C-A618-440B-A757-8BBA533F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05250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Validim, siguri, performancë dhe teste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97E8E-A93D-431E-B594-3133CFDB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B757E-8A97-4B51-BCF9-518A53EF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10125"/>
            <a:ext cx="900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Demo në telefon dhe dorëzim te biznesi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98045-E2A6-4F98-B545-4DD7BBE4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f15f84fce44f1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85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61311-A079-4F47-B7C0-3B104094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6E643-3BD6-498A-905D-53B350B8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Si zhvillohen ushtrimet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0EEEB-0F80-4B01-BAD8-96839660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A3012-05C0-4222-8E59-F6F48AB4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Demonstrim dhe kriteret e ushtrimit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66954-F563-44D4-B2A3-2B263441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55%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DE99C-E753-435B-B7FC-5B49632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Zbatim në aplikacionin tuaj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A2504-023A-4371-9AD2-2B52F2AD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1801D-2555-4BA7-BCCF-13726925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1475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Teste dhe provë në telefon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5C3A1-2A05-4191-9074-5246B427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9D3C6-53D0-4B02-926F-5852D90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Commit, dorëzim dhe reflektim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D63DA-554E-4557-A1B6-DD099385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I njëjti repository gjatë gjithë semestrit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9FF68-9F8D-4F75-86BA-486AE0F2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13fb93b974a77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36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61B5F-E914-4B34-AF5A-CEDA49D1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31614-7995-4A4B-A537-A4EBFADB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Dorëzimi javor dhe pikët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35A78-D968-46F1-BA01-783996D3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10 × 3 = 30 pikë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34341-8383-4A01-B54D-4741F2DA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85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Çdo dorëzim: commit i saktë dhe prova testimi.</a:t>
            </a:r>
          </a:p>
          <a:p xmlns:a="http://schemas.openxmlformats.org/drawingml/2006/main">
            <a:pPr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Çdo javë: rezultatet e publikuara dhe totali personal.</a:t>
            </a:r>
          </a:p>
          <a:p xmlns:a="http://schemas.openxmlformats.org/drawingml/2006/main">
            <a:pPr>
              <a:def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Gabim teknik i shërbimit: rezultat në pritje.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D7C64-AD4B-4DAC-8774-15195D71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Rubrika paraprake. Mundësi për korrigjim dhe sqarim.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582B8-23E9-47E2-8B28-5CBFC7F8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cc01891e84e22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7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E96E8-80EE-4664-AAEC-0F988DF2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PROJEKTI SEMESTRAL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6E4B6-D2B6-417E-9C6A-FB23A2CC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Takimet e semestrit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1E2C1-10B1-4D0C-9987-C4624CAD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17 shtator – 24 dhjetor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EC86D-45A2-46B5-BDB4-3E120186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Java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5CB1D-22C2-42BE-8CE9-FE8DB9CE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2 orë ligjëratë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A5ADE-9917-46A8-A4E7-BCE769CD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CEF2"/>
                </a:solidFill>
                <a:latin typeface="Helvetica Neue"/>
                <a:ea typeface="Helvetica Neue"/>
                <a:cs typeface="Helvetica Neue"/>
              </a:rPr>
              <a:t>Javët 2–15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35D7E-9B14-480D-8408-367A7FC9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4812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5F7F9"/>
                </a:solidFill>
                <a:latin typeface="Helvetica Neue"/>
                <a:ea typeface="Helvetica Neue"/>
                <a:cs typeface="Helvetica Neue"/>
              </a:rPr>
              <a:t>2 orë ligjëratë + 2 orë ushtrime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DFEEC-176D-4FC7-9BE2-0A04C879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Çdo të enjte. Data 24 dhjetor varet nga pushimet e AAB-së.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4575C-AC87-4327-9AB4-683588BD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6C5CE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c376dffb34012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47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35AE86BD-CC82-4E84-A890-28A377E0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HYRJA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641DB28A-0E2C-4D89-929C-57639F38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6509BF1A-D9D5-4089-9034-FFBA1C4E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Para prerjes, vizatimi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4eb9d87664a5a"/>
          <a:stretch xmlns:a="http://schemas.openxmlformats.org/drawingml/2006/main"/>
        </p:blipFill>
        <p:spPr>
          <a:xfrm xmlns:a="http://schemas.openxmlformats.org/drawingml/2006/main">
            <a:off x="952500" y="1704975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text-20">
            <a:extLst xmlns:a="http://schemas.openxmlformats.org/drawingml/2006/main">
              <a:ext uri="{FF2B5EF4-FFF2-40B4-BE49-F238E27FC236}">
                <a16:creationId xmlns:a16="http://schemas.microsoft.com/office/drawing/2014/main" id="{13D2C051-C086-435E-9031-157AAE7C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WOODCRAFT KOSOVA</a:t>
            </a:r>
          </a:p>
        </p:txBody>
      </p:sp>
      <p:sp>
        <p:nvSpPr>
          <p:cNvPr id="6" name="text-21">
            <a:extLst xmlns:a="http://schemas.openxmlformats.org/drawingml/2006/main">
              <a:ext uri="{FF2B5EF4-FFF2-40B4-BE49-F238E27FC236}">
                <a16:creationId xmlns:a16="http://schemas.microsoft.com/office/drawing/2014/main" id="{75025066-D17D-4DF9-8895-1F91892F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14600"/>
            <a:ext cx="5334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Përdoruesi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Ngarkesa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Kufizimet</a:t>
            </a:r>
          </a:p>
        </p:txBody>
      </p:sp>
      <p:sp>
        <p:nvSpPr>
          <p:cNvPr id="7" name="text-22">
            <a:extLst xmlns:a="http://schemas.openxmlformats.org/drawingml/2006/main">
              <a:ext uri="{FF2B5EF4-FFF2-40B4-BE49-F238E27FC236}">
                <a16:creationId xmlns:a16="http://schemas.microsoft.com/office/drawing/2014/main" id="{5192F513-3F70-4537-B019-09EEDE2F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5381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Në softuer: PRD + kufijtë e besimit</a:t>
            </a:r>
          </a:p>
        </p:txBody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ADC1A495-850C-482A-8369-583D7287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Skicë konceptuale për analogjinë. Nuk është vizatim prodhimi.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31908bd9f48cd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583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24">
            <a:extLst xmlns:a="http://schemas.openxmlformats.org/drawingml/2006/main">
              <a:ext uri="{FF2B5EF4-FFF2-40B4-BE49-F238E27FC236}">
                <a16:creationId xmlns:a16="http://schemas.microsoft.com/office/drawing/2014/main" id="{8142D043-FF24-49DB-87A7-29070FD1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HYRJA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44A190CC-D32F-4A10-BB0C-30C709AD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A94FA564-DBC2-4ADD-987F-EBE4A479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Çdo vendim kërkon provë</a:t>
            </a:r>
          </a:p>
        </p:txBody>
      </p:sp>
      <p:sp>
        <p:nvSpPr>
          <p:cNvPr id="4" name="text-27">
            <a:extLst xmlns:a="http://schemas.openxmlformats.org/drawingml/2006/main">
              <a:ext uri="{FF2B5EF4-FFF2-40B4-BE49-F238E27FC236}">
                <a16:creationId xmlns:a16="http://schemas.microsoft.com/office/drawing/2014/main" id="{C5105756-47B1-4080-A0AE-A8693D9C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F87F8A37-41A4-4ECB-943E-C524E640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E4F85E75-0685-490C-B356-5658D199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Vëzhgim</a:t>
            </a:r>
          </a:p>
        </p:txBody>
      </p:sp>
      <p:sp>
        <p:nvSpPr>
          <p:cNvPr id="7" name="flow-30">
            <a:extLst xmlns:a="http://schemas.openxmlformats.org/drawingml/2006/main">
              <a:ext uri="{FF2B5EF4-FFF2-40B4-BE49-F238E27FC236}">
                <a16:creationId xmlns:a16="http://schemas.microsoft.com/office/drawing/2014/main" id="{23F8CBFB-3623-45C0-A7C6-67D928B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765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91D5B57A-2AB2-4D98-AF63-384A8945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28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xt-32">
            <a:extLst xmlns:a="http://schemas.openxmlformats.org/drawingml/2006/main">
              <a:ext uri="{FF2B5EF4-FFF2-40B4-BE49-F238E27FC236}">
                <a16:creationId xmlns:a16="http://schemas.microsoft.com/office/drawing/2014/main" id="{249FF2BF-9CC5-47FA-9AC3-9DAFE499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3372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Hipotezë</a:t>
            </a:r>
          </a:p>
        </p:txBody>
      </p:sp>
      <p:sp>
        <p:nvSpPr>
          <p:cNvPr id="10" name="text-33">
            <a:extLst xmlns:a="http://schemas.openxmlformats.org/drawingml/2006/main">
              <a:ext uri="{FF2B5EF4-FFF2-40B4-BE49-F238E27FC236}">
                <a16:creationId xmlns:a16="http://schemas.microsoft.com/office/drawing/2014/main" id="{2A9FA0D4-55D1-4127-8842-A2B69F70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Parashikim</a:t>
            </a:r>
          </a:p>
        </p:txBody>
      </p:sp>
      <p:sp>
        <p:nvSpPr>
          <p:cNvPr id="11" name="flow-34">
            <a:extLst xmlns:a="http://schemas.openxmlformats.org/drawingml/2006/main">
              <a:ext uri="{FF2B5EF4-FFF2-40B4-BE49-F238E27FC236}">
                <a16:creationId xmlns:a16="http://schemas.microsoft.com/office/drawing/2014/main" id="{E8C094D6-6DF2-4F11-8035-09E22344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765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2" name="text-35">
            <a:extLst xmlns:a="http://schemas.openxmlformats.org/drawingml/2006/main">
              <a:ext uri="{FF2B5EF4-FFF2-40B4-BE49-F238E27FC236}">
                <a16:creationId xmlns:a16="http://schemas.microsoft.com/office/drawing/2014/main" id="{9A2552BA-EACB-4EB4-A0C6-187F7F6D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28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xt-36">
            <a:extLst xmlns:a="http://schemas.openxmlformats.org/drawingml/2006/main">
              <a:ext uri="{FF2B5EF4-FFF2-40B4-BE49-F238E27FC236}">
                <a16:creationId xmlns:a16="http://schemas.microsoft.com/office/drawing/2014/main" id="{7827EE5E-AE5E-44B3-967C-2DF3E8CA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3372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Specifikim</a:t>
            </a:r>
          </a:p>
        </p:txBody>
      </p:sp>
      <p:sp>
        <p:nvSpPr>
          <p:cNvPr id="14" name="text-37">
            <a:extLst xmlns:a="http://schemas.openxmlformats.org/drawingml/2006/main">
              <a:ext uri="{FF2B5EF4-FFF2-40B4-BE49-F238E27FC236}">
                <a16:creationId xmlns:a16="http://schemas.microsoft.com/office/drawing/2014/main" id="{E69BBEAF-A820-45CF-9F4B-E9B8593B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290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PRD</a:t>
            </a:r>
          </a:p>
        </p:txBody>
      </p:sp>
      <p:sp>
        <p:nvSpPr>
          <p:cNvPr id="15" name="flow-38">
            <a:extLst xmlns:a="http://schemas.openxmlformats.org/drawingml/2006/main">
              <a:ext uri="{FF2B5EF4-FFF2-40B4-BE49-F238E27FC236}">
                <a16:creationId xmlns:a16="http://schemas.microsoft.com/office/drawing/2014/main" id="{8A815931-6291-4AC4-851D-758E4D8C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6" name="text-39">
            <a:extLst xmlns:a="http://schemas.openxmlformats.org/drawingml/2006/main">
              <a:ext uri="{FF2B5EF4-FFF2-40B4-BE49-F238E27FC236}">
                <a16:creationId xmlns:a16="http://schemas.microsoft.com/office/drawing/2014/main" id="{82197E9D-B68E-44A0-A9B6-771D92C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28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text-40">
            <a:extLst xmlns:a="http://schemas.openxmlformats.org/drawingml/2006/main">
              <a:ext uri="{FF2B5EF4-FFF2-40B4-BE49-F238E27FC236}">
                <a16:creationId xmlns:a16="http://schemas.microsoft.com/office/drawing/2014/main" id="{D9D4EB92-6045-472C-8215-CC069D39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3372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Produkt</a:t>
            </a:r>
          </a:p>
        </p:txBody>
      </p:sp>
      <p:sp>
        <p:nvSpPr>
          <p:cNvPr id="18" name="text-41">
            <a:extLst xmlns:a="http://schemas.openxmlformats.org/drawingml/2006/main">
              <a:ext uri="{FF2B5EF4-FFF2-40B4-BE49-F238E27FC236}">
                <a16:creationId xmlns:a16="http://schemas.microsoft.com/office/drawing/2014/main" id="{DCF71D80-E96B-47CE-A0F3-845EF066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290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PWA</a:t>
            </a:r>
          </a:p>
        </p:txBody>
      </p:sp>
      <p:sp>
        <p:nvSpPr>
          <p:cNvPr id="19" name="flow-42">
            <a:extLst xmlns:a="http://schemas.openxmlformats.org/drawingml/2006/main">
              <a:ext uri="{FF2B5EF4-FFF2-40B4-BE49-F238E27FC236}">
                <a16:creationId xmlns:a16="http://schemas.microsoft.com/office/drawing/2014/main" id="{3914368A-7418-49E8-814F-345EA516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20" name="text-43">
            <a:extLst xmlns:a="http://schemas.openxmlformats.org/drawingml/2006/main">
              <a:ext uri="{FF2B5EF4-FFF2-40B4-BE49-F238E27FC236}">
                <a16:creationId xmlns:a16="http://schemas.microsoft.com/office/drawing/2014/main" id="{2FE91614-6E04-43F9-87F8-4A039903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28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text-44">
            <a:extLst xmlns:a="http://schemas.openxmlformats.org/drawingml/2006/main">
              <a:ext uri="{FF2B5EF4-FFF2-40B4-BE49-F238E27FC236}">
                <a16:creationId xmlns:a16="http://schemas.microsoft.com/office/drawing/2014/main" id="{6170B71C-4118-42C4-ABD7-A4644C71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33725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Reflektim</a:t>
            </a:r>
          </a:p>
        </p:txBody>
      </p:sp>
      <p:sp>
        <p:nvSpPr>
          <p:cNvPr id="22" name="text-45">
            <a:extLst xmlns:a="http://schemas.openxmlformats.org/drawingml/2006/main">
              <a:ext uri="{FF2B5EF4-FFF2-40B4-BE49-F238E27FC236}">
                <a16:creationId xmlns:a16="http://schemas.microsoft.com/office/drawing/2014/main" id="{080660BE-5C23-40D4-9301-7B72C794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290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Rezultat testi</a:t>
            </a:r>
          </a:p>
        </p:txBody>
      </p:sp>
      <p:sp>
        <p:nvSpPr>
          <p:cNvPr id="23" name="line-46">
            <a:extLst xmlns:a="http://schemas.openxmlformats.org/drawingml/2006/main">
              <a:ext uri="{FF2B5EF4-FFF2-40B4-BE49-F238E27FC236}">
                <a16:creationId xmlns:a16="http://schemas.microsoft.com/office/drawing/2014/main" id="{0B84E914-3D92-4FDB-A844-5068D86A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24" name="text-47">
            <a:extLst xmlns:a="http://schemas.openxmlformats.org/drawingml/2006/main">
              <a:ext uri="{FF2B5EF4-FFF2-40B4-BE49-F238E27FC236}">
                <a16:creationId xmlns:a16="http://schemas.microsoft.com/office/drawing/2014/main" id="{94C0D4B0-0141-4BDC-B11E-BC2E9766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Reflektimi e ndryshon hipotezën</a:t>
            </a:r>
          </a:p>
        </p:txBody>
      </p:sp>
      <p:sp>
        <p:nvSpPr>
          <p:cNvPr id="25" name="text-48">
            <a:extLst xmlns:a="http://schemas.openxmlformats.org/drawingml/2006/main">
              <a:ext uri="{FF2B5EF4-FFF2-40B4-BE49-F238E27FC236}">
                <a16:creationId xmlns:a16="http://schemas.microsoft.com/office/drawing/2014/main" id="{797A225A-460F-4292-8644-31D5EF89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Çfarë prove keni përtej miratimit verbal?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ef60c1719491a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944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49">
            <a:extLst xmlns:a="http://schemas.openxmlformats.org/drawingml/2006/main">
              <a:ext uri="{FF2B5EF4-FFF2-40B4-BE49-F238E27FC236}">
                <a16:creationId xmlns:a16="http://schemas.microsoft.com/office/drawing/2014/main" id="{E61FD0F5-FEB8-44E2-ABF7-C4C3C41C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PROBLEMI REAL</a:t>
            </a:r>
          </a:p>
        </p:txBody>
      </p:sp>
      <p:sp>
        <p:nvSpPr>
          <p:cNvPr id="2" name="text-50">
            <a:extLst xmlns:a="http://schemas.openxmlformats.org/drawingml/2006/main">
              <a:ext uri="{FF2B5EF4-FFF2-40B4-BE49-F238E27FC236}">
                <a16:creationId xmlns:a16="http://schemas.microsoft.com/office/drawing/2014/main" id="{C3954DDF-F3CD-472F-9DFE-F8188A61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text-51">
            <a:extLst xmlns:a="http://schemas.openxmlformats.org/drawingml/2006/main">
              <a:ext uri="{FF2B5EF4-FFF2-40B4-BE49-F238E27FC236}">
                <a16:creationId xmlns:a16="http://schemas.microsoft.com/office/drawing/2014/main" id="{3A76D888-B480-4009-B336-46AC290A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07:20. Ende pa konfirmim</a:t>
            </a:r>
          </a:p>
        </p:txBody>
      </p:sp>
      <p:sp>
        <p:nvSpPr>
          <p:cNvPr id="4" name="surface-52">
            <a:extLst xmlns:a="http://schemas.openxmlformats.org/drawingml/2006/main">
              <a:ext uri="{FF2B5EF4-FFF2-40B4-BE49-F238E27FC236}">
                <a16:creationId xmlns:a16="http://schemas.microsoft.com/office/drawing/2014/main" id="{E7D6A94D-56E6-4904-B424-6C6A2C0E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2762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5" name="text-53">
            <a:extLst xmlns:a="http://schemas.openxmlformats.org/drawingml/2006/main">
              <a:ext uri="{FF2B5EF4-FFF2-40B4-BE49-F238E27FC236}">
                <a16:creationId xmlns:a16="http://schemas.microsoft.com/office/drawing/2014/main" id="{3110AED8-C651-4E46-981C-FFDF396E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Prishtinë</a:t>
            </a:r>
          </a:p>
        </p:txBody>
      </p:sp>
      <p:sp>
        <p:nvSpPr>
          <p:cNvPr id="6" name="surface-54">
            <a:extLst xmlns:a="http://schemas.openxmlformats.org/drawingml/2006/main">
              <a:ext uri="{FF2B5EF4-FFF2-40B4-BE49-F238E27FC236}">
                <a16:creationId xmlns:a16="http://schemas.microsoft.com/office/drawing/2014/main" id="{9CFB092D-12A1-4E3D-B669-3B156FCF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52675"/>
            <a:ext cx="2762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7" name="text-55">
            <a:extLst xmlns:a="http://schemas.openxmlformats.org/drawingml/2006/main">
              <a:ext uri="{FF2B5EF4-FFF2-40B4-BE49-F238E27FC236}">
                <a16:creationId xmlns:a16="http://schemas.microsoft.com/office/drawing/2014/main" id="{929575EC-3375-46B7-8DA2-13283BD7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Fushë Kosovë</a:t>
            </a:r>
          </a:p>
        </p:txBody>
      </p:sp>
      <p:sp>
        <p:nvSpPr>
          <p:cNvPr id="8" name="surface-56">
            <a:extLst xmlns:a="http://schemas.openxmlformats.org/drawingml/2006/main">
              <a:ext uri="{FF2B5EF4-FFF2-40B4-BE49-F238E27FC236}">
                <a16:creationId xmlns:a16="http://schemas.microsoft.com/office/drawing/2014/main" id="{7395B108-A0CF-4115-B59A-7B533949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52675"/>
            <a:ext cx="2762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9" name="text-57">
            <a:extLst xmlns:a="http://schemas.openxmlformats.org/drawingml/2006/main">
              <a:ext uri="{FF2B5EF4-FFF2-40B4-BE49-F238E27FC236}">
                <a16:creationId xmlns:a16="http://schemas.microsoft.com/office/drawing/2014/main" id="{2AC9A88F-9B53-4AC7-9609-F7E8B105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28875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Kampus</a:t>
            </a:r>
          </a:p>
        </p:txBody>
      </p:sp>
      <p:sp>
        <p:nvSpPr>
          <p:cNvPr id="10" name="flow-58">
            <a:extLst xmlns:a="http://schemas.openxmlformats.org/drawingml/2006/main">
              <a:ext uri="{FF2B5EF4-FFF2-40B4-BE49-F238E27FC236}">
                <a16:creationId xmlns:a16="http://schemas.microsoft.com/office/drawing/2014/main" id="{F9340881-8688-4C9A-8E49-F09CA9B6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95575"/>
            <a:ext cx="6953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1" name="flow-59">
            <a:extLst xmlns:a="http://schemas.openxmlformats.org/drawingml/2006/main">
              <a:ext uri="{FF2B5EF4-FFF2-40B4-BE49-F238E27FC236}">
                <a16:creationId xmlns:a16="http://schemas.microsoft.com/office/drawing/2014/main" id="{8E83523C-00A2-40E1-912E-86FF8EDC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95575"/>
            <a:ext cx="6953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2" name="text-60">
            <a:extLst xmlns:a="http://schemas.openxmlformats.org/drawingml/2006/main">
              <a:ext uri="{FF2B5EF4-FFF2-40B4-BE49-F238E27FC236}">
                <a16:creationId xmlns:a16="http://schemas.microsoft.com/office/drawing/2014/main" id="{28827419-D217-4DE8-81B6-0AB1653A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Kërkim</a:t>
            </a:r>
          </a:p>
        </p:txBody>
      </p:sp>
      <p:sp>
        <p:nvSpPr>
          <p:cNvPr id="13" name="text-61">
            <a:extLst xmlns:a="http://schemas.openxmlformats.org/drawingml/2006/main">
              <a:ext uri="{FF2B5EF4-FFF2-40B4-BE49-F238E27FC236}">
                <a16:creationId xmlns:a16="http://schemas.microsoft.com/office/drawing/2014/main" id="{93B740C8-6399-463F-98EB-826D1BB7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2907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Mesazh</a:t>
            </a:r>
          </a:p>
        </p:txBody>
      </p:sp>
      <p:sp>
        <p:nvSpPr>
          <p:cNvPr id="14" name="text-62">
            <a:extLst xmlns:a="http://schemas.openxmlformats.org/drawingml/2006/main">
              <a:ext uri="{FF2B5EF4-FFF2-40B4-BE49-F238E27FC236}">
                <a16:creationId xmlns:a16="http://schemas.microsoft.com/office/drawing/2014/main" id="{98D08A6B-75BB-4987-9C46-4E678036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2907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Pritje</a:t>
            </a:r>
          </a:p>
        </p:txBody>
      </p:sp>
      <p:sp>
        <p:nvSpPr>
          <p:cNvPr id="15" name="text-63">
            <a:extLst xmlns:a="http://schemas.openxmlformats.org/drawingml/2006/main">
              <a:ext uri="{FF2B5EF4-FFF2-40B4-BE49-F238E27FC236}">
                <a16:creationId xmlns:a16="http://schemas.microsoft.com/office/drawing/2014/main" id="{F8FE7FCD-AFD9-4C2C-BEBE-B0C09C77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2907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Nisje</a:t>
            </a:r>
          </a:p>
        </p:txBody>
      </p:sp>
      <p:sp>
        <p:nvSpPr>
          <p:cNvPr id="16" name="line-64">
            <a:extLst xmlns:a="http://schemas.openxmlformats.org/drawingml/2006/main">
              <a:ext uri="{FF2B5EF4-FFF2-40B4-BE49-F238E27FC236}">
                <a16:creationId xmlns:a16="http://schemas.microsoft.com/office/drawing/2014/main" id="{55ACBCB8-E888-408C-BCA9-A0D956E6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863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5769"/>
            </a:solidFill>
          </a:ln>
        </p:spPr>
      </p:sp>
      <p:sp>
        <p:nvSpPr>
          <p:cNvPr id="17" name="line-65">
            <a:extLst xmlns:a="http://schemas.openxmlformats.org/drawingml/2006/main">
              <a:ext uri="{FF2B5EF4-FFF2-40B4-BE49-F238E27FC236}">
                <a16:creationId xmlns:a16="http://schemas.microsoft.com/office/drawing/2014/main" id="{1E901CF4-8AEC-4704-992A-6B741517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86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2BB66"/>
            </a:solidFill>
          </a:ln>
        </p:spPr>
      </p:sp>
      <p:sp>
        <p:nvSpPr>
          <p:cNvPr id="18" name="text-66">
            <a:extLst xmlns:a="http://schemas.openxmlformats.org/drawingml/2006/main">
              <a:ext uri="{FF2B5EF4-FFF2-40B4-BE49-F238E27FC236}">
                <a16:creationId xmlns:a16="http://schemas.microsoft.com/office/drawing/2014/main" id="{6EFB1BB2-95E2-490F-921B-C58BDD62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000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Pasiguria ka kosto</a:t>
            </a:r>
          </a:p>
        </p:txBody>
      </p:sp>
      <p:sp>
        <p:nvSpPr>
          <p:cNvPr id="19" name="text-67">
            <a:extLst xmlns:a="http://schemas.openxmlformats.org/drawingml/2006/main">
              <a:ext uri="{FF2B5EF4-FFF2-40B4-BE49-F238E27FC236}">
                <a16:creationId xmlns:a16="http://schemas.microsoft.com/office/drawing/2014/main" id="{85362BBD-01FE-490A-BFFE-44803095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Situatë ilustruese. Skemë konceptuale, jo hartë navigimi.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fcfa1e2c24eaf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754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8">
            <a:extLst xmlns:a="http://schemas.openxmlformats.org/drawingml/2006/main">
              <a:ext uri="{FF2B5EF4-FFF2-40B4-BE49-F238E27FC236}">
                <a16:creationId xmlns:a16="http://schemas.microsoft.com/office/drawing/2014/main" id="{EDB0510B-029B-46EE-88BD-C6F5E9D0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PROBLEMI REAL</a:t>
            </a:r>
          </a:p>
        </p:txBody>
      </p:sp>
      <p:sp>
        <p:nvSpPr>
          <p:cNvPr id="2" name="text-69">
            <a:extLst xmlns:a="http://schemas.openxmlformats.org/drawingml/2006/main">
              <a:ext uri="{FF2B5EF4-FFF2-40B4-BE49-F238E27FC236}">
                <a16:creationId xmlns:a16="http://schemas.microsoft.com/office/drawing/2014/main" id="{2F6595EC-652B-4B05-94B8-C632E42C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text-70">
            <a:extLst xmlns:a="http://schemas.openxmlformats.org/drawingml/2006/main">
              <a:ext uri="{FF2B5EF4-FFF2-40B4-BE49-F238E27FC236}">
                <a16:creationId xmlns:a16="http://schemas.microsoft.com/office/drawing/2014/main" id="{8B422802-5174-4807-B6AE-58F91B15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Mesazhi nuk është rezervim</a:t>
            </a:r>
          </a:p>
        </p:txBody>
      </p:sp>
      <p:sp>
        <p:nvSpPr>
          <p:cNvPr id="4" name="text-71">
            <a:extLst xmlns:a="http://schemas.openxmlformats.org/drawingml/2006/main">
              <a:ext uri="{FF2B5EF4-FFF2-40B4-BE49-F238E27FC236}">
                <a16:creationId xmlns:a16="http://schemas.microsoft.com/office/drawing/2014/main" id="{97C2B32F-8BC2-43E8-85B0-E933F8E2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Biseda</a:t>
            </a:r>
          </a:p>
        </p:txBody>
      </p:sp>
      <p:sp>
        <p:nvSpPr>
          <p:cNvPr id="5" name="surface-72">
            <a:extLst xmlns:a="http://schemas.openxmlformats.org/drawingml/2006/main">
              <a:ext uri="{FF2B5EF4-FFF2-40B4-BE49-F238E27FC236}">
                <a16:creationId xmlns:a16="http://schemas.microsoft.com/office/drawing/2014/main" id="{EF75E082-96CF-4203-A609-27FA2D2A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4048125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3541"/>
          </a:solidFill>
          <a:ln xmlns:a="http://schemas.openxmlformats.org/drawingml/2006/main" w="0">
            <a:noFill/>
          </a:ln>
        </p:spPr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71C59393-35A2-4A90-9E1E-A79312E1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Kam një vend.</a:t>
            </a:r>
          </a:p>
        </p:txBody>
      </p:sp>
      <p:sp>
        <p:nvSpPr>
          <p:cNvPr id="7" name="surface-74">
            <a:extLst xmlns:a="http://schemas.openxmlformats.org/drawingml/2006/main">
              <a:ext uri="{FF2B5EF4-FFF2-40B4-BE49-F238E27FC236}">
                <a16:creationId xmlns:a16="http://schemas.microsoft.com/office/drawing/2014/main" id="{0D0DD437-E8BE-48D8-9263-4EB1C872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4048125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339A15B5-E5C7-4619-81EE-CF25A48D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48025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Vij unë.</a:t>
            </a:r>
          </a:p>
        </p:txBody>
      </p:sp>
      <p:sp>
        <p:nvSpPr>
          <p:cNvPr id="9" name="surface-76">
            <a:extLst xmlns:a="http://schemas.openxmlformats.org/drawingml/2006/main">
              <a:ext uri="{FF2B5EF4-FFF2-40B4-BE49-F238E27FC236}">
                <a16:creationId xmlns:a16="http://schemas.microsoft.com/office/drawing/2014/main" id="{084FFD0B-D032-4525-9DC3-E794CEC2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4048125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3541"/>
          </a:solidFill>
          <a:ln xmlns:a="http://schemas.openxmlformats.org/drawingml/2006/main" w="0">
            <a:noFill/>
          </a:ln>
        </p:spPr>
      </p:sp>
      <p:sp>
        <p:nvSpPr>
          <p:cNvPr id="10" name="text-77">
            <a:extLst xmlns:a="http://schemas.openxmlformats.org/drawingml/2006/main">
              <a:ext uri="{FF2B5EF4-FFF2-40B4-BE49-F238E27FC236}">
                <a16:creationId xmlns:a16="http://schemas.microsoft.com/office/drawing/2014/main" id="{3F7B3753-1176-4A5F-A248-4DB35934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05250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A është ende?</a:t>
            </a:r>
          </a:p>
        </p:txBody>
      </p:sp>
      <p:sp>
        <p:nvSpPr>
          <p:cNvPr id="11" name="surface-78">
            <a:extLst xmlns:a="http://schemas.openxmlformats.org/drawingml/2006/main">
              <a:ext uri="{FF2B5EF4-FFF2-40B4-BE49-F238E27FC236}">
                <a16:creationId xmlns:a16="http://schemas.microsoft.com/office/drawing/2014/main" id="{F374AA72-25CC-4A92-9BA9-F1FA6F61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4048125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12" name="text-79">
            <a:extLst xmlns:a="http://schemas.openxmlformats.org/drawingml/2006/main">
              <a:ext uri="{FF2B5EF4-FFF2-40B4-BE49-F238E27FC236}">
                <a16:creationId xmlns:a16="http://schemas.microsoft.com/office/drawing/2014/main" id="{C245F9D2-1921-4FF0-9334-E50F22AB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62475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U nisët?</a:t>
            </a:r>
          </a:p>
        </p:txBody>
      </p:sp>
      <p:sp>
        <p:nvSpPr>
          <p:cNvPr id="13" name="text-80">
            <a:extLst xmlns:a="http://schemas.openxmlformats.org/drawingml/2006/main">
              <a:ext uri="{FF2B5EF4-FFF2-40B4-BE49-F238E27FC236}">
                <a16:creationId xmlns:a16="http://schemas.microsoft.com/office/drawing/2014/main" id="{90A0DDE9-9BC2-4AC2-ABD2-E1381E3E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52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Gjendja e kërkesës</a:t>
            </a:r>
          </a:p>
        </p:txBody>
      </p:sp>
      <p:sp>
        <p:nvSpPr>
          <p:cNvPr id="14" name="text-81">
            <a:extLst xmlns:a="http://schemas.openxmlformats.org/drawingml/2006/main">
              <a:ext uri="{FF2B5EF4-FFF2-40B4-BE49-F238E27FC236}">
                <a16:creationId xmlns:a16="http://schemas.microsoft.com/office/drawing/2014/main" id="{FF9D35E4-639B-4EDF-816A-E767EBF1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670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5" name="text-82">
            <a:extLst xmlns:a="http://schemas.openxmlformats.org/drawingml/2006/main">
              <a:ext uri="{FF2B5EF4-FFF2-40B4-BE49-F238E27FC236}">
                <a16:creationId xmlns:a16="http://schemas.microsoft.com/office/drawing/2014/main" id="{3974AF82-0F27-47F6-B9DA-96FBB878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66700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Kërkuar</a:t>
            </a:r>
          </a:p>
        </p:txBody>
      </p:sp>
      <p:sp>
        <p:nvSpPr>
          <p:cNvPr id="16" name="text-83">
            <a:extLst xmlns:a="http://schemas.openxmlformats.org/drawingml/2006/main">
              <a:ext uri="{FF2B5EF4-FFF2-40B4-BE49-F238E27FC236}">
                <a16:creationId xmlns:a16="http://schemas.microsoft.com/office/drawing/2014/main" id="{8FE6C071-EFC9-4633-8FDB-94CD96AD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909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7" name="text-84">
            <a:extLst xmlns:a="http://schemas.openxmlformats.org/drawingml/2006/main">
              <a:ext uri="{FF2B5EF4-FFF2-40B4-BE49-F238E27FC236}">
                <a16:creationId xmlns:a16="http://schemas.microsoft.com/office/drawing/2014/main" id="{845CE46E-A46A-4C6F-BDC0-B93E18D0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590925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rPr>
              <a:t>Pranuar</a:t>
            </a:r>
          </a:p>
        </p:txBody>
      </p:sp>
      <p:sp>
        <p:nvSpPr>
          <p:cNvPr id="18" name="text-85">
            <a:extLst xmlns:a="http://schemas.openxmlformats.org/drawingml/2006/main">
              <a:ext uri="{FF2B5EF4-FFF2-40B4-BE49-F238E27FC236}">
                <a16:creationId xmlns:a16="http://schemas.microsoft.com/office/drawing/2014/main" id="{08CC64E0-6E22-4914-B0C8-0CC36BD8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148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text-86">
            <a:extLst xmlns:a="http://schemas.openxmlformats.org/drawingml/2006/main">
              <a:ext uri="{FF2B5EF4-FFF2-40B4-BE49-F238E27FC236}">
                <a16:creationId xmlns:a16="http://schemas.microsoft.com/office/drawing/2014/main" id="{697B443C-61BC-47EB-B606-41B2A900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51485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0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09D91"/>
                </a:solidFill>
                <a:latin typeface="Helvetica Neue"/>
                <a:ea typeface="Helvetica Neue"/>
                <a:cs typeface="Helvetica Neue"/>
              </a:rPr>
              <a:t>Refuzuar</a:t>
            </a:r>
          </a:p>
        </p:txBody>
      </p:sp>
      <p:sp>
        <p:nvSpPr>
          <p:cNvPr id="20" name="text-87">
            <a:extLst xmlns:a="http://schemas.openxmlformats.org/drawingml/2006/main">
              <a:ext uri="{FF2B5EF4-FFF2-40B4-BE49-F238E27FC236}">
                <a16:creationId xmlns:a16="http://schemas.microsoft.com/office/drawing/2014/main" id="{2E33B717-53DE-481C-8ECB-49236B6E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Kush e ka vendin?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f01c83da94874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153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8">
            <a:extLst xmlns:a="http://schemas.openxmlformats.org/drawingml/2006/main">
              <a:ext uri="{FF2B5EF4-FFF2-40B4-BE49-F238E27FC236}">
                <a16:creationId xmlns:a16="http://schemas.microsoft.com/office/drawing/2014/main" id="{82439B2C-8435-4635-A69D-BB96C7DC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PROBLEMI REAL</a:t>
            </a:r>
          </a:p>
        </p:txBody>
      </p:sp>
      <p:sp>
        <p:nvSpPr>
          <p:cNvPr id="2" name="text-89">
            <a:extLst xmlns:a="http://schemas.openxmlformats.org/drawingml/2006/main">
              <a:ext uri="{FF2B5EF4-FFF2-40B4-BE49-F238E27FC236}">
                <a16:creationId xmlns:a16="http://schemas.microsoft.com/office/drawing/2014/main" id="{DA693816-672F-494F-B916-6432A18D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text-90">
            <a:extLst xmlns:a="http://schemas.openxmlformats.org/drawingml/2006/main">
              <a:ext uri="{FF2B5EF4-FFF2-40B4-BE49-F238E27FC236}">
                <a16:creationId xmlns:a16="http://schemas.microsoft.com/office/drawing/2014/main" id="{B7C063A7-0C54-4251-A271-BF5D9B29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Hipoteza mund të rrëzohet</a:t>
            </a:r>
          </a:p>
        </p:txBody>
      </p:sp>
      <p:sp>
        <p:nvSpPr>
          <p:cNvPr id="4" name="text-91">
            <a:extLst xmlns:a="http://schemas.openxmlformats.org/drawingml/2006/main">
              <a:ext uri="{FF2B5EF4-FFF2-40B4-BE49-F238E27FC236}">
                <a16:creationId xmlns:a16="http://schemas.microsoft.com/office/drawing/2014/main" id="{1B5611A9-C23E-488B-86DF-444EF5CB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Statusi i qartë</a:t>
            </a:r>
          </a:p>
          <a:p xmlns:a="http://schemas.openxmlformats.org/drawingml/2006/main">
            <a:pPr algn="l">
              <a:buNone/>
              <a:defRPr sz="45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ul pasigurinë.</a:t>
            </a:r>
          </a:p>
        </p:txBody>
      </p:sp>
      <p:sp>
        <p:nvSpPr>
          <p:cNvPr id="5" name="text-92">
            <a:extLst xmlns:a="http://schemas.openxmlformats.org/drawingml/2006/main">
              <a:ext uri="{FF2B5EF4-FFF2-40B4-BE49-F238E27FC236}">
                <a16:creationId xmlns:a16="http://schemas.microsoft.com/office/drawing/2014/main" id="{7FF8817B-A407-4E42-8168-CD7AC993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240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EKSPERIMENT I PROPOZUAR</a:t>
            </a:r>
          </a:p>
        </p:txBody>
      </p:sp>
      <p:sp>
        <p:nvSpPr>
          <p:cNvPr id="6" name="text-93">
            <a:extLst xmlns:a="http://schemas.openxmlformats.org/drawingml/2006/main">
              <a:ext uri="{FF2B5EF4-FFF2-40B4-BE49-F238E27FC236}">
                <a16:creationId xmlns:a16="http://schemas.microsoft.com/office/drawing/2014/main" id="{30F76325-80BC-4B7B-BB12-B604AEB3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352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75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75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4 / 5</a:t>
            </a:r>
          </a:p>
        </p:txBody>
      </p:sp>
      <p:sp>
        <p:nvSpPr>
          <p:cNvPr id="7" name="text-94">
            <a:extLst xmlns:a="http://schemas.openxmlformats.org/drawingml/2006/main">
              <a:ext uri="{FF2B5EF4-FFF2-40B4-BE49-F238E27FC236}">
                <a16:creationId xmlns:a16="http://schemas.microsoft.com/office/drawing/2014/main" id="{5A8B78A0-21B0-4BD1-BFA6-F1E94431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48150"/>
            <a:ext cx="34575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e kuptojnë statusin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pa ndihmë</a:t>
            </a:r>
          </a:p>
        </p:txBody>
      </p:sp>
      <p:sp>
        <p:nvSpPr>
          <p:cNvPr id="8" name="text-95">
            <a:extLst xmlns:a="http://schemas.openxmlformats.org/drawingml/2006/main">
              <a:ext uri="{FF2B5EF4-FFF2-40B4-BE49-F238E27FC236}">
                <a16:creationId xmlns:a16="http://schemas.microsoft.com/office/drawing/2014/main" id="{0DDB9009-65B5-4C4F-BD23-CB7699DA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53000"/>
            <a:ext cx="687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Prag mësimor, ende pa rezultate</a:t>
            </a:r>
          </a:p>
        </p:txBody>
      </p:sp>
      <p:sp>
        <p:nvSpPr>
          <p:cNvPr id="9" name="text-96">
            <a:extLst xmlns:a="http://schemas.openxmlformats.org/drawingml/2006/main">
              <a:ext uri="{FF2B5EF4-FFF2-40B4-BE49-F238E27FC236}">
                <a16:creationId xmlns:a16="http://schemas.microsoft.com/office/drawing/2014/main" id="{779AE76B-25C7-4065-94F4-18F486E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Cili rezultat do t’ju bënte të ndryshonit drejtim?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3663926e04dfa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502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97">
            <a:extLst xmlns:a="http://schemas.openxmlformats.org/drawingml/2006/main">
              <a:ext uri="{FF2B5EF4-FFF2-40B4-BE49-F238E27FC236}">
                <a16:creationId xmlns:a16="http://schemas.microsoft.com/office/drawing/2014/main" id="{22C37B23-572C-4D04-8538-A2BECF6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SPECIFIKIMI</a:t>
            </a:r>
          </a:p>
        </p:txBody>
      </p:sp>
      <p:sp>
        <p:nvSpPr>
          <p:cNvPr id="2" name="text-98">
            <a:extLst xmlns:a="http://schemas.openxmlformats.org/drawingml/2006/main">
              <a:ext uri="{FF2B5EF4-FFF2-40B4-BE49-F238E27FC236}">
                <a16:creationId xmlns:a16="http://schemas.microsoft.com/office/drawing/2014/main" id="{C0515427-00B1-4BEE-8A98-03D6E332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text-99">
            <a:extLst xmlns:a="http://schemas.openxmlformats.org/drawingml/2006/main">
              <a:ext uri="{FF2B5EF4-FFF2-40B4-BE49-F238E27FC236}">
                <a16:creationId xmlns:a16="http://schemas.microsoft.com/office/drawing/2014/main" id="{5CE1C5E6-EADC-467A-A8E0-2C759850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Një faqe para kodit</a:t>
            </a:r>
          </a:p>
        </p:txBody>
      </p:sp>
      <p:sp>
        <p:nvSpPr>
          <p:cNvPr id="4" name="text-100">
            <a:extLst xmlns:a="http://schemas.openxmlformats.org/drawingml/2006/main">
              <a:ext uri="{FF2B5EF4-FFF2-40B4-BE49-F238E27FC236}">
                <a16:creationId xmlns:a16="http://schemas.microsoft.com/office/drawing/2014/main" id="{DBDE00DB-AD97-40F2-BB02-1EA00272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PRD</a:t>
            </a:r>
          </a:p>
        </p:txBody>
      </p:sp>
      <p:sp>
        <p:nvSpPr>
          <p:cNvPr id="5" name="text-101">
            <a:extLst xmlns:a="http://schemas.openxmlformats.org/drawingml/2006/main">
              <a:ext uri="{FF2B5EF4-FFF2-40B4-BE49-F238E27FC236}">
                <a16:creationId xmlns:a16="http://schemas.microsoft.com/office/drawing/2014/main" id="{E13EFAA9-F65D-48B9-841C-683D1A88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40100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Një marrëveshje</a:t>
            </a:r>
          </a:p>
          <a:p xmlns:a="http://schemas.openxmlformats.org/drawingml/2006/main">
            <a:pPr algn="l">
              <a:buNone/>
              <a:defRPr sz="2925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për sjelljen</a:t>
            </a:r>
          </a:p>
          <a:p xmlns:a="http://schemas.openxmlformats.org/drawingml/2006/main">
            <a:pPr algn="l">
              <a:buNone/>
              <a:defRPr sz="2925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e produktit.</a:t>
            </a:r>
          </a:p>
        </p:txBody>
      </p:sp>
      <p:sp>
        <p:nvSpPr>
          <p:cNvPr id="6" name="text-102">
            <a:extLst xmlns:a="http://schemas.openxmlformats.org/drawingml/2006/main">
              <a:ext uri="{FF2B5EF4-FFF2-40B4-BE49-F238E27FC236}">
                <a16:creationId xmlns:a16="http://schemas.microsoft.com/office/drawing/2014/main" id="{09C04605-C748-4E67-A6EC-51F3F35F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66925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Përdoruesi</a:t>
            </a:r>
          </a:p>
        </p:txBody>
      </p:sp>
      <p:sp>
        <p:nvSpPr>
          <p:cNvPr id="7" name="text-103">
            <a:extLst xmlns:a="http://schemas.openxmlformats.org/drawingml/2006/main">
              <a:ext uri="{FF2B5EF4-FFF2-40B4-BE49-F238E27FC236}">
                <a16:creationId xmlns:a16="http://schemas.microsoft.com/office/drawing/2014/main" id="{1D510A83-7169-457A-99E9-BF932FA5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066925"/>
            <a:ext cx="3933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Student që kërkon udhëtim</a:t>
            </a:r>
          </a:p>
        </p:txBody>
      </p:sp>
      <p:sp>
        <p:nvSpPr>
          <p:cNvPr id="8" name="line-104">
            <a:extLst xmlns:a="http://schemas.openxmlformats.org/drawingml/2006/main">
              <a:ext uri="{FF2B5EF4-FFF2-40B4-BE49-F238E27FC236}">
                <a16:creationId xmlns:a16="http://schemas.microsoft.com/office/drawing/2014/main" id="{B30C238D-9981-4011-8A6D-F73223DA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76525"/>
            <a:ext cx="6162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9" name="text-105">
            <a:extLst xmlns:a="http://schemas.openxmlformats.org/drawingml/2006/main">
              <a:ext uri="{FF2B5EF4-FFF2-40B4-BE49-F238E27FC236}">
                <a16:creationId xmlns:a16="http://schemas.microsoft.com/office/drawing/2014/main" id="{ABC57D5F-82FB-492C-AE79-595FCF5A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Problemi</a:t>
            </a:r>
          </a:p>
        </p:txBody>
      </p:sp>
      <p:sp>
        <p:nvSpPr>
          <p:cNvPr id="10" name="text-106">
            <a:extLst xmlns:a="http://schemas.openxmlformats.org/drawingml/2006/main">
              <a:ext uri="{FF2B5EF4-FFF2-40B4-BE49-F238E27FC236}">
                <a16:creationId xmlns:a16="http://schemas.microsoft.com/office/drawing/2014/main" id="{E9808BBE-C063-446F-A80B-060DEEF2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781300"/>
            <a:ext cx="3933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Konfirmimi mbetet i paqartë</a:t>
            </a:r>
          </a:p>
        </p:txBody>
      </p:sp>
      <p:sp>
        <p:nvSpPr>
          <p:cNvPr id="11" name="line-107">
            <a:extLst xmlns:a="http://schemas.openxmlformats.org/drawingml/2006/main">
              <a:ext uri="{FF2B5EF4-FFF2-40B4-BE49-F238E27FC236}">
                <a16:creationId xmlns:a16="http://schemas.microsoft.com/office/drawing/2014/main" id="{3ECB6552-F4E4-4909-B50E-93655444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90900"/>
            <a:ext cx="6162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2" name="text-108">
            <a:extLst xmlns:a="http://schemas.openxmlformats.org/drawingml/2006/main">
              <a:ext uri="{FF2B5EF4-FFF2-40B4-BE49-F238E27FC236}">
                <a16:creationId xmlns:a16="http://schemas.microsoft.com/office/drawing/2014/main" id="{76EBB515-520A-49C6-A75C-9CC63A9B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95675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Rezultati</a:t>
            </a:r>
          </a:p>
        </p:txBody>
      </p:sp>
      <p:sp>
        <p:nvSpPr>
          <p:cNvPr id="13" name="text-109">
            <a:extLst xmlns:a="http://schemas.openxmlformats.org/drawingml/2006/main">
              <a:ext uri="{FF2B5EF4-FFF2-40B4-BE49-F238E27FC236}">
                <a16:creationId xmlns:a16="http://schemas.microsoft.com/office/drawing/2014/main" id="{D7A98686-1F29-4971-9694-828A063F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495675"/>
            <a:ext cx="3933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Kërkon vend dhe sheh përgjigjen</a:t>
            </a:r>
          </a:p>
        </p:txBody>
      </p:sp>
      <p:sp>
        <p:nvSpPr>
          <p:cNvPr id="14" name="line-110">
            <a:extLst xmlns:a="http://schemas.openxmlformats.org/drawingml/2006/main">
              <a:ext uri="{FF2B5EF4-FFF2-40B4-BE49-F238E27FC236}">
                <a16:creationId xmlns:a16="http://schemas.microsoft.com/office/drawing/2014/main" id="{DA8F5E57-42A5-4DB6-A6FF-C6527DDD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05275"/>
            <a:ext cx="6162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5" name="text-111">
            <a:extLst xmlns:a="http://schemas.openxmlformats.org/drawingml/2006/main">
              <a:ext uri="{FF2B5EF4-FFF2-40B4-BE49-F238E27FC236}">
                <a16:creationId xmlns:a16="http://schemas.microsoft.com/office/drawing/2014/main" id="{2CD09773-A94E-44E3-8FBB-D0DC0FAC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0050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Kufijtë</a:t>
            </a:r>
          </a:p>
        </p:txBody>
      </p:sp>
      <p:sp>
        <p:nvSpPr>
          <p:cNvPr id="16" name="text-112">
            <a:extLst xmlns:a="http://schemas.openxmlformats.org/drawingml/2006/main">
              <a:ext uri="{FF2B5EF4-FFF2-40B4-BE49-F238E27FC236}">
                <a16:creationId xmlns:a16="http://schemas.microsoft.com/office/drawing/2014/main" id="{ED31980F-9901-4DD8-B117-EB58D7E4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210050"/>
            <a:ext cx="3933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Pa pagesa ose GPS live</a:t>
            </a:r>
          </a:p>
        </p:txBody>
      </p:sp>
      <p:sp>
        <p:nvSpPr>
          <p:cNvPr id="17" name="line-113">
            <a:extLst xmlns:a="http://schemas.openxmlformats.org/drawingml/2006/main">
              <a:ext uri="{FF2B5EF4-FFF2-40B4-BE49-F238E27FC236}">
                <a16:creationId xmlns:a16="http://schemas.microsoft.com/office/drawing/2014/main" id="{87185BE2-2CC0-4F74-8DC4-ACD21668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9650"/>
            <a:ext cx="6162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8" name="text-114">
            <a:extLst xmlns:a="http://schemas.openxmlformats.org/drawingml/2006/main">
              <a:ext uri="{FF2B5EF4-FFF2-40B4-BE49-F238E27FC236}">
                <a16:creationId xmlns:a16="http://schemas.microsoft.com/office/drawing/2014/main" id="{5EA51247-7FE4-450F-AA16-743D7341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24425"/>
            <a:ext cx="2105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Pranimi</a:t>
            </a:r>
          </a:p>
        </p:txBody>
      </p:sp>
      <p:sp>
        <p:nvSpPr>
          <p:cNvPr id="19" name="text-115">
            <a:extLst xmlns:a="http://schemas.openxmlformats.org/drawingml/2006/main">
              <a:ext uri="{FF2B5EF4-FFF2-40B4-BE49-F238E27FC236}">
                <a16:creationId xmlns:a16="http://schemas.microsoft.com/office/drawing/2014/main" id="{03F06815-B781-4C58-BAEB-658505B5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924425"/>
            <a:ext cx="3933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Kërkesë me status të qartë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19a352b8440f3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542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16">
            <a:extLst xmlns:a="http://schemas.openxmlformats.org/drawingml/2006/main">
              <a:ext uri="{FF2B5EF4-FFF2-40B4-BE49-F238E27FC236}">
                <a16:creationId xmlns:a16="http://schemas.microsoft.com/office/drawing/2014/main" id="{ACB5B439-502D-4933-914B-A50F9368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SPECIFIKIMI</a:t>
            </a:r>
          </a:p>
        </p:txBody>
      </p:sp>
      <p:sp>
        <p:nvSpPr>
          <p:cNvPr id="2" name="text-117">
            <a:extLst xmlns:a="http://schemas.openxmlformats.org/drawingml/2006/main">
              <a:ext uri="{FF2B5EF4-FFF2-40B4-BE49-F238E27FC236}">
                <a16:creationId xmlns:a16="http://schemas.microsoft.com/office/drawing/2014/main" id="{270374EB-8823-40B4-913E-207D484B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text-118">
            <a:extLst xmlns:a="http://schemas.openxmlformats.org/drawingml/2006/main">
              <a:ext uri="{FF2B5EF4-FFF2-40B4-BE49-F238E27FC236}">
                <a16:creationId xmlns:a16="http://schemas.microsoft.com/office/drawing/2014/main" id="{4A016C42-C3F2-4A4F-BA6F-BA8E45A0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Tri veçori, një rrjedhë</a:t>
            </a:r>
          </a:p>
        </p:txBody>
      </p:sp>
      <p:sp>
        <p:nvSpPr>
          <p:cNvPr id="4" name="text-119">
            <a:extLst xmlns:a="http://schemas.openxmlformats.org/drawingml/2006/main">
              <a:ext uri="{FF2B5EF4-FFF2-40B4-BE49-F238E27FC236}">
                <a16:creationId xmlns:a16="http://schemas.microsoft.com/office/drawing/2014/main" id="{B5CA41AB-8E4B-415D-BC81-62D7DDFF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52650"/>
            <a:ext cx="2333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xt-120">
            <a:extLst xmlns:a="http://schemas.openxmlformats.org/drawingml/2006/main">
              <a:ext uri="{FF2B5EF4-FFF2-40B4-BE49-F238E27FC236}">
                <a16:creationId xmlns:a16="http://schemas.microsoft.com/office/drawing/2014/main" id="{87A70858-6D6D-4BCD-8F9D-38E0C8AB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38475"/>
            <a:ext cx="2876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Publiko</a:t>
            </a:r>
          </a:p>
        </p:txBody>
      </p:sp>
      <p:sp>
        <p:nvSpPr>
          <p:cNvPr id="6" name="text-121">
            <a:extLst xmlns:a="http://schemas.openxmlformats.org/drawingml/2006/main">
              <a:ext uri="{FF2B5EF4-FFF2-40B4-BE49-F238E27FC236}">
                <a16:creationId xmlns:a16="http://schemas.microsoft.com/office/drawing/2014/main" id="{920CD4A2-9D5F-44B1-80A3-ADBBC996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62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Shoferi</a:t>
            </a:r>
          </a:p>
        </p:txBody>
      </p:sp>
      <p:sp>
        <p:nvSpPr>
          <p:cNvPr id="7" name="flow-122">
            <a:extLst xmlns:a="http://schemas.openxmlformats.org/drawingml/2006/main">
              <a:ext uri="{FF2B5EF4-FFF2-40B4-BE49-F238E27FC236}">
                <a16:creationId xmlns:a16="http://schemas.microsoft.com/office/drawing/2014/main" id="{93810869-D33F-4638-AF34-8B28DD20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90875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8" name="text-123">
            <a:extLst xmlns:a="http://schemas.openxmlformats.org/drawingml/2006/main">
              <a:ext uri="{FF2B5EF4-FFF2-40B4-BE49-F238E27FC236}">
                <a16:creationId xmlns:a16="http://schemas.microsoft.com/office/drawing/2014/main" id="{A9F76941-706F-4E1E-8B46-ECD9C119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52650"/>
            <a:ext cx="2333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xt-124">
            <a:extLst xmlns:a="http://schemas.openxmlformats.org/drawingml/2006/main">
              <a:ext uri="{FF2B5EF4-FFF2-40B4-BE49-F238E27FC236}">
                <a16:creationId xmlns:a16="http://schemas.microsoft.com/office/drawing/2014/main" id="{976FA5C8-0750-45F7-B494-3DFC9586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38475"/>
            <a:ext cx="2876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Kërko</a:t>
            </a:r>
          </a:p>
        </p:txBody>
      </p:sp>
      <p:sp>
        <p:nvSpPr>
          <p:cNvPr id="10" name="text-125">
            <a:extLst xmlns:a="http://schemas.openxmlformats.org/drawingml/2006/main">
              <a:ext uri="{FF2B5EF4-FFF2-40B4-BE49-F238E27FC236}">
                <a16:creationId xmlns:a16="http://schemas.microsoft.com/office/drawing/2014/main" id="{96BFB5BC-F8CB-4BD8-B304-C70D06DA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62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Studenti</a:t>
            </a:r>
          </a:p>
        </p:txBody>
      </p:sp>
      <p:sp>
        <p:nvSpPr>
          <p:cNvPr id="11" name="flow-126">
            <a:extLst xmlns:a="http://schemas.openxmlformats.org/drawingml/2006/main">
              <a:ext uri="{FF2B5EF4-FFF2-40B4-BE49-F238E27FC236}">
                <a16:creationId xmlns:a16="http://schemas.microsoft.com/office/drawing/2014/main" id="{D1E37D3B-A98D-487C-A889-6F0762E6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90875"/>
            <a:ext cx="552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2" name="text-127">
            <a:extLst xmlns:a="http://schemas.openxmlformats.org/drawingml/2006/main">
              <a:ext uri="{FF2B5EF4-FFF2-40B4-BE49-F238E27FC236}">
                <a16:creationId xmlns:a16="http://schemas.microsoft.com/office/drawing/2014/main" id="{F45C10C4-B29B-46D9-A0B0-95C2A45A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52650"/>
            <a:ext cx="2333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xt-128">
            <a:extLst xmlns:a="http://schemas.openxmlformats.org/drawingml/2006/main">
              <a:ext uri="{FF2B5EF4-FFF2-40B4-BE49-F238E27FC236}">
                <a16:creationId xmlns:a16="http://schemas.microsoft.com/office/drawing/2014/main" id="{72173F53-AB16-4371-8BE5-9C72D21B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38475"/>
            <a:ext cx="2876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Vendos</a:t>
            </a:r>
          </a:p>
        </p:txBody>
      </p:sp>
      <p:sp>
        <p:nvSpPr>
          <p:cNvPr id="14" name="text-129">
            <a:extLst xmlns:a="http://schemas.openxmlformats.org/drawingml/2006/main">
              <a:ext uri="{FF2B5EF4-FFF2-40B4-BE49-F238E27FC236}">
                <a16:creationId xmlns:a16="http://schemas.microsoft.com/office/drawing/2014/main" id="{D0B72342-7095-4083-B3BF-73ABB014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62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Shoferi</a:t>
            </a:r>
          </a:p>
        </p:txBody>
      </p:sp>
      <p:sp>
        <p:nvSpPr>
          <p:cNvPr id="15" name="line-130">
            <a:extLst xmlns:a="http://schemas.openxmlformats.org/drawingml/2006/main">
              <a:ext uri="{FF2B5EF4-FFF2-40B4-BE49-F238E27FC236}">
                <a16:creationId xmlns:a16="http://schemas.microsoft.com/office/drawing/2014/main" id="{D0FAF335-0836-4C82-ADC1-31BEAD91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6" name="text-131">
            <a:extLst xmlns:a="http://schemas.openxmlformats.org/drawingml/2006/main">
              <a:ext uri="{FF2B5EF4-FFF2-40B4-BE49-F238E27FC236}">
                <a16:creationId xmlns:a16="http://schemas.microsoft.com/office/drawing/2014/main" id="{25EE6D50-4A32-4FC3-BB5E-1561D38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2886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JASHTË MVP-së</a:t>
            </a:r>
          </a:p>
        </p:txBody>
      </p:sp>
      <p:sp>
        <p:nvSpPr>
          <p:cNvPr id="17" name="text-132">
            <a:extLst xmlns:a="http://schemas.openxmlformats.org/drawingml/2006/main">
              <a:ext uri="{FF2B5EF4-FFF2-40B4-BE49-F238E27FC236}">
                <a16:creationId xmlns:a16="http://schemas.microsoft.com/office/drawing/2014/main" id="{798D96A5-1026-45AE-A77F-136944B1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95850"/>
            <a:ext cx="75152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Pagesa     GPS live     Chat     Vlerësime</a:t>
            </a:r>
          </a:p>
        </p:txBody>
      </p:sp>
      <p:sp>
        <p:nvSpPr>
          <p:cNvPr id="18" name="text-133">
            <a:extLst xmlns:a="http://schemas.openxmlformats.org/drawingml/2006/main">
              <a:ext uri="{FF2B5EF4-FFF2-40B4-BE49-F238E27FC236}">
                <a16:creationId xmlns:a16="http://schemas.microsoft.com/office/drawing/2014/main" id="{E356418D-A455-48FB-ABC1-C2E4A06B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Cilin rrezik ul veçoria që po zgjidhni?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07d9627b54a78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5612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34">
            <a:extLst xmlns:a="http://schemas.openxmlformats.org/drawingml/2006/main">
              <a:ext uri="{FF2B5EF4-FFF2-40B4-BE49-F238E27FC236}">
                <a16:creationId xmlns:a16="http://schemas.microsoft.com/office/drawing/2014/main" id="{0D82369E-C922-4273-B1CC-BF566613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SPECIFIKIMI</a:t>
            </a:r>
          </a:p>
        </p:txBody>
      </p:sp>
      <p:sp>
        <p:nvSpPr>
          <p:cNvPr id="2" name="text-135">
            <a:extLst xmlns:a="http://schemas.openxmlformats.org/drawingml/2006/main">
              <a:ext uri="{FF2B5EF4-FFF2-40B4-BE49-F238E27FC236}">
                <a16:creationId xmlns:a16="http://schemas.microsoft.com/office/drawing/2014/main" id="{166C99C7-4DF9-4ABB-A9D4-7EBD432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text-136">
            <a:extLst xmlns:a="http://schemas.openxmlformats.org/drawingml/2006/main">
              <a:ext uri="{FF2B5EF4-FFF2-40B4-BE49-F238E27FC236}">
                <a16:creationId xmlns:a16="http://schemas.microsoft.com/office/drawing/2014/main" id="{45C8D8DA-82BF-49AB-AEB0-908580B4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Kur quhet e përfunduar?</a:t>
            </a:r>
          </a:p>
        </p:txBody>
      </p:sp>
      <p:sp>
        <p:nvSpPr>
          <p:cNvPr id="4" name="text-137">
            <a:extLst xmlns:a="http://schemas.openxmlformats.org/drawingml/2006/main">
              <a:ext uri="{FF2B5EF4-FFF2-40B4-BE49-F238E27FC236}">
                <a16:creationId xmlns:a16="http://schemas.microsoft.com/office/drawing/2014/main" id="{274CC1BA-4E3B-46EA-94F5-C1B5DE4F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Duke pasur… / Kur… / Atëherë…</a:t>
            </a:r>
          </a:p>
        </p:txBody>
      </p:sp>
      <p:sp>
        <p:nvSpPr>
          <p:cNvPr id="5" name="surface-138">
            <a:extLst xmlns:a="http://schemas.openxmlformats.org/drawingml/2006/main">
              <a:ext uri="{FF2B5EF4-FFF2-40B4-BE49-F238E27FC236}">
                <a16:creationId xmlns:a16="http://schemas.microsoft.com/office/drawing/2014/main" id="{9B286408-E26D-4C11-AB25-26F19615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2514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6" name="text-139">
            <a:extLst xmlns:a="http://schemas.openxmlformats.org/drawingml/2006/main">
              <a:ext uri="{FF2B5EF4-FFF2-40B4-BE49-F238E27FC236}">
                <a16:creationId xmlns:a16="http://schemas.microsoft.com/office/drawing/2014/main" id="{D28A7F2F-939D-459B-A153-01705A13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86100"/>
            <a:ext cx="2286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Kërkesa A</a:t>
            </a:r>
          </a:p>
        </p:txBody>
      </p:sp>
      <p:sp>
        <p:nvSpPr>
          <p:cNvPr id="7" name="surface-140">
            <a:extLst xmlns:a="http://schemas.openxmlformats.org/drawingml/2006/main">
              <a:ext uri="{FF2B5EF4-FFF2-40B4-BE49-F238E27FC236}">
                <a16:creationId xmlns:a16="http://schemas.microsoft.com/office/drawing/2014/main" id="{9CFA5A5B-F01F-47C8-82D2-89573548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2514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F4F2EC"/>
            </a:solidFill>
          </a:ln>
        </p:spPr>
      </p:sp>
      <p:sp>
        <p:nvSpPr>
          <p:cNvPr id="8" name="text-141">
            <a:extLst xmlns:a="http://schemas.openxmlformats.org/drawingml/2006/main">
              <a:ext uri="{FF2B5EF4-FFF2-40B4-BE49-F238E27FC236}">
                <a16:creationId xmlns:a16="http://schemas.microsoft.com/office/drawing/2014/main" id="{BEBF89ED-34D9-4831-A430-68C8CCA7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86100"/>
            <a:ext cx="2286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1 vend</a:t>
            </a:r>
          </a:p>
        </p:txBody>
      </p:sp>
      <p:sp>
        <p:nvSpPr>
          <p:cNvPr id="9" name="surface-142">
            <a:extLst xmlns:a="http://schemas.openxmlformats.org/drawingml/2006/main">
              <a:ext uri="{FF2B5EF4-FFF2-40B4-BE49-F238E27FC236}">
                <a16:creationId xmlns:a16="http://schemas.microsoft.com/office/drawing/2014/main" id="{BEC9F542-3DDF-40ED-B7CC-C30B6E26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09900"/>
            <a:ext cx="2514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91DEBB"/>
            </a:solidFill>
          </a:ln>
        </p:spPr>
      </p:sp>
      <p:sp>
        <p:nvSpPr>
          <p:cNvPr id="10" name="text-143">
            <a:extLst xmlns:a="http://schemas.openxmlformats.org/drawingml/2006/main">
              <a:ext uri="{FF2B5EF4-FFF2-40B4-BE49-F238E27FC236}">
                <a16:creationId xmlns:a16="http://schemas.microsoft.com/office/drawing/2014/main" id="{CF9114DE-F6E8-4308-A886-0B6EBEB3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86100"/>
            <a:ext cx="2286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rPr>
              <a:t>Pranuar</a:t>
            </a:r>
          </a:p>
        </p:txBody>
      </p:sp>
      <p:sp>
        <p:nvSpPr>
          <p:cNvPr id="11" name="flow-144">
            <a:extLst xmlns:a="http://schemas.openxmlformats.org/drawingml/2006/main">
              <a:ext uri="{FF2B5EF4-FFF2-40B4-BE49-F238E27FC236}">
                <a16:creationId xmlns:a16="http://schemas.microsoft.com/office/drawing/2014/main" id="{B2139522-777F-42FA-83C5-0FD83B45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4700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2" name="flow-145">
            <a:extLst xmlns:a="http://schemas.openxmlformats.org/drawingml/2006/main">
              <a:ext uri="{FF2B5EF4-FFF2-40B4-BE49-F238E27FC236}">
                <a16:creationId xmlns:a16="http://schemas.microsoft.com/office/drawing/2014/main" id="{C12E97CC-E10D-4EF3-875E-B0C43642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314700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3" name="text-146">
            <a:extLst xmlns:a="http://schemas.openxmlformats.org/drawingml/2006/main">
              <a:ext uri="{FF2B5EF4-FFF2-40B4-BE49-F238E27FC236}">
                <a16:creationId xmlns:a16="http://schemas.microsoft.com/office/drawing/2014/main" id="{C5E82296-4511-40BC-99FB-0225A2A8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Kërkesa B</a:t>
            </a:r>
          </a:p>
        </p:txBody>
      </p:sp>
      <p:sp>
        <p:nvSpPr>
          <p:cNvPr id="14" name="text-147">
            <a:extLst xmlns:a="http://schemas.openxmlformats.org/drawingml/2006/main">
              <a:ext uri="{FF2B5EF4-FFF2-40B4-BE49-F238E27FC236}">
                <a16:creationId xmlns:a16="http://schemas.microsoft.com/office/drawing/2014/main" id="{0F402639-59D0-4D2D-8E3C-D56626A0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33850"/>
            <a:ext cx="6438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Pa tejkalim kapaciteti</a:t>
            </a:r>
          </a:p>
        </p:txBody>
      </p:sp>
      <p:sp>
        <p:nvSpPr>
          <p:cNvPr id="15" name="text-148">
            <a:extLst xmlns:a="http://schemas.openxmlformats.org/drawingml/2006/main">
              <a:ext uri="{FF2B5EF4-FFF2-40B4-BE49-F238E27FC236}">
                <a16:creationId xmlns:a16="http://schemas.microsoft.com/office/drawing/2014/main" id="{E13B6FE1-2227-4A3C-9E83-9F744897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05400"/>
            <a:ext cx="10144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Vendet e konfirmuara ≤ kapaciteti</a:t>
            </a:r>
          </a:p>
        </p:txBody>
      </p:sp>
      <p:sp>
        <p:nvSpPr>
          <p:cNvPr id="16" name="text-149">
            <a:extLst xmlns:a="http://schemas.openxmlformats.org/drawingml/2006/main">
              <a:ext uri="{FF2B5EF4-FFF2-40B4-BE49-F238E27FC236}">
                <a16:creationId xmlns:a16="http://schemas.microsoft.com/office/drawing/2014/main" id="{E9FFEF0B-E349-4992-A8C0-43A644D4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Çfarë ndodh kur dy kërkesa mbërrijnë njëkohësisht?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973aaa44e43db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229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150">
            <a:extLst xmlns:a="http://schemas.openxmlformats.org/drawingml/2006/main">
              <a:ext uri="{FF2B5EF4-FFF2-40B4-BE49-F238E27FC236}">
                <a16:creationId xmlns:a16="http://schemas.microsoft.com/office/drawing/2014/main" id="{9EBAA818-8625-45FF-AD5E-2AC8C9EF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SPECIFIKIMI</a:t>
            </a:r>
          </a:p>
        </p:txBody>
      </p:sp>
      <p:sp>
        <p:nvSpPr>
          <p:cNvPr id="2" name="text-151">
            <a:extLst xmlns:a="http://schemas.openxmlformats.org/drawingml/2006/main">
              <a:ext uri="{FF2B5EF4-FFF2-40B4-BE49-F238E27FC236}">
                <a16:creationId xmlns:a16="http://schemas.microsoft.com/office/drawing/2014/main" id="{0173AD9F-72E4-40D8-91BD-29CA21F9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text-152">
            <a:extLst xmlns:a="http://schemas.openxmlformats.org/drawingml/2006/main">
              <a:ext uri="{FF2B5EF4-FFF2-40B4-BE49-F238E27FC236}">
                <a16:creationId xmlns:a16="http://schemas.microsoft.com/office/drawing/2014/main" id="{1A01685F-3B67-4B24-A2CE-67EDCE31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Testojeni përpara ndërtimit</a:t>
            </a:r>
          </a:p>
        </p:txBody>
      </p:sp>
      <p:sp>
        <p:nvSpPr>
          <p:cNvPr id="4" name="surface-153">
            <a:extLst xmlns:a="http://schemas.openxmlformats.org/drawingml/2006/main">
              <a:ext uri="{FF2B5EF4-FFF2-40B4-BE49-F238E27FC236}">
                <a16:creationId xmlns:a16="http://schemas.microsoft.com/office/drawing/2014/main" id="{C2E62629-F6D7-45D9-85F8-17DF4D00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667000" cy="381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117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5" name="surface-154">
            <a:extLst xmlns:a="http://schemas.openxmlformats.org/drawingml/2006/main">
              <a:ext uri="{FF2B5EF4-FFF2-40B4-BE49-F238E27FC236}">
                <a16:creationId xmlns:a16="http://schemas.microsoft.com/office/drawing/2014/main" id="{16C29E57-E5D1-495D-95BB-57C348E9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2476500" cy="3619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6" name="surface-155">
            <a:extLst xmlns:a="http://schemas.openxmlformats.org/drawingml/2006/main">
              <a:ext uri="{FF2B5EF4-FFF2-40B4-BE49-F238E27FC236}">
                <a16:creationId xmlns:a16="http://schemas.microsoft.com/office/drawing/2014/main" id="{0F4F76EA-D816-4B80-851A-61ECDE5F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71675"/>
            <a:ext cx="800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5769"/>
          </a:solidFill>
          <a:ln xmlns:a="http://schemas.openxmlformats.org/drawingml/2006/main" w="0">
            <a:noFill/>
          </a:ln>
        </p:spPr>
      </p:sp>
      <p:sp>
        <p:nvSpPr>
          <p:cNvPr id="7" name="text-156">
            <a:extLst xmlns:a="http://schemas.openxmlformats.org/drawingml/2006/main">
              <a:ext uri="{FF2B5EF4-FFF2-40B4-BE49-F238E27FC236}">
                <a16:creationId xmlns:a16="http://schemas.microsoft.com/office/drawing/2014/main" id="{88BD0D51-A6A2-4C68-8E34-41713C5A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220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AAB RideShare</a:t>
            </a:r>
          </a:p>
        </p:txBody>
      </p:sp>
      <p:sp>
        <p:nvSpPr>
          <p:cNvPr id="8" name="text-157">
            <a:extLst xmlns:a="http://schemas.openxmlformats.org/drawingml/2006/main">
              <a:ext uri="{FF2B5EF4-FFF2-40B4-BE49-F238E27FC236}">
                <a16:creationId xmlns:a16="http://schemas.microsoft.com/office/drawing/2014/main" id="{DF021044-C127-4F20-B15A-042F2644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Udhëtimet</a:t>
            </a:r>
          </a:p>
        </p:txBody>
      </p:sp>
      <p:sp>
        <p:nvSpPr>
          <p:cNvPr id="9" name="text-158">
            <a:extLst xmlns:a="http://schemas.openxmlformats.org/drawingml/2006/main">
              <a:ext uri="{FF2B5EF4-FFF2-40B4-BE49-F238E27FC236}">
                <a16:creationId xmlns:a16="http://schemas.microsoft.com/office/drawing/2014/main" id="{8C026980-70F2-4A8D-A904-7DBB2437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90875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Fushë Kosovë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Kampus</a:t>
            </a:r>
          </a:p>
        </p:txBody>
      </p:sp>
      <p:sp>
        <p:nvSpPr>
          <p:cNvPr id="10" name="text-159">
            <a:extLst xmlns:a="http://schemas.openxmlformats.org/drawingml/2006/main">
              <a:ext uri="{FF2B5EF4-FFF2-40B4-BE49-F238E27FC236}">
                <a16:creationId xmlns:a16="http://schemas.microsoft.com/office/drawing/2014/main" id="{37373074-1411-4701-BE8A-3EBF7B89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0025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07:30     1 vend</a:t>
            </a:r>
          </a:p>
        </p:txBody>
      </p:sp>
      <p:sp>
        <p:nvSpPr>
          <p:cNvPr id="11" name="surface-160">
            <a:extLst xmlns:a="http://schemas.openxmlformats.org/drawingml/2006/main">
              <a:ext uri="{FF2B5EF4-FFF2-40B4-BE49-F238E27FC236}">
                <a16:creationId xmlns:a16="http://schemas.microsoft.com/office/drawing/2014/main" id="{C3FC90E6-E0FD-452B-8A74-7C0EA65B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2209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2" name="text-161">
            <a:extLst xmlns:a="http://schemas.openxmlformats.org/drawingml/2006/main">
              <a:ext uri="{FF2B5EF4-FFF2-40B4-BE49-F238E27FC236}">
                <a16:creationId xmlns:a16="http://schemas.microsoft.com/office/drawing/2014/main" id="{3829D174-1E97-4391-B7DD-E42A6E59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Shiko detajet</a:t>
            </a:r>
          </a:p>
        </p:txBody>
      </p:sp>
      <p:sp>
        <p:nvSpPr>
          <p:cNvPr id="13" name="surface-162">
            <a:extLst xmlns:a="http://schemas.openxmlformats.org/drawingml/2006/main">
              <a:ext uri="{FF2B5EF4-FFF2-40B4-BE49-F238E27FC236}">
                <a16:creationId xmlns:a16="http://schemas.microsoft.com/office/drawing/2014/main" id="{BF41DE9A-1F24-4784-9742-B54A9074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667000" cy="381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117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4" name="surface-163">
            <a:extLst xmlns:a="http://schemas.openxmlformats.org/drawingml/2006/main">
              <a:ext uri="{FF2B5EF4-FFF2-40B4-BE49-F238E27FC236}">
                <a16:creationId xmlns:a16="http://schemas.microsoft.com/office/drawing/2014/main" id="{BA5B0ED5-72F7-4A4A-8471-9C384A58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05000"/>
            <a:ext cx="2476500" cy="3619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15" name="surface-164">
            <a:extLst xmlns:a="http://schemas.openxmlformats.org/drawingml/2006/main">
              <a:ext uri="{FF2B5EF4-FFF2-40B4-BE49-F238E27FC236}">
                <a16:creationId xmlns:a16="http://schemas.microsoft.com/office/drawing/2014/main" id="{896E7071-13C8-4208-AB20-EA34C95C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71675"/>
            <a:ext cx="800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5769"/>
          </a:solidFill>
          <a:ln xmlns:a="http://schemas.openxmlformats.org/drawingml/2006/main" w="0">
            <a:noFill/>
          </a:ln>
        </p:spPr>
      </p:sp>
      <p:sp>
        <p:nvSpPr>
          <p:cNvPr id="16" name="text-165">
            <a:extLst xmlns:a="http://schemas.openxmlformats.org/drawingml/2006/main">
              <a:ext uri="{FF2B5EF4-FFF2-40B4-BE49-F238E27FC236}">
                <a16:creationId xmlns:a16="http://schemas.microsoft.com/office/drawing/2014/main" id="{6082AED9-D83F-48CE-8B04-2A7C6CF8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220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AAB RideShare</a:t>
            </a:r>
          </a:p>
        </p:txBody>
      </p:sp>
      <p:sp>
        <p:nvSpPr>
          <p:cNvPr id="17" name="text-166">
            <a:extLst xmlns:a="http://schemas.openxmlformats.org/drawingml/2006/main">
              <a:ext uri="{FF2B5EF4-FFF2-40B4-BE49-F238E27FC236}">
                <a16:creationId xmlns:a16="http://schemas.microsoft.com/office/drawing/2014/main" id="{54AD4AC9-76EA-4CB2-BA77-E74EA2F8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2209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2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2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Fushë Kosovë</a:t>
            </a:r>
          </a:p>
          <a:p xmlns:a="http://schemas.openxmlformats.org/drawingml/2006/main">
            <a:pPr algn="l">
              <a:buNone/>
              <a:defRPr sz="252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2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Kampus</a:t>
            </a:r>
          </a:p>
        </p:txBody>
      </p:sp>
      <p:sp>
        <p:nvSpPr>
          <p:cNvPr id="18" name="text-167">
            <a:extLst xmlns:a="http://schemas.openxmlformats.org/drawingml/2006/main">
              <a:ext uri="{FF2B5EF4-FFF2-40B4-BE49-F238E27FC236}">
                <a16:creationId xmlns:a16="http://schemas.microsoft.com/office/drawing/2014/main" id="{87500D51-C3F6-4142-B049-87F36524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95725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07:30</a:t>
            </a:r>
          </a:p>
        </p:txBody>
      </p:sp>
      <p:sp>
        <p:nvSpPr>
          <p:cNvPr id="19" name="text-168">
            <a:extLst xmlns:a="http://schemas.openxmlformats.org/drawingml/2006/main">
              <a:ext uri="{FF2B5EF4-FFF2-40B4-BE49-F238E27FC236}">
                <a16:creationId xmlns:a16="http://schemas.microsoft.com/office/drawing/2014/main" id="{6A1203F8-ABA3-40E7-9087-1A09849C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434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 vend i lirë</a:t>
            </a:r>
          </a:p>
        </p:txBody>
      </p:sp>
      <p:sp>
        <p:nvSpPr>
          <p:cNvPr id="20" name="surface-169">
            <a:extLst xmlns:a="http://schemas.openxmlformats.org/drawingml/2006/main">
              <a:ext uri="{FF2B5EF4-FFF2-40B4-BE49-F238E27FC236}">
                <a16:creationId xmlns:a16="http://schemas.microsoft.com/office/drawing/2014/main" id="{60122B12-D9AD-41EF-9E7E-76130082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81550"/>
            <a:ext cx="22098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21" name="text-170">
            <a:extLst xmlns:a="http://schemas.openxmlformats.org/drawingml/2006/main">
              <a:ext uri="{FF2B5EF4-FFF2-40B4-BE49-F238E27FC236}">
                <a16:creationId xmlns:a16="http://schemas.microsoft.com/office/drawing/2014/main" id="{87AC059D-3BD4-459A-8634-AED34ACC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81550"/>
            <a:ext cx="2209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Kërko vend</a:t>
            </a:r>
          </a:p>
        </p:txBody>
      </p:sp>
      <p:sp>
        <p:nvSpPr>
          <p:cNvPr id="22" name="surface-171">
            <a:extLst xmlns:a="http://schemas.openxmlformats.org/drawingml/2006/main">
              <a:ext uri="{FF2B5EF4-FFF2-40B4-BE49-F238E27FC236}">
                <a16:creationId xmlns:a16="http://schemas.microsoft.com/office/drawing/2014/main" id="{E815AFB0-24B0-4573-833E-40323B2E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667000" cy="3810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117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23" name="surface-172">
            <a:extLst xmlns:a="http://schemas.openxmlformats.org/drawingml/2006/main">
              <a:ext uri="{FF2B5EF4-FFF2-40B4-BE49-F238E27FC236}">
                <a16:creationId xmlns:a16="http://schemas.microsoft.com/office/drawing/2014/main" id="{54169D1D-9F8C-4B63-9FD6-149B8178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05000"/>
            <a:ext cx="2476500" cy="3619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24" name="surface-173">
            <a:extLst xmlns:a="http://schemas.openxmlformats.org/drawingml/2006/main">
              <a:ext uri="{FF2B5EF4-FFF2-40B4-BE49-F238E27FC236}">
                <a16:creationId xmlns:a16="http://schemas.microsoft.com/office/drawing/2014/main" id="{65E1BC14-A34E-4523-BEC8-B8AEE90D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71675"/>
            <a:ext cx="8001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5769"/>
          </a:solidFill>
          <a:ln xmlns:a="http://schemas.openxmlformats.org/drawingml/2006/main" w="0">
            <a:noFill/>
          </a:ln>
        </p:spPr>
      </p:sp>
      <p:sp>
        <p:nvSpPr>
          <p:cNvPr id="25" name="text-174">
            <a:extLst xmlns:a="http://schemas.openxmlformats.org/drawingml/2006/main">
              <a:ext uri="{FF2B5EF4-FFF2-40B4-BE49-F238E27FC236}">
                <a16:creationId xmlns:a16="http://schemas.microsoft.com/office/drawing/2014/main" id="{510D8E7B-5463-4E54-82F4-A54E6060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20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AAB RideShare</a:t>
            </a:r>
          </a:p>
        </p:txBody>
      </p:sp>
      <p:sp>
        <p:nvSpPr>
          <p:cNvPr id="26" name="text-175">
            <a:extLst xmlns:a="http://schemas.openxmlformats.org/drawingml/2006/main">
              <a:ext uri="{FF2B5EF4-FFF2-40B4-BE49-F238E27FC236}">
                <a16:creationId xmlns:a16="http://schemas.microsoft.com/office/drawing/2014/main" id="{83FD80BA-E491-41F4-AD2F-A9BC1C06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Kërkesa juaj</a:t>
            </a:r>
          </a:p>
        </p:txBody>
      </p:sp>
      <p:sp>
        <p:nvSpPr>
          <p:cNvPr id="27" name="text-176">
            <a:extLst xmlns:a="http://schemas.openxmlformats.org/drawingml/2006/main">
              <a:ext uri="{FF2B5EF4-FFF2-40B4-BE49-F238E27FC236}">
                <a16:creationId xmlns:a16="http://schemas.microsoft.com/office/drawing/2014/main" id="{A3DAC7E6-4062-4F69-9BA9-0E59EEF2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NË PRITJE</a:t>
            </a:r>
          </a:p>
        </p:txBody>
      </p:sp>
      <p:sp>
        <p:nvSpPr>
          <p:cNvPr id="28" name="text-177">
            <a:extLst xmlns:a="http://schemas.openxmlformats.org/drawingml/2006/main">
              <a:ext uri="{FF2B5EF4-FFF2-40B4-BE49-F238E27FC236}">
                <a16:creationId xmlns:a16="http://schemas.microsoft.com/office/drawing/2014/main" id="{9AF1AA4E-D08F-405E-A91D-68120831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90975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Shoferi ende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nuk e ka pranuar.</a:t>
            </a:r>
          </a:p>
        </p:txBody>
      </p:sp>
      <p:sp>
        <p:nvSpPr>
          <p:cNvPr id="29" name="flow-178">
            <a:extLst xmlns:a="http://schemas.openxmlformats.org/drawingml/2006/main">
              <a:ext uri="{FF2B5EF4-FFF2-40B4-BE49-F238E27FC236}">
                <a16:creationId xmlns:a16="http://schemas.microsoft.com/office/drawing/2014/main" id="{C6E2534E-9BEE-4A5B-8D03-3AEB4242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337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30" name="flow-179">
            <a:extLst xmlns:a="http://schemas.openxmlformats.org/drawingml/2006/main">
              <a:ext uri="{FF2B5EF4-FFF2-40B4-BE49-F238E27FC236}">
                <a16:creationId xmlns:a16="http://schemas.microsoft.com/office/drawing/2014/main" id="{A015F52D-FD68-4623-A2AD-1BF39271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337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31" name="text-180">
            <a:extLst xmlns:a="http://schemas.openxmlformats.org/drawingml/2006/main">
              <a:ext uri="{FF2B5EF4-FFF2-40B4-BE49-F238E27FC236}">
                <a16:creationId xmlns:a16="http://schemas.microsoft.com/office/drawing/2014/main" id="{5E882A32-F2B2-4E69-8D57-31DAF89E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Në cilën pamje mund të keqkuptohet konfirmimi?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23f22b2be473b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83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81">
            <a:extLst xmlns:a="http://schemas.openxmlformats.org/drawingml/2006/main">
              <a:ext uri="{FF2B5EF4-FFF2-40B4-BE49-F238E27FC236}">
                <a16:creationId xmlns:a16="http://schemas.microsoft.com/office/drawing/2014/main" id="{E5896EAD-C4A2-4F50-861F-893667DC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ARKITEKTURA MOBILE</a:t>
            </a:r>
          </a:p>
        </p:txBody>
      </p:sp>
      <p:sp>
        <p:nvSpPr>
          <p:cNvPr id="2" name="text-182">
            <a:extLst xmlns:a="http://schemas.openxmlformats.org/drawingml/2006/main">
              <a:ext uri="{FF2B5EF4-FFF2-40B4-BE49-F238E27FC236}">
                <a16:creationId xmlns:a16="http://schemas.microsoft.com/office/drawing/2014/main" id="{134E2F49-5D36-43CA-B2D1-697AA5A7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text-183">
            <a:extLst xmlns:a="http://schemas.openxmlformats.org/drawingml/2006/main">
              <a:ext uri="{FF2B5EF4-FFF2-40B4-BE49-F238E27FC236}">
                <a16:creationId xmlns:a16="http://schemas.microsoft.com/office/drawing/2014/main" id="{ADADDBCE-2EBD-45C8-BAC6-99FA3AFA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Produkti mbërrin me një lidhje</a:t>
            </a:r>
          </a:p>
        </p:txBody>
      </p:sp>
      <p:sp>
        <p:nvSpPr>
          <p:cNvPr id="4" name="text-184">
            <a:extLst xmlns:a="http://schemas.openxmlformats.org/drawingml/2006/main">
              <a:ext uri="{FF2B5EF4-FFF2-40B4-BE49-F238E27FC236}">
                <a16:creationId xmlns:a16="http://schemas.microsoft.com/office/drawing/2014/main" id="{B822F35F-82E5-4AF9-90BF-12395F6B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9775"/>
            <a:ext cx="6143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0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0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PWA</a:t>
            </a:r>
          </a:p>
        </p:txBody>
      </p:sp>
      <p:sp>
        <p:nvSpPr>
          <p:cNvPr id="5" name="text-185">
            <a:extLst xmlns:a="http://schemas.openxmlformats.org/drawingml/2006/main">
              <a:ext uri="{FF2B5EF4-FFF2-40B4-BE49-F238E27FC236}">
                <a16:creationId xmlns:a16="http://schemas.microsoft.com/office/drawing/2014/main" id="{06CB5F2A-6B59-405F-AE40-FB2E1C6D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86125"/>
            <a:ext cx="68103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Një lidhje për ta provuar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Instalim kur mbështetet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Sjellje offline e projektuar</a:t>
            </a:r>
          </a:p>
        </p:txBody>
      </p:sp>
      <p:sp>
        <p:nvSpPr>
          <p:cNvPr id="6" name="surface-186">
            <a:extLst xmlns:a="http://schemas.openxmlformats.org/drawingml/2006/main">
              <a:ext uri="{FF2B5EF4-FFF2-40B4-BE49-F238E27FC236}">
                <a16:creationId xmlns:a16="http://schemas.microsoft.com/office/drawing/2014/main" id="{40F9F7B3-7260-41BB-A6F6-417D3BC6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847850"/>
            <a:ext cx="2476500" cy="37147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0A1117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7" name="surface-187">
            <a:extLst xmlns:a="http://schemas.openxmlformats.org/drawingml/2006/main">
              <a:ext uri="{FF2B5EF4-FFF2-40B4-BE49-F238E27FC236}">
                <a16:creationId xmlns:a16="http://schemas.microsoft.com/office/drawing/2014/main" id="{DC57CBF1-434B-43FC-92A2-20B4FCAA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943100"/>
            <a:ext cx="2286000" cy="352425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8" name="surface-188">
            <a:extLst xmlns:a="http://schemas.openxmlformats.org/drawingml/2006/main">
              <a:ext uri="{FF2B5EF4-FFF2-40B4-BE49-F238E27FC236}">
                <a16:creationId xmlns:a16="http://schemas.microsoft.com/office/drawing/2014/main" id="{C4C046AA-6C42-427A-B86E-760B616D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9775"/>
            <a:ext cx="7429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5769"/>
          </a:solidFill>
          <a:ln xmlns:a="http://schemas.openxmlformats.org/drawingml/2006/main" w="0">
            <a:noFill/>
          </a:ln>
        </p:spPr>
      </p:sp>
      <p:sp>
        <p:nvSpPr>
          <p:cNvPr id="9" name="text-189">
            <a:extLst xmlns:a="http://schemas.openxmlformats.org/drawingml/2006/main">
              <a:ext uri="{FF2B5EF4-FFF2-40B4-BE49-F238E27FC236}">
                <a16:creationId xmlns:a16="http://schemas.microsoft.com/office/drawing/2014/main" id="{736142B7-25B7-4286-BEFD-A415606E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47900"/>
            <a:ext cx="201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AAB RideShare</a:t>
            </a:r>
          </a:p>
        </p:txBody>
      </p:sp>
      <p:sp>
        <p:nvSpPr>
          <p:cNvPr id="10" name="text-190">
            <a:extLst xmlns:a="http://schemas.openxmlformats.org/drawingml/2006/main">
              <a:ext uri="{FF2B5EF4-FFF2-40B4-BE49-F238E27FC236}">
                <a16:creationId xmlns:a16="http://schemas.microsoft.com/office/drawing/2014/main" id="{DA4EFEEA-6BB2-4E93-9C15-1A3B3276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2415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Udhëtimet</a:t>
            </a:r>
          </a:p>
        </p:txBody>
      </p:sp>
      <p:sp>
        <p:nvSpPr>
          <p:cNvPr id="11" name="text-191">
            <a:extLst xmlns:a="http://schemas.openxmlformats.org/drawingml/2006/main">
              <a:ext uri="{FF2B5EF4-FFF2-40B4-BE49-F238E27FC236}">
                <a16:creationId xmlns:a16="http://schemas.microsoft.com/office/drawing/2014/main" id="{14A492EC-6646-48BD-87EC-64847D7D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28975"/>
            <a:ext cx="201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Fushë Kosovë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Kampus</a:t>
            </a:r>
          </a:p>
        </p:txBody>
      </p:sp>
      <p:sp>
        <p:nvSpPr>
          <p:cNvPr id="12" name="text-192">
            <a:extLst xmlns:a="http://schemas.openxmlformats.org/drawingml/2006/main">
              <a:ext uri="{FF2B5EF4-FFF2-40B4-BE49-F238E27FC236}">
                <a16:creationId xmlns:a16="http://schemas.microsoft.com/office/drawing/2014/main" id="{15D89264-FDB2-4FC4-B0DE-514A4297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48125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07:30     1 vend</a:t>
            </a:r>
          </a:p>
        </p:txBody>
      </p:sp>
      <p:sp>
        <p:nvSpPr>
          <p:cNvPr id="13" name="surface-193">
            <a:extLst xmlns:a="http://schemas.openxmlformats.org/drawingml/2006/main">
              <a:ext uri="{FF2B5EF4-FFF2-40B4-BE49-F238E27FC236}">
                <a16:creationId xmlns:a16="http://schemas.microsoft.com/office/drawing/2014/main" id="{21333D1E-86D3-48D5-A887-0A6438D2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714875"/>
            <a:ext cx="2019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4" name="text-194">
            <a:extLst xmlns:a="http://schemas.openxmlformats.org/drawingml/2006/main">
              <a:ext uri="{FF2B5EF4-FFF2-40B4-BE49-F238E27FC236}">
                <a16:creationId xmlns:a16="http://schemas.microsoft.com/office/drawing/2014/main" id="{8203E298-60F4-4BBA-8DDE-7AEFD396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714875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Shiko detajet</a:t>
            </a:r>
          </a:p>
        </p:txBody>
      </p:sp>
      <p:sp>
        <p:nvSpPr>
          <p:cNvPr id="15" name="text-195">
            <a:extLst xmlns:a="http://schemas.openxmlformats.org/drawingml/2006/main">
              <a:ext uri="{FF2B5EF4-FFF2-40B4-BE49-F238E27FC236}">
                <a16:creationId xmlns:a16="http://schemas.microsoft.com/office/drawing/2014/main" id="{D1FED3F8-E636-4E61-B1F6-1DB6FBA6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Zgjedhja varet nga aftësitë e pajisjes dhe kërkesat e produktit.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c3fae45b64d34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6700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96">
            <a:extLst xmlns:a="http://schemas.openxmlformats.org/drawingml/2006/main">
              <a:ext uri="{FF2B5EF4-FFF2-40B4-BE49-F238E27FC236}">
                <a16:creationId xmlns:a16="http://schemas.microsoft.com/office/drawing/2014/main" id="{9D35D3C4-333C-4EC0-B097-8ACBEBBF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ARKITEKTURA MOBILE</a:t>
            </a:r>
          </a:p>
        </p:txBody>
      </p:sp>
      <p:sp>
        <p:nvSpPr>
          <p:cNvPr id="2" name="text-197">
            <a:extLst xmlns:a="http://schemas.openxmlformats.org/drawingml/2006/main">
              <a:ext uri="{FF2B5EF4-FFF2-40B4-BE49-F238E27FC236}">
                <a16:creationId xmlns:a16="http://schemas.microsoft.com/office/drawing/2014/main" id="{215F1517-FFD5-4ADC-92A9-DE228406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3" name="text-198">
            <a:extLst xmlns:a="http://schemas.openxmlformats.org/drawingml/2006/main">
              <a:ext uri="{FF2B5EF4-FFF2-40B4-BE49-F238E27FC236}">
                <a16:creationId xmlns:a16="http://schemas.microsoft.com/office/drawing/2014/main" id="{9FBE2B13-A08D-4389-A210-3E61DEDB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Ku ekzekutohet vendimi?</a:t>
            </a:r>
          </a:p>
        </p:txBody>
      </p:sp>
      <p:sp>
        <p:nvSpPr>
          <p:cNvPr id="4" name="text-199">
            <a:extLst xmlns:a="http://schemas.openxmlformats.org/drawingml/2006/main">
              <a:ext uri="{FF2B5EF4-FFF2-40B4-BE49-F238E27FC236}">
                <a16:creationId xmlns:a16="http://schemas.microsoft.com/office/drawing/2014/main" id="{D8037233-5098-4AA4-B85C-AE63C54D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309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TELEFON</a:t>
            </a:r>
          </a:p>
        </p:txBody>
      </p:sp>
      <p:sp>
        <p:nvSpPr>
          <p:cNvPr id="5" name="text-200">
            <a:extLst xmlns:a="http://schemas.openxmlformats.org/drawingml/2006/main">
              <a:ext uri="{FF2B5EF4-FFF2-40B4-BE49-F238E27FC236}">
                <a16:creationId xmlns:a16="http://schemas.microsoft.com/office/drawing/2014/main" id="{24C1611D-E7F0-4692-AC44-C23C282F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05025"/>
            <a:ext cx="309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SERVER</a:t>
            </a:r>
          </a:p>
        </p:txBody>
      </p:sp>
      <p:sp>
        <p:nvSpPr>
          <p:cNvPr id="6" name="text-201">
            <a:extLst xmlns:a="http://schemas.openxmlformats.org/drawingml/2006/main">
              <a:ext uri="{FF2B5EF4-FFF2-40B4-BE49-F238E27FC236}">
                <a16:creationId xmlns:a16="http://schemas.microsoft.com/office/drawing/2014/main" id="{193D6241-4EB0-4003-991E-DF3B2A73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309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TË DHËNA</a:t>
            </a:r>
          </a:p>
        </p:txBody>
      </p:sp>
      <p:sp>
        <p:nvSpPr>
          <p:cNvPr id="7" name="surface-202">
            <a:extLst xmlns:a="http://schemas.openxmlformats.org/drawingml/2006/main">
              <a:ext uri="{FF2B5EF4-FFF2-40B4-BE49-F238E27FC236}">
                <a16:creationId xmlns:a16="http://schemas.microsoft.com/office/drawing/2014/main" id="{B5F99A08-6732-4975-B88C-4BA14C51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3095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8" name="text-203">
            <a:extLst xmlns:a="http://schemas.openxmlformats.org/drawingml/2006/main">
              <a:ext uri="{FF2B5EF4-FFF2-40B4-BE49-F238E27FC236}">
                <a16:creationId xmlns:a16="http://schemas.microsoft.com/office/drawing/2014/main" id="{0C1B36AA-ABDB-4595-8839-563EF559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2714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React 19</a:t>
            </a:r>
          </a:p>
        </p:txBody>
      </p:sp>
      <p:sp>
        <p:nvSpPr>
          <p:cNvPr id="9" name="text-204">
            <a:extLst xmlns:a="http://schemas.openxmlformats.org/drawingml/2006/main">
              <a:ext uri="{FF2B5EF4-FFF2-40B4-BE49-F238E27FC236}">
                <a16:creationId xmlns:a16="http://schemas.microsoft.com/office/drawing/2014/main" id="{1D30D268-4005-4B20-BEB0-5E6ECA8B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2714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Ndërfaqja mobile</a:t>
            </a:r>
          </a:p>
        </p:txBody>
      </p:sp>
      <p:sp>
        <p:nvSpPr>
          <p:cNvPr id="10" name="flow-205">
            <a:extLst xmlns:a="http://schemas.openxmlformats.org/drawingml/2006/main">
              <a:ext uri="{FF2B5EF4-FFF2-40B4-BE49-F238E27FC236}">
                <a16:creationId xmlns:a16="http://schemas.microsoft.com/office/drawing/2014/main" id="{8A931AB4-E370-49AE-ADE4-AC168891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62325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1" name="surface-206">
            <a:extLst xmlns:a="http://schemas.openxmlformats.org/drawingml/2006/main">
              <a:ext uri="{FF2B5EF4-FFF2-40B4-BE49-F238E27FC236}">
                <a16:creationId xmlns:a16="http://schemas.microsoft.com/office/drawing/2014/main" id="{E4CD5269-1E4F-4C9F-BB8A-7953C552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3095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2" name="text-207">
            <a:extLst xmlns:a="http://schemas.openxmlformats.org/drawingml/2006/main">
              <a:ext uri="{FF2B5EF4-FFF2-40B4-BE49-F238E27FC236}">
                <a16:creationId xmlns:a16="http://schemas.microsoft.com/office/drawing/2014/main" id="{BE590ED3-E67A-49E2-B931-8AE1CDE0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0375"/>
            <a:ext cx="2714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Next.js 15</a:t>
            </a:r>
          </a:p>
        </p:txBody>
      </p:sp>
      <p:sp>
        <p:nvSpPr>
          <p:cNvPr id="13" name="text-208">
            <a:extLst xmlns:a="http://schemas.openxmlformats.org/drawingml/2006/main">
              <a:ext uri="{FF2B5EF4-FFF2-40B4-BE49-F238E27FC236}">
                <a16:creationId xmlns:a16="http://schemas.microsoft.com/office/drawing/2014/main" id="{EA7F41B3-51DA-4C64-A580-0550DEB2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62350"/>
            <a:ext cx="2714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App Router / Vercel</a:t>
            </a:r>
          </a:p>
        </p:txBody>
      </p:sp>
      <p:sp>
        <p:nvSpPr>
          <p:cNvPr id="14" name="flow-209">
            <a:extLst xmlns:a="http://schemas.openxmlformats.org/drawingml/2006/main">
              <a:ext uri="{FF2B5EF4-FFF2-40B4-BE49-F238E27FC236}">
                <a16:creationId xmlns:a16="http://schemas.microsoft.com/office/drawing/2014/main" id="{D72E8B87-87D8-4D3C-AA56-96920377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62325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5" name="surface-210">
            <a:extLst xmlns:a="http://schemas.openxmlformats.org/drawingml/2006/main">
              <a:ext uri="{FF2B5EF4-FFF2-40B4-BE49-F238E27FC236}">
                <a16:creationId xmlns:a16="http://schemas.microsoft.com/office/drawing/2014/main" id="{B098932C-1B99-41C8-9B0F-479643C1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3095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6" name="text-211">
            <a:extLst xmlns:a="http://schemas.openxmlformats.org/drawingml/2006/main">
              <a:ext uri="{FF2B5EF4-FFF2-40B4-BE49-F238E27FC236}">
                <a16:creationId xmlns:a16="http://schemas.microsoft.com/office/drawing/2014/main" id="{47B1056C-1590-48DE-AA3B-CBD722F1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714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Supabase</a:t>
            </a:r>
          </a:p>
        </p:txBody>
      </p:sp>
      <p:sp>
        <p:nvSpPr>
          <p:cNvPr id="17" name="text-212">
            <a:extLst xmlns:a="http://schemas.openxmlformats.org/drawingml/2006/main">
              <a:ext uri="{FF2B5EF4-FFF2-40B4-BE49-F238E27FC236}">
                <a16:creationId xmlns:a16="http://schemas.microsoft.com/office/drawing/2014/main" id="{753BE017-8691-47E4-ACE0-9C7CDC72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714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Auth / PostgreSQL</a:t>
            </a:r>
          </a:p>
        </p:txBody>
      </p:sp>
      <p:sp>
        <p:nvSpPr>
          <p:cNvPr id="18" name="text-213">
            <a:extLst xmlns:a="http://schemas.openxmlformats.org/drawingml/2006/main">
              <a:ext uri="{FF2B5EF4-FFF2-40B4-BE49-F238E27FC236}">
                <a16:creationId xmlns:a16="http://schemas.microsoft.com/office/drawing/2014/main" id="{82C223B2-8E84-4569-B34C-F946466C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3667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TypeScript + Tailwind</a:t>
            </a:r>
          </a:p>
        </p:txBody>
      </p:sp>
      <p:sp>
        <p:nvSpPr>
          <p:cNvPr id="19" name="text-214">
            <a:extLst xmlns:a="http://schemas.openxmlformats.org/drawingml/2006/main">
              <a:ext uri="{FF2B5EF4-FFF2-40B4-BE49-F238E27FC236}">
                <a16:creationId xmlns:a16="http://schemas.microsoft.com/office/drawing/2014/main" id="{68714BFC-13C4-40CA-AD94-367431D7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43425"/>
            <a:ext cx="3686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Server / Client Components</a:t>
            </a:r>
          </a:p>
        </p:txBody>
      </p:sp>
      <p:sp>
        <p:nvSpPr>
          <p:cNvPr id="20" name="text-215">
            <a:extLst xmlns:a="http://schemas.openxmlformats.org/drawingml/2006/main">
              <a:ext uri="{FF2B5EF4-FFF2-40B4-BE49-F238E27FC236}">
                <a16:creationId xmlns:a16="http://schemas.microsoft.com/office/drawing/2014/main" id="{1A1EB905-008A-41C3-9D97-B6008BDA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43425"/>
            <a:ext cx="309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RLS + rregullat e të dhënave</a:t>
            </a:r>
          </a:p>
        </p:txBody>
      </p:sp>
      <p:sp>
        <p:nvSpPr>
          <p:cNvPr id="21" name="text-216">
            <a:extLst xmlns:a="http://schemas.openxmlformats.org/drawingml/2006/main">
              <a:ext uri="{FF2B5EF4-FFF2-40B4-BE49-F238E27FC236}">
                <a16:creationId xmlns:a16="http://schemas.microsoft.com/office/drawing/2014/main" id="{554658EC-538E-401B-821C-3E4B8C84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Ku kontrollohet ndryshimi i numrit të vendeve?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ce120382a43e3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830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217">
            <a:extLst xmlns:a="http://schemas.openxmlformats.org/drawingml/2006/main">
              <a:ext uri="{FF2B5EF4-FFF2-40B4-BE49-F238E27FC236}">
                <a16:creationId xmlns:a16="http://schemas.microsoft.com/office/drawing/2014/main" id="{8ECF4877-F2F8-4C81-8865-E73898A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ARKITEKTURA MOBILE</a:t>
            </a:r>
          </a:p>
        </p:txBody>
      </p:sp>
      <p:sp>
        <p:nvSpPr>
          <p:cNvPr id="2" name="text-218">
            <a:extLst xmlns:a="http://schemas.openxmlformats.org/drawingml/2006/main">
              <a:ext uri="{FF2B5EF4-FFF2-40B4-BE49-F238E27FC236}">
                <a16:creationId xmlns:a16="http://schemas.microsoft.com/office/drawing/2014/main" id="{0A798ADC-4153-41E0-88AA-39BDD57E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3" name="text-219">
            <a:extLst xmlns:a="http://schemas.openxmlformats.org/drawingml/2006/main">
              <a:ext uri="{FF2B5EF4-FFF2-40B4-BE49-F238E27FC236}">
                <a16:creationId xmlns:a16="http://schemas.microsoft.com/office/drawing/2014/main" id="{EBB13E44-C4D9-4C44-9A54-C07255C9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Telefoni kërkon. Sistemi verifikon.</a:t>
            </a:r>
          </a:p>
        </p:txBody>
      </p:sp>
      <p:sp>
        <p:nvSpPr>
          <p:cNvPr id="4" name="text-220">
            <a:extLst xmlns:a="http://schemas.openxmlformats.org/drawingml/2006/main">
              <a:ext uri="{FF2B5EF4-FFF2-40B4-BE49-F238E27FC236}">
                <a16:creationId xmlns:a16="http://schemas.microsoft.com/office/drawing/2014/main" id="{AF338EC6-B57F-4817-806B-7048E682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14525"/>
            <a:ext cx="1076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Identitet ≠ Leje</a:t>
            </a:r>
          </a:p>
        </p:txBody>
      </p:sp>
      <p:sp>
        <p:nvSpPr>
          <p:cNvPr id="5" name="text-221">
            <a:extLst xmlns:a="http://schemas.openxmlformats.org/drawingml/2006/main">
              <a:ext uri="{FF2B5EF4-FFF2-40B4-BE49-F238E27FC236}">
                <a16:creationId xmlns:a16="http://schemas.microsoft.com/office/drawing/2014/main" id="{4D3256D4-7FA2-4115-B985-15724E16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43225"/>
            <a:ext cx="419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TELEFONI</a:t>
            </a:r>
          </a:p>
        </p:txBody>
      </p:sp>
      <p:sp>
        <p:nvSpPr>
          <p:cNvPr id="6" name="surface-222">
            <a:extLst xmlns:a="http://schemas.openxmlformats.org/drawingml/2006/main">
              <a:ext uri="{FF2B5EF4-FFF2-40B4-BE49-F238E27FC236}">
                <a16:creationId xmlns:a16="http://schemas.microsoft.com/office/drawing/2014/main" id="{CB6CF7D0-B84D-42C5-BF78-9F6F48AF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421957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7" name="text-223">
            <a:extLst xmlns:a="http://schemas.openxmlformats.org/drawingml/2006/main">
              <a:ext uri="{FF2B5EF4-FFF2-40B4-BE49-F238E27FC236}">
                <a16:creationId xmlns:a16="http://schemas.microsoft.com/office/drawing/2014/main" id="{47CEDE09-CCB8-4FEC-842F-914B4279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3990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Ndrysho udhëtimin 42</a:t>
            </a:r>
          </a:p>
        </p:txBody>
      </p:sp>
      <p:sp>
        <p:nvSpPr>
          <p:cNvPr id="8" name="line-224">
            <a:extLst xmlns:a="http://schemas.openxmlformats.org/drawingml/2006/main">
              <a:ext uri="{FF2B5EF4-FFF2-40B4-BE49-F238E27FC236}">
                <a16:creationId xmlns:a16="http://schemas.microsoft.com/office/drawing/2014/main" id="{6BCC1B62-9FD0-4AAC-B3F8-68B764D0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146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9" name="line-225">
            <a:extLst xmlns:a="http://schemas.openxmlformats.org/drawingml/2006/main">
              <a:ext uri="{FF2B5EF4-FFF2-40B4-BE49-F238E27FC236}">
                <a16:creationId xmlns:a16="http://schemas.microsoft.com/office/drawing/2014/main" id="{A511E2F8-3BC3-479F-A2DA-AAA1F8F9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813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0" name="line-226">
            <a:extLst xmlns:a="http://schemas.openxmlformats.org/drawingml/2006/main">
              <a:ext uri="{FF2B5EF4-FFF2-40B4-BE49-F238E27FC236}">
                <a16:creationId xmlns:a16="http://schemas.microsoft.com/office/drawing/2014/main" id="{2C0FF3BF-9AF2-474E-8B49-EEFF67E4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480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1" name="line-227">
            <a:extLst xmlns:a="http://schemas.openxmlformats.org/drawingml/2006/main">
              <a:ext uri="{FF2B5EF4-FFF2-40B4-BE49-F238E27FC236}">
                <a16:creationId xmlns:a16="http://schemas.microsoft.com/office/drawing/2014/main" id="{D0A68296-774D-4189-B2C0-B0836B1C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147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2" name="line-228">
            <a:extLst xmlns:a="http://schemas.openxmlformats.org/drawingml/2006/main">
              <a:ext uri="{FF2B5EF4-FFF2-40B4-BE49-F238E27FC236}">
                <a16:creationId xmlns:a16="http://schemas.microsoft.com/office/drawing/2014/main" id="{54CFBE71-EDB4-4D57-90E3-9C9B87E2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814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3" name="line-229">
            <a:extLst xmlns:a="http://schemas.openxmlformats.org/drawingml/2006/main">
              <a:ext uri="{FF2B5EF4-FFF2-40B4-BE49-F238E27FC236}">
                <a16:creationId xmlns:a16="http://schemas.microsoft.com/office/drawing/2014/main" id="{81778638-4617-4EB0-8E25-F4A317E6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481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4" name="line-230">
            <a:extLst xmlns:a="http://schemas.openxmlformats.org/drawingml/2006/main">
              <a:ext uri="{FF2B5EF4-FFF2-40B4-BE49-F238E27FC236}">
                <a16:creationId xmlns:a16="http://schemas.microsoft.com/office/drawing/2014/main" id="{BB81B35D-7E6B-47BF-A047-02BF8454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148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5" name="line-231">
            <a:extLst xmlns:a="http://schemas.openxmlformats.org/drawingml/2006/main">
              <a:ext uri="{FF2B5EF4-FFF2-40B4-BE49-F238E27FC236}">
                <a16:creationId xmlns:a16="http://schemas.microsoft.com/office/drawing/2014/main" id="{88FEAB54-642D-4BCA-8EA6-50CFBE01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815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6" name="line-232">
            <a:extLst xmlns:a="http://schemas.openxmlformats.org/drawingml/2006/main">
              <a:ext uri="{FF2B5EF4-FFF2-40B4-BE49-F238E27FC236}">
                <a16:creationId xmlns:a16="http://schemas.microsoft.com/office/drawing/2014/main" id="{1CBDCB34-2C4D-4173-B825-641F6C84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482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7" name="line-233">
            <a:extLst xmlns:a="http://schemas.openxmlformats.org/drawingml/2006/main">
              <a:ext uri="{FF2B5EF4-FFF2-40B4-BE49-F238E27FC236}">
                <a16:creationId xmlns:a16="http://schemas.microsoft.com/office/drawing/2014/main" id="{E781DBE4-9183-4590-89AC-E8428116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149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18" name="text-234">
            <a:extLst xmlns:a="http://schemas.openxmlformats.org/drawingml/2006/main">
              <a:ext uri="{FF2B5EF4-FFF2-40B4-BE49-F238E27FC236}">
                <a16:creationId xmlns:a16="http://schemas.microsoft.com/office/drawing/2014/main" id="{E730CE74-729D-45AA-ADE7-DB3BB850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3054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Kufiri i besimit</a:t>
            </a:r>
          </a:p>
        </p:txBody>
      </p:sp>
      <p:sp>
        <p:nvSpPr>
          <p:cNvPr id="19" name="flow-235">
            <a:extLst xmlns:a="http://schemas.openxmlformats.org/drawingml/2006/main">
              <a:ext uri="{FF2B5EF4-FFF2-40B4-BE49-F238E27FC236}">
                <a16:creationId xmlns:a16="http://schemas.microsoft.com/office/drawing/2014/main" id="{0EB03BF2-8F5C-4EFC-AAB1-2A304550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19525"/>
            <a:ext cx="6000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20" name="text-236">
            <a:extLst xmlns:a="http://schemas.openxmlformats.org/drawingml/2006/main">
              <a:ext uri="{FF2B5EF4-FFF2-40B4-BE49-F238E27FC236}">
                <a16:creationId xmlns:a16="http://schemas.microsoft.com/office/drawing/2014/main" id="{E715098E-ABA0-4808-8F36-6DE5291C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81325"/>
            <a:ext cx="4429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A është ky pronari?</a:t>
            </a:r>
          </a:p>
        </p:txBody>
      </p:sp>
      <p:sp>
        <p:nvSpPr>
          <p:cNvPr id="21" name="text-237">
            <a:extLst xmlns:a="http://schemas.openxmlformats.org/drawingml/2006/main">
              <a:ext uri="{FF2B5EF4-FFF2-40B4-BE49-F238E27FC236}">
                <a16:creationId xmlns:a16="http://schemas.microsoft.com/office/drawing/2014/main" id="{827BF539-7A6D-4600-B6BB-5F3D0BEF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71925"/>
            <a:ext cx="2009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rPr>
              <a:t>Lejo</a:t>
            </a:r>
          </a:p>
        </p:txBody>
      </p:sp>
      <p:sp>
        <p:nvSpPr>
          <p:cNvPr id="22" name="text-238">
            <a:extLst xmlns:a="http://schemas.openxmlformats.org/drawingml/2006/main">
              <a:ext uri="{FF2B5EF4-FFF2-40B4-BE49-F238E27FC236}">
                <a16:creationId xmlns:a16="http://schemas.microsoft.com/office/drawing/2014/main" id="{3D9462B1-7305-4CD0-9FBC-A8FBD300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971925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0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09D91"/>
                </a:solidFill>
                <a:latin typeface="Helvetica Neue"/>
                <a:ea typeface="Helvetica Neue"/>
                <a:cs typeface="Helvetica Neue"/>
              </a:rPr>
              <a:t>Refuzo</a:t>
            </a:r>
          </a:p>
        </p:txBody>
      </p:sp>
      <p:sp>
        <p:nvSpPr>
          <p:cNvPr id="23" name="text-239">
            <a:extLst xmlns:a="http://schemas.openxmlformats.org/drawingml/2006/main">
              <a:ext uri="{FF2B5EF4-FFF2-40B4-BE49-F238E27FC236}">
                <a16:creationId xmlns:a16="http://schemas.microsoft.com/office/drawing/2014/main" id="{DAFBEE67-3A48-41EE-8279-01BC667C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733925"/>
            <a:ext cx="4514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RLS + privilegjet e qasjes</a:t>
            </a:r>
          </a:p>
        </p:txBody>
      </p:sp>
      <p:sp>
        <p:nvSpPr>
          <p:cNvPr id="24" name="text-240">
            <a:extLst xmlns:a="http://schemas.openxmlformats.org/drawingml/2006/main">
              <a:ext uri="{FF2B5EF4-FFF2-40B4-BE49-F238E27FC236}">
                <a16:creationId xmlns:a16="http://schemas.microsoft.com/office/drawing/2014/main" id="{DD9D2255-B35C-47AA-A271-791CF6F1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Fshehja e butonit nuk e ndalon kërkesën. Ku refuzohet ajo?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4c913be434580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315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241">
            <a:extLst xmlns:a="http://schemas.openxmlformats.org/drawingml/2006/main">
              <a:ext uri="{FF2B5EF4-FFF2-40B4-BE49-F238E27FC236}">
                <a16:creationId xmlns:a16="http://schemas.microsoft.com/office/drawing/2014/main" id="{99D61FBB-69AF-4A56-B388-28053028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ARKITEKTURA MOBILE</a:t>
            </a:r>
          </a:p>
        </p:txBody>
      </p:sp>
      <p:sp>
        <p:nvSpPr>
          <p:cNvPr id="2" name="text-242">
            <a:extLst xmlns:a="http://schemas.openxmlformats.org/drawingml/2006/main">
              <a:ext uri="{FF2B5EF4-FFF2-40B4-BE49-F238E27FC236}">
                <a16:creationId xmlns:a16="http://schemas.microsoft.com/office/drawing/2014/main" id="{ABD2F826-6B38-4D72-9FBD-12A7B1F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" name="text-243">
            <a:extLst xmlns:a="http://schemas.openxmlformats.org/drawingml/2006/main">
              <a:ext uri="{FF2B5EF4-FFF2-40B4-BE49-F238E27FC236}">
                <a16:creationId xmlns:a16="http://schemas.microsoft.com/office/drawing/2014/main" id="{FDF6D0C5-54AF-4DAE-95F8-898722EE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Rrjeti nuk është premtim</a:t>
            </a:r>
          </a:p>
        </p:txBody>
      </p:sp>
      <p:sp>
        <p:nvSpPr>
          <p:cNvPr id="4" name="surface-244">
            <a:extLst xmlns:a="http://schemas.openxmlformats.org/drawingml/2006/main">
              <a:ext uri="{FF2B5EF4-FFF2-40B4-BE49-F238E27FC236}">
                <a16:creationId xmlns:a16="http://schemas.microsoft.com/office/drawing/2014/main" id="{36B1558B-BCC8-4FF9-A6CE-FBB0FB46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71650"/>
            <a:ext cx="2809875" cy="3943350"/>
          </a:xfrm>
          <a:prstGeom xmlns:a="http://schemas.openxmlformats.org/drawingml/2006/main" prst="roundRect">
            <a:avLst>
              <a:gd name="adj" fmla="val 9492"/>
            </a:avLst>
          </a:prstGeom>
          <a:solidFill xmlns:a="http://schemas.openxmlformats.org/drawingml/2006/main">
            <a:srgbClr val="0A1117"/>
          </a:solidFill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5" name="surface-245">
            <a:extLst xmlns:a="http://schemas.openxmlformats.org/drawingml/2006/main">
              <a:ext uri="{FF2B5EF4-FFF2-40B4-BE49-F238E27FC236}">
                <a16:creationId xmlns:a16="http://schemas.microsoft.com/office/drawing/2014/main" id="{372CFD31-DEAD-435C-A8CC-1F880ECE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66900"/>
            <a:ext cx="2619375" cy="3752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0">
            <a:noFill/>
          </a:ln>
        </p:spPr>
      </p:sp>
      <p:sp>
        <p:nvSpPr>
          <p:cNvPr id="6" name="surface-246">
            <a:extLst xmlns:a="http://schemas.openxmlformats.org/drawingml/2006/main">
              <a:ext uri="{FF2B5EF4-FFF2-40B4-BE49-F238E27FC236}">
                <a16:creationId xmlns:a16="http://schemas.microsoft.com/office/drawing/2014/main" id="{F407C183-F4AD-4D26-9FCD-F9068396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031" y="1933575"/>
            <a:ext cx="842963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5769"/>
          </a:solidFill>
          <a:ln xmlns:a="http://schemas.openxmlformats.org/drawingml/2006/main" w="0">
            <a:noFill/>
          </a:ln>
        </p:spPr>
      </p:sp>
      <p:sp>
        <p:nvSpPr>
          <p:cNvPr id="7" name="text-247">
            <a:extLst xmlns:a="http://schemas.openxmlformats.org/drawingml/2006/main">
              <a:ext uri="{FF2B5EF4-FFF2-40B4-BE49-F238E27FC236}">
                <a16:creationId xmlns:a16="http://schemas.microsoft.com/office/drawing/2014/main" id="{592457F2-05BB-4575-85FF-87AE1602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71700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AAB RideShare</a:t>
            </a:r>
          </a:p>
        </p:txBody>
      </p:sp>
      <p:sp>
        <p:nvSpPr>
          <p:cNvPr id="8" name="text-248">
            <a:extLst xmlns:a="http://schemas.openxmlformats.org/drawingml/2006/main">
              <a:ext uri="{FF2B5EF4-FFF2-40B4-BE49-F238E27FC236}">
                <a16:creationId xmlns:a16="http://schemas.microsoft.com/office/drawing/2014/main" id="{EF6B1B98-A7E6-4E64-B86C-7837B888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14625"/>
            <a:ext cx="2352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PA LIDHJE</a:t>
            </a:r>
          </a:p>
        </p:txBody>
      </p:sp>
      <p:sp>
        <p:nvSpPr>
          <p:cNvPr id="9" name="text-249">
            <a:extLst xmlns:a="http://schemas.openxmlformats.org/drawingml/2006/main">
              <a:ext uri="{FF2B5EF4-FFF2-40B4-BE49-F238E27FC236}">
                <a16:creationId xmlns:a16="http://schemas.microsoft.com/office/drawing/2014/main" id="{7CB4B96C-858E-44AE-AE32-7D94A560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71850"/>
            <a:ext cx="2352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Pamje e ruajtur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Përditësuar 07:10</a:t>
            </a:r>
          </a:p>
        </p:txBody>
      </p:sp>
      <p:sp>
        <p:nvSpPr>
          <p:cNvPr id="10" name="line-250">
            <a:extLst xmlns:a="http://schemas.openxmlformats.org/drawingml/2006/main">
              <a:ext uri="{FF2B5EF4-FFF2-40B4-BE49-F238E27FC236}">
                <a16:creationId xmlns:a16="http://schemas.microsoft.com/office/drawing/2014/main" id="{B6306EBF-0C8D-49A2-AB92-5733496B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86250"/>
            <a:ext cx="2352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11" name="text-251">
            <a:extLst xmlns:a="http://schemas.openxmlformats.org/drawingml/2006/main">
              <a:ext uri="{FF2B5EF4-FFF2-40B4-BE49-F238E27FC236}">
                <a16:creationId xmlns:a16="http://schemas.microsoft.com/office/drawing/2014/main" id="{9CD8396F-8203-48EB-83BD-6A194123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352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Konfirmimi kërkon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lidhje me serverin.</a:t>
            </a:r>
          </a:p>
        </p:txBody>
      </p:sp>
      <p:sp>
        <p:nvSpPr>
          <p:cNvPr id="12" name="surface-252">
            <a:extLst xmlns:a="http://schemas.openxmlformats.org/drawingml/2006/main">
              <a:ext uri="{FF2B5EF4-FFF2-40B4-BE49-F238E27FC236}">
                <a16:creationId xmlns:a16="http://schemas.microsoft.com/office/drawing/2014/main" id="{E4F7990A-D544-41AD-8A75-6C2341C4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71775"/>
            <a:ext cx="27813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13" name="text-253">
            <a:extLst xmlns:a="http://schemas.openxmlformats.org/drawingml/2006/main">
              <a:ext uri="{FF2B5EF4-FFF2-40B4-BE49-F238E27FC236}">
                <a16:creationId xmlns:a16="http://schemas.microsoft.com/office/drawing/2014/main" id="{FA1F4AD3-FE52-4E00-83FA-1FA98C97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47975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Service Worker</a:t>
            </a:r>
          </a:p>
        </p:txBody>
      </p:sp>
      <p:sp>
        <p:nvSpPr>
          <p:cNvPr id="14" name="flow-254">
            <a:extLst xmlns:a="http://schemas.openxmlformats.org/drawingml/2006/main">
              <a:ext uri="{FF2B5EF4-FFF2-40B4-BE49-F238E27FC236}">
                <a16:creationId xmlns:a16="http://schemas.microsoft.com/office/drawing/2014/main" id="{BC59187B-5E60-42E8-A62D-A7504E16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542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5" name="surface-255">
            <a:extLst xmlns:a="http://schemas.openxmlformats.org/drawingml/2006/main">
              <a:ext uri="{FF2B5EF4-FFF2-40B4-BE49-F238E27FC236}">
                <a16:creationId xmlns:a16="http://schemas.microsoft.com/office/drawing/2014/main" id="{8B6F8BFC-282E-4100-9AC8-87925B5C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71675"/>
            <a:ext cx="2771775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AEBFCB"/>
            </a:solidFill>
          </a:ln>
        </p:spPr>
      </p:sp>
      <p:sp>
        <p:nvSpPr>
          <p:cNvPr id="16" name="text-256">
            <a:extLst xmlns:a="http://schemas.openxmlformats.org/drawingml/2006/main">
              <a:ext uri="{FF2B5EF4-FFF2-40B4-BE49-F238E27FC236}">
                <a16:creationId xmlns:a16="http://schemas.microsoft.com/office/drawing/2014/main" id="{393F3345-687D-4FB1-AB68-64D32E99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47875"/>
            <a:ext cx="2543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Rrjeti</a:t>
            </a:r>
          </a:p>
        </p:txBody>
      </p:sp>
      <p:sp>
        <p:nvSpPr>
          <p:cNvPr id="17" name="surface-257">
            <a:extLst xmlns:a="http://schemas.openxmlformats.org/drawingml/2006/main">
              <a:ext uri="{FF2B5EF4-FFF2-40B4-BE49-F238E27FC236}">
                <a16:creationId xmlns:a16="http://schemas.microsoft.com/office/drawing/2014/main" id="{85D849B0-C36C-4366-9739-0B8F66DA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76675"/>
            <a:ext cx="2771775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F2BB66"/>
            </a:solidFill>
          </a:ln>
        </p:spPr>
      </p:sp>
      <p:sp>
        <p:nvSpPr>
          <p:cNvPr id="18" name="text-258">
            <a:extLst xmlns:a="http://schemas.openxmlformats.org/drawingml/2006/main">
              <a:ext uri="{FF2B5EF4-FFF2-40B4-BE49-F238E27FC236}">
                <a16:creationId xmlns:a16="http://schemas.microsoft.com/office/drawing/2014/main" id="{4CBD1AC5-9FAF-4516-8910-F79E1ECE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52875"/>
            <a:ext cx="2543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Cache Storage</a:t>
            </a:r>
          </a:p>
        </p:txBody>
      </p:sp>
      <p:sp>
        <p:nvSpPr>
          <p:cNvPr id="19" name="line-259">
            <a:extLst xmlns:a="http://schemas.openxmlformats.org/drawingml/2006/main">
              <a:ext uri="{FF2B5EF4-FFF2-40B4-BE49-F238E27FC236}">
                <a16:creationId xmlns:a16="http://schemas.microsoft.com/office/drawing/2014/main" id="{54B68B5C-5B2F-4A1D-AEDF-F21010B4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71725"/>
            <a:ext cx="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5769"/>
            </a:solidFill>
          </a:ln>
        </p:spPr>
      </p:sp>
      <p:sp>
        <p:nvSpPr>
          <p:cNvPr id="20" name="line-260">
            <a:extLst xmlns:a="http://schemas.openxmlformats.org/drawingml/2006/main">
              <a:ext uri="{FF2B5EF4-FFF2-40B4-BE49-F238E27FC236}">
                <a16:creationId xmlns:a16="http://schemas.microsoft.com/office/drawing/2014/main" id="{0A6308A3-A504-4E1F-BD14-3C13A0AA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908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5769"/>
            </a:solidFill>
          </a:ln>
        </p:spPr>
      </p:sp>
      <p:sp>
        <p:nvSpPr>
          <p:cNvPr id="21" name="line-261">
            <a:extLst xmlns:a="http://schemas.openxmlformats.org/drawingml/2006/main">
              <a:ext uri="{FF2B5EF4-FFF2-40B4-BE49-F238E27FC236}">
                <a16:creationId xmlns:a16="http://schemas.microsoft.com/office/drawing/2014/main" id="{779BE45F-4C71-4AFB-B86C-12A1F06D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71725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5769"/>
            </a:solidFill>
          </a:ln>
        </p:spPr>
      </p:sp>
      <p:sp>
        <p:nvSpPr>
          <p:cNvPr id="22" name="line-262">
            <a:extLst xmlns:a="http://schemas.openxmlformats.org/drawingml/2006/main">
              <a:ext uri="{FF2B5EF4-FFF2-40B4-BE49-F238E27FC236}">
                <a16:creationId xmlns:a16="http://schemas.microsoft.com/office/drawing/2014/main" id="{5132964E-39A1-491B-8E40-DDB393EC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276725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B66"/>
            </a:solidFill>
          </a:ln>
        </p:spPr>
      </p:sp>
      <p:sp>
        <p:nvSpPr>
          <p:cNvPr id="23" name="text-263">
            <a:extLst xmlns:a="http://schemas.openxmlformats.org/drawingml/2006/main">
              <a:ext uri="{FF2B5EF4-FFF2-40B4-BE49-F238E27FC236}">
                <a16:creationId xmlns:a16="http://schemas.microsoft.com/office/drawing/2014/main" id="{3AE83A97-594C-45D7-AC82-3A99D4A2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62275"/>
            <a:ext cx="2838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i padisponueshëm</a:t>
            </a:r>
          </a:p>
        </p:txBody>
      </p:sp>
      <p:sp>
        <p:nvSpPr>
          <p:cNvPr id="24" name="text-264">
            <a:extLst xmlns:a="http://schemas.openxmlformats.org/drawingml/2006/main">
              <a:ext uri="{FF2B5EF4-FFF2-40B4-BE49-F238E27FC236}">
                <a16:creationId xmlns:a16="http://schemas.microsoft.com/office/drawing/2014/main" id="{5F4EDDC0-1F40-407F-83C3-1C8405EB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95850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burime të përzgjedhura</a:t>
            </a:r>
          </a:p>
        </p:txBody>
      </p:sp>
      <p:sp>
        <p:nvSpPr>
          <p:cNvPr id="25" name="text-265">
            <a:extLst xmlns:a="http://schemas.openxmlformats.org/drawingml/2006/main">
              <a:ext uri="{FF2B5EF4-FFF2-40B4-BE49-F238E27FC236}">
                <a16:creationId xmlns:a16="http://schemas.microsoft.com/office/drawing/2014/main" id="{8B63ACF9-60F3-493E-892A-79D33ED0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Çfarë mund të lexohet pa rrjet? Çfarë kërkon konfirmim?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aaf691b6349f2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619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66">
            <a:extLst xmlns:a="http://schemas.openxmlformats.org/drawingml/2006/main">
              <a:ext uri="{FF2B5EF4-FFF2-40B4-BE49-F238E27FC236}">
                <a16:creationId xmlns:a16="http://schemas.microsoft.com/office/drawing/2014/main" id="{5BE50439-E861-4463-A38D-E205396A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ARKITEKTURA MOBILE</a:t>
            </a:r>
          </a:p>
        </p:txBody>
      </p:sp>
      <p:sp>
        <p:nvSpPr>
          <p:cNvPr id="2" name="text-267">
            <a:extLst xmlns:a="http://schemas.openxmlformats.org/drawingml/2006/main">
              <a:ext uri="{FF2B5EF4-FFF2-40B4-BE49-F238E27FC236}">
                <a16:creationId xmlns:a16="http://schemas.microsoft.com/office/drawing/2014/main" id="{6482FA3E-CED7-4131-9EB5-2B13A7C2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3" name="text-268">
            <a:extLst xmlns:a="http://schemas.openxmlformats.org/drawingml/2006/main">
              <a:ext uri="{FF2B5EF4-FFF2-40B4-BE49-F238E27FC236}">
                <a16:creationId xmlns:a16="http://schemas.microsoft.com/office/drawing/2014/main" id="{1A5C5EA6-444C-4AB2-AEFF-91227282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Kërkesa nuk është konfirmim</a:t>
            </a:r>
          </a:p>
        </p:txBody>
      </p:sp>
      <p:sp>
        <p:nvSpPr>
          <p:cNvPr id="4" name="text-269">
            <a:extLst xmlns:a="http://schemas.openxmlformats.org/drawingml/2006/main">
              <a:ext uri="{FF2B5EF4-FFF2-40B4-BE49-F238E27FC236}">
                <a16:creationId xmlns:a16="http://schemas.microsoft.com/office/drawing/2014/main" id="{0F583F5E-1CBC-4B18-80D1-92E52057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47875"/>
            <a:ext cx="10287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Dërgimi i pakonfirmuar</a:t>
            </a:r>
          </a:p>
        </p:txBody>
      </p:sp>
      <p:sp>
        <p:nvSpPr>
          <p:cNvPr id="5" name="surface-270">
            <a:extLst xmlns:a="http://schemas.openxmlformats.org/drawingml/2006/main">
              <a:ext uri="{FF2B5EF4-FFF2-40B4-BE49-F238E27FC236}">
                <a16:creationId xmlns:a16="http://schemas.microsoft.com/office/drawing/2014/main" id="{6A77FADC-A81F-4AE2-9D5E-308D7EB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25527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63CDF2"/>
            </a:solidFill>
          </a:ln>
        </p:spPr>
      </p:sp>
      <p:sp>
        <p:nvSpPr>
          <p:cNvPr id="6" name="text-271">
            <a:extLst xmlns:a="http://schemas.openxmlformats.org/drawingml/2006/main">
              <a:ext uri="{FF2B5EF4-FFF2-40B4-BE49-F238E27FC236}">
                <a16:creationId xmlns:a16="http://schemas.microsoft.com/office/drawing/2014/main" id="{CDD87739-80F1-4456-BB5C-2573474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147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Dërguar</a:t>
            </a:r>
          </a:p>
        </p:txBody>
      </p:sp>
      <p:sp>
        <p:nvSpPr>
          <p:cNvPr id="7" name="surface-272">
            <a:extLst xmlns:a="http://schemas.openxmlformats.org/drawingml/2006/main">
              <a:ext uri="{FF2B5EF4-FFF2-40B4-BE49-F238E27FC236}">
                <a16:creationId xmlns:a16="http://schemas.microsoft.com/office/drawing/2014/main" id="{41366682-C35E-4FE8-B9A3-EF7FCE93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38500"/>
            <a:ext cx="25527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F2BB66"/>
            </a:solidFill>
          </a:ln>
        </p:spPr>
      </p:sp>
      <p:sp>
        <p:nvSpPr>
          <p:cNvPr id="8" name="text-273">
            <a:extLst xmlns:a="http://schemas.openxmlformats.org/drawingml/2006/main">
              <a:ext uri="{FF2B5EF4-FFF2-40B4-BE49-F238E27FC236}">
                <a16:creationId xmlns:a16="http://schemas.microsoft.com/office/drawing/2014/main" id="{68973B9A-B959-4E6E-9310-ABD07A69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3147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Në pritje</a:t>
            </a:r>
          </a:p>
        </p:txBody>
      </p:sp>
      <p:sp>
        <p:nvSpPr>
          <p:cNvPr id="9" name="surface-274">
            <a:extLst xmlns:a="http://schemas.openxmlformats.org/drawingml/2006/main">
              <a:ext uri="{FF2B5EF4-FFF2-40B4-BE49-F238E27FC236}">
                <a16:creationId xmlns:a16="http://schemas.microsoft.com/office/drawing/2014/main" id="{BDFDA242-4ABC-47E2-AA92-CFC9B77E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25527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92732"/>
          </a:solidFill>
          <a:ln xmlns:a="http://schemas.openxmlformats.org/drawingml/2006/main" w="19050">
            <a:solidFill>
              <a:srgbClr val="91DEBB"/>
            </a:solidFill>
          </a:ln>
        </p:spPr>
      </p:sp>
      <p:sp>
        <p:nvSpPr>
          <p:cNvPr id="10" name="text-275">
            <a:extLst xmlns:a="http://schemas.openxmlformats.org/drawingml/2006/main">
              <a:ext uri="{FF2B5EF4-FFF2-40B4-BE49-F238E27FC236}">
                <a16:creationId xmlns:a16="http://schemas.microsoft.com/office/drawing/2014/main" id="{133FD664-4CA4-4D33-94DE-211E3853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rPr>
              <a:t>Pranuar</a:t>
            </a:r>
          </a:p>
        </p:txBody>
      </p:sp>
      <p:sp>
        <p:nvSpPr>
          <p:cNvPr id="11" name="flow-276">
            <a:extLst xmlns:a="http://schemas.openxmlformats.org/drawingml/2006/main">
              <a:ext uri="{FF2B5EF4-FFF2-40B4-BE49-F238E27FC236}">
                <a16:creationId xmlns:a16="http://schemas.microsoft.com/office/drawing/2014/main" id="{E666256B-838A-4700-8332-F091EF6D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71875"/>
            <a:ext cx="923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2" name="flow-277">
            <a:extLst xmlns:a="http://schemas.openxmlformats.org/drawingml/2006/main">
              <a:ext uri="{FF2B5EF4-FFF2-40B4-BE49-F238E27FC236}">
                <a16:creationId xmlns:a16="http://schemas.microsoft.com/office/drawing/2014/main" id="{FB3646C4-2ADE-40D4-A174-8270023E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71875"/>
            <a:ext cx="923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3" name="line-278">
            <a:extLst xmlns:a="http://schemas.openxmlformats.org/drawingml/2006/main">
              <a:ext uri="{FF2B5EF4-FFF2-40B4-BE49-F238E27FC236}">
                <a16:creationId xmlns:a16="http://schemas.microsoft.com/office/drawing/2014/main" id="{34159CE4-C4C5-4F1D-94D8-DAA9C43C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767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5769"/>
            </a:solidFill>
          </a:ln>
        </p:spPr>
      </p:sp>
      <p:sp>
        <p:nvSpPr>
          <p:cNvPr id="14" name="text-279">
            <a:extLst xmlns:a="http://schemas.openxmlformats.org/drawingml/2006/main">
              <a:ext uri="{FF2B5EF4-FFF2-40B4-BE49-F238E27FC236}">
                <a16:creationId xmlns:a16="http://schemas.microsoft.com/office/drawing/2014/main" id="{AC696101-93CC-4E41-BF95-B2095CED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29175"/>
            <a:ext cx="3981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Refuzuar / Anuluar</a:t>
            </a:r>
          </a:p>
        </p:txBody>
      </p:sp>
      <p:sp>
        <p:nvSpPr>
          <p:cNvPr id="15" name="text-280">
            <a:extLst xmlns:a="http://schemas.openxmlformats.org/drawingml/2006/main">
              <a:ext uri="{FF2B5EF4-FFF2-40B4-BE49-F238E27FC236}">
                <a16:creationId xmlns:a16="http://schemas.microsoft.com/office/drawing/2014/main" id="{43D34A92-E5FF-48AF-8D6F-E0FA9F1C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Pa përgjigje: dështim apo rezultat ende i panjohur?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646eef29c4cd9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130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81">
            <a:extLst xmlns:a="http://schemas.openxmlformats.org/drawingml/2006/main">
              <a:ext uri="{FF2B5EF4-FFF2-40B4-BE49-F238E27FC236}">
                <a16:creationId xmlns:a16="http://schemas.microsoft.com/office/drawing/2014/main" id="{E8A877A4-5B7A-4913-8F10-5A385393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INTELIGJENCA ARTIFICIALE</a:t>
            </a:r>
          </a:p>
        </p:txBody>
      </p:sp>
      <p:sp>
        <p:nvSpPr>
          <p:cNvPr id="2" name="text-282">
            <a:extLst xmlns:a="http://schemas.openxmlformats.org/drawingml/2006/main">
              <a:ext uri="{FF2B5EF4-FFF2-40B4-BE49-F238E27FC236}">
                <a16:creationId xmlns:a16="http://schemas.microsoft.com/office/drawing/2014/main" id="{26F1387B-1562-4AB8-A47A-5EBC2565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3" name="text-283">
            <a:extLst xmlns:a="http://schemas.openxmlformats.org/drawingml/2006/main">
              <a:ext uri="{FF2B5EF4-FFF2-40B4-BE49-F238E27FC236}">
                <a16:creationId xmlns:a16="http://schemas.microsoft.com/office/drawing/2014/main" id="{916325E6-E437-45C0-9FDB-E389F2AA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AI propozon. Ju përgjigjeni.</a:t>
            </a:r>
          </a:p>
        </p:txBody>
      </p:sp>
      <p:sp>
        <p:nvSpPr>
          <p:cNvPr id="4" name="text-284">
            <a:extLst xmlns:a="http://schemas.openxmlformats.org/drawingml/2006/main">
              <a:ext uri="{FF2B5EF4-FFF2-40B4-BE49-F238E27FC236}">
                <a16:creationId xmlns:a16="http://schemas.microsoft.com/office/drawing/2014/main" id="{4F8BE097-A97D-4836-9E21-BD275773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19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Lexo</a:t>
            </a:r>
          </a:p>
        </p:txBody>
      </p:sp>
      <p:sp>
        <p:nvSpPr>
          <p:cNvPr id="5" name="text-285">
            <a:extLst xmlns:a="http://schemas.openxmlformats.org/drawingml/2006/main">
              <a:ext uri="{FF2B5EF4-FFF2-40B4-BE49-F238E27FC236}">
                <a16:creationId xmlns:a16="http://schemas.microsoft.com/office/drawing/2014/main" id="{6C730ED1-D9CB-472A-B506-882AA6FE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812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Shpjego</a:t>
            </a:r>
          </a:p>
        </p:txBody>
      </p:sp>
      <p:sp>
        <p:nvSpPr>
          <p:cNvPr id="6" name="text-286">
            <a:extLst xmlns:a="http://schemas.openxmlformats.org/drawingml/2006/main">
              <a:ext uri="{FF2B5EF4-FFF2-40B4-BE49-F238E27FC236}">
                <a16:creationId xmlns:a16="http://schemas.microsoft.com/office/drawing/2014/main" id="{D855D196-61B1-437C-B227-95D5B6D4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812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rPr>
              <a:t>Testo</a:t>
            </a:r>
          </a:p>
        </p:txBody>
      </p:sp>
      <p:sp>
        <p:nvSpPr>
          <p:cNvPr id="7" name="text-287">
            <a:extLst xmlns:a="http://schemas.openxmlformats.org/drawingml/2006/main">
              <a:ext uri="{FF2B5EF4-FFF2-40B4-BE49-F238E27FC236}">
                <a16:creationId xmlns:a16="http://schemas.microsoft.com/office/drawing/2014/main" id="{530339F3-4392-4BC8-A383-E579B886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321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Supozimin</a:t>
            </a:r>
          </a:p>
        </p:txBody>
      </p:sp>
      <p:sp>
        <p:nvSpPr>
          <p:cNvPr id="8" name="text-288">
            <a:extLst xmlns:a="http://schemas.openxmlformats.org/drawingml/2006/main">
              <a:ext uri="{FF2B5EF4-FFF2-40B4-BE49-F238E27FC236}">
                <a16:creationId xmlns:a16="http://schemas.microsoft.com/office/drawing/2014/main" id="{691BDCAD-E5FA-4EFD-A957-E4D14323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Vendimin</a:t>
            </a:r>
          </a:p>
        </p:txBody>
      </p:sp>
      <p:sp>
        <p:nvSpPr>
          <p:cNvPr id="9" name="text-289">
            <a:extLst xmlns:a="http://schemas.openxmlformats.org/drawingml/2006/main">
              <a:ext uri="{FF2B5EF4-FFF2-40B4-BE49-F238E27FC236}">
                <a16:creationId xmlns:a16="http://schemas.microsoft.com/office/drawing/2014/main" id="{56607FF0-A766-401E-B604-33C02FE7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19475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Kundërshembullin</a:t>
            </a:r>
          </a:p>
        </p:txBody>
      </p:sp>
      <p:sp>
        <p:nvSpPr>
          <p:cNvPr id="10" name="text-290">
            <a:extLst xmlns:a="http://schemas.openxmlformats.org/drawingml/2006/main">
              <a:ext uri="{FF2B5EF4-FFF2-40B4-BE49-F238E27FC236}">
                <a16:creationId xmlns:a16="http://schemas.microsoft.com/office/drawing/2014/main" id="{C7112C97-850C-4AAE-9ABF-373DA129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4822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Përgjegjësia për kodin mbetet e juaja.</a:t>
            </a:r>
          </a:p>
        </p:txBody>
      </p:sp>
      <p:sp>
        <p:nvSpPr>
          <p:cNvPr id="11" name="text-291">
            <a:extLst xmlns:a="http://schemas.openxmlformats.org/drawingml/2006/main">
              <a:ext uri="{FF2B5EF4-FFF2-40B4-BE49-F238E27FC236}">
                <a16:creationId xmlns:a16="http://schemas.microsoft.com/office/drawing/2014/main" id="{D12EE886-CE6A-4158-BCF1-BB20D82E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Çfarë po supozon zgjidhja që propozoi AI?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b661624bd4359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28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92">
            <a:extLst xmlns:a="http://schemas.openxmlformats.org/drawingml/2006/main">
              <a:ext uri="{FF2B5EF4-FFF2-40B4-BE49-F238E27FC236}">
                <a16:creationId xmlns:a16="http://schemas.microsoft.com/office/drawing/2014/main" id="{8D1B4363-F024-4195-9C41-7AC9E59F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INTELIGJENCA ARTIFICIALE</a:t>
            </a:r>
          </a:p>
        </p:txBody>
      </p:sp>
      <p:sp>
        <p:nvSpPr>
          <p:cNvPr id="2" name="text-293">
            <a:extLst xmlns:a="http://schemas.openxmlformats.org/drawingml/2006/main">
              <a:ext uri="{FF2B5EF4-FFF2-40B4-BE49-F238E27FC236}">
                <a16:creationId xmlns:a16="http://schemas.microsoft.com/office/drawing/2014/main" id="{09526FF8-3E55-4269-A368-C62262B1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3" name="text-294">
            <a:extLst xmlns:a="http://schemas.openxmlformats.org/drawingml/2006/main">
              <a:ext uri="{FF2B5EF4-FFF2-40B4-BE49-F238E27FC236}">
                <a16:creationId xmlns:a16="http://schemas.microsoft.com/office/drawing/2014/main" id="{C74C1C25-1217-4C57-89C2-D634E67A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Kërkoni edhe kundërshembullin</a:t>
            </a:r>
          </a:p>
        </p:txBody>
      </p:sp>
      <p:sp>
        <p:nvSpPr>
          <p:cNvPr id="4" name="text-295">
            <a:extLst xmlns:a="http://schemas.openxmlformats.org/drawingml/2006/main">
              <a:ext uri="{FF2B5EF4-FFF2-40B4-BE49-F238E27FC236}">
                <a16:creationId xmlns:a16="http://schemas.microsoft.com/office/drawing/2014/main" id="{718484AA-A4F2-4D25-8C0A-EEF0B6B2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00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“Ndërto RideShare.”</a:t>
            </a:r>
          </a:p>
        </p:txBody>
      </p:sp>
      <p:sp>
        <p:nvSpPr>
          <p:cNvPr id="5" name="line-296">
            <a:extLst xmlns:a="http://schemas.openxmlformats.org/drawingml/2006/main">
              <a:ext uri="{FF2B5EF4-FFF2-40B4-BE49-F238E27FC236}">
                <a16:creationId xmlns:a16="http://schemas.microsoft.com/office/drawing/2014/main" id="{1562FF5B-9EFB-4A97-B4A3-0998CF14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5769"/>
            </a:solidFill>
          </a:ln>
        </p:spPr>
      </p:sp>
      <p:sp>
        <p:nvSpPr>
          <p:cNvPr id="6" name="text-297">
            <a:extLst xmlns:a="http://schemas.openxmlformats.org/drawingml/2006/main">
              <a:ext uri="{FF2B5EF4-FFF2-40B4-BE49-F238E27FC236}">
                <a16:creationId xmlns:a16="http://schemas.microsoft.com/office/drawing/2014/main" id="{16F5EEF5-81AB-47CC-8A5C-4F19C026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67075"/>
            <a:ext cx="314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Një veprim</a:t>
            </a:r>
          </a:p>
        </p:txBody>
      </p:sp>
      <p:sp>
        <p:nvSpPr>
          <p:cNvPr id="7" name="text-298">
            <a:extLst xmlns:a="http://schemas.openxmlformats.org/drawingml/2006/main">
              <a:ext uri="{FF2B5EF4-FFF2-40B4-BE49-F238E27FC236}">
                <a16:creationId xmlns:a16="http://schemas.microsoft.com/office/drawing/2014/main" id="{2AA76A4D-8BAC-4980-98FA-91415D97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67075"/>
            <a:ext cx="6648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Kërko një vend</a:t>
            </a:r>
          </a:p>
        </p:txBody>
      </p:sp>
      <p:sp>
        <p:nvSpPr>
          <p:cNvPr id="8" name="text-299">
            <a:extLst xmlns:a="http://schemas.openxmlformats.org/drawingml/2006/main">
              <a:ext uri="{FF2B5EF4-FFF2-40B4-BE49-F238E27FC236}">
                <a16:creationId xmlns:a16="http://schemas.microsoft.com/office/drawing/2014/main" id="{40AD60DA-2A51-4E06-9A15-95323658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29075"/>
            <a:ext cx="314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Rregulla</a:t>
            </a:r>
          </a:p>
        </p:txBody>
      </p:sp>
      <p:sp>
        <p:nvSpPr>
          <p:cNvPr id="9" name="text-300">
            <a:extLst xmlns:a="http://schemas.openxmlformats.org/drawingml/2006/main">
              <a:ext uri="{FF2B5EF4-FFF2-40B4-BE49-F238E27FC236}">
                <a16:creationId xmlns:a16="http://schemas.microsoft.com/office/drawing/2014/main" id="{A5F50123-5C2B-4856-B28A-245E79FD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29075"/>
            <a:ext cx="6743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Identitet i verifikuar, pa dublikatë</a:t>
            </a:r>
          </a:p>
        </p:txBody>
      </p:sp>
      <p:sp>
        <p:nvSpPr>
          <p:cNvPr id="10" name="text-301">
            <a:extLst xmlns:a="http://schemas.openxmlformats.org/drawingml/2006/main">
              <a:ext uri="{FF2B5EF4-FFF2-40B4-BE49-F238E27FC236}">
                <a16:creationId xmlns:a16="http://schemas.microsoft.com/office/drawing/2014/main" id="{A3C4DD9F-EB64-4FEE-80BE-CD18A96B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48225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Prova dështimi</a:t>
            </a:r>
          </a:p>
        </p:txBody>
      </p:sp>
      <p:sp>
        <p:nvSpPr>
          <p:cNvPr id="11" name="text-302">
            <a:extLst xmlns:a="http://schemas.openxmlformats.org/drawingml/2006/main">
              <a:ext uri="{FF2B5EF4-FFF2-40B4-BE49-F238E27FC236}">
                <a16:creationId xmlns:a16="http://schemas.microsoft.com/office/drawing/2014/main" id="{347869BE-D2CB-4375-A2A4-3AD6A76E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48225"/>
            <a:ext cx="6743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Përsëritje, qasje e palejuar</a:t>
            </a:r>
          </a:p>
        </p:txBody>
      </p:sp>
      <p:sp>
        <p:nvSpPr>
          <p:cNvPr id="12" name="text-303">
            <a:extLst xmlns:a="http://schemas.openxmlformats.org/drawingml/2006/main">
              <a:ext uri="{FF2B5EF4-FFF2-40B4-BE49-F238E27FC236}">
                <a16:creationId xmlns:a16="http://schemas.microsoft.com/office/drawing/2014/main" id="{960DDD72-5A33-4DB8-894B-C4AFA2B2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A e zbulon testi një mbrojtje që mungon?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aef6cf63549da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9296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04">
            <a:extLst xmlns:a="http://schemas.openxmlformats.org/drawingml/2006/main">
              <a:ext uri="{FF2B5EF4-FFF2-40B4-BE49-F238E27FC236}">
                <a16:creationId xmlns:a16="http://schemas.microsoft.com/office/drawing/2014/main" id="{74A5E49A-E7D7-4295-9797-29EA7ED9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VLERËSIMI DHE LABORATORI</a:t>
            </a:r>
          </a:p>
        </p:txBody>
      </p:sp>
      <p:sp>
        <p:nvSpPr>
          <p:cNvPr id="2" name="text-305">
            <a:extLst xmlns:a="http://schemas.openxmlformats.org/drawingml/2006/main">
              <a:ext uri="{FF2B5EF4-FFF2-40B4-BE49-F238E27FC236}">
                <a16:creationId xmlns:a16="http://schemas.microsoft.com/office/drawing/2014/main" id="{AB5DAF55-94BD-4DA1-B61D-2EBF4D27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3" name="text-306">
            <a:extLst xmlns:a="http://schemas.openxmlformats.org/drawingml/2006/main">
              <a:ext uri="{FF2B5EF4-FFF2-40B4-BE49-F238E27FC236}">
                <a16:creationId xmlns:a16="http://schemas.microsoft.com/office/drawing/2014/main" id="{9E4C6113-B7E3-44E8-AFB6-873EDEB9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Pikët ndjekin provat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480f1dec004572"/>
          </a:graphicData>
        </a:graphic>
      </p:graphicFrame>
      <p:sp>
        <p:nvSpPr>
          <p:cNvPr id="5" name="text-307">
            <a:extLst xmlns:a="http://schemas.openxmlformats.org/drawingml/2006/main">
              <a:ext uri="{FF2B5EF4-FFF2-40B4-BE49-F238E27FC236}">
                <a16:creationId xmlns:a16="http://schemas.microsoft.com/office/drawing/2014/main" id="{41528812-CA43-466F-AF07-455204B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Rubrika publikohet para dorëzimit.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087b0c8c04312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639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308">
            <a:extLst xmlns:a="http://schemas.openxmlformats.org/drawingml/2006/main">
              <a:ext uri="{FF2B5EF4-FFF2-40B4-BE49-F238E27FC236}">
                <a16:creationId xmlns:a16="http://schemas.microsoft.com/office/drawing/2014/main" id="{C3517ACD-63EE-4C3E-A7BC-F6EC33E1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VLERËSIMI DHE LABORATORI</a:t>
            </a:r>
          </a:p>
        </p:txBody>
      </p:sp>
      <p:sp>
        <p:nvSpPr>
          <p:cNvPr id="2" name="text-309">
            <a:extLst xmlns:a="http://schemas.openxmlformats.org/drawingml/2006/main">
              <a:ext uri="{FF2B5EF4-FFF2-40B4-BE49-F238E27FC236}">
                <a16:creationId xmlns:a16="http://schemas.microsoft.com/office/drawing/2014/main" id="{9884BFF5-4FB4-4D4E-A7B3-4C4023D1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3" name="text-310">
            <a:extLst xmlns:a="http://schemas.openxmlformats.org/drawingml/2006/main">
              <a:ext uri="{FF2B5EF4-FFF2-40B4-BE49-F238E27FC236}">
                <a16:creationId xmlns:a16="http://schemas.microsoft.com/office/drawing/2014/main" id="{B891058B-D119-4F2E-9172-B0F4F02D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Demonstroni edhe kur dështon</a:t>
            </a:r>
          </a:p>
        </p:txBody>
      </p:sp>
      <p:sp>
        <p:nvSpPr>
          <p:cNvPr id="4" name="text-311">
            <a:extLst xmlns:a="http://schemas.openxmlformats.org/drawingml/2006/main">
              <a:ext uri="{FF2B5EF4-FFF2-40B4-BE49-F238E27FC236}">
                <a16:creationId xmlns:a16="http://schemas.microsoft.com/office/drawing/2014/main" id="{19C6651E-22AB-452C-94E9-3B00838A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81200"/>
            <a:ext cx="10791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DEMO DAY</a:t>
            </a:r>
          </a:p>
        </p:txBody>
      </p:sp>
      <p:sp>
        <p:nvSpPr>
          <p:cNvPr id="5" name="text-312">
            <a:extLst xmlns:a="http://schemas.openxmlformats.org/drawingml/2006/main">
              <a:ext uri="{FF2B5EF4-FFF2-40B4-BE49-F238E27FC236}">
                <a16:creationId xmlns:a16="http://schemas.microsoft.com/office/drawing/2014/main" id="{BE899B20-BC84-4573-B4B5-BF9C2629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533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7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1 min</a:t>
            </a:r>
          </a:p>
        </p:txBody>
      </p:sp>
      <p:sp>
        <p:nvSpPr>
          <p:cNvPr id="6" name="text-313">
            <a:extLst xmlns:a="http://schemas.openxmlformats.org/drawingml/2006/main">
              <a:ext uri="{FF2B5EF4-FFF2-40B4-BE49-F238E27FC236}">
                <a16:creationId xmlns:a16="http://schemas.microsoft.com/office/drawing/2014/main" id="{3C2B5B72-D4D2-4B97-B4DA-7352D168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Problemi</a:t>
            </a:r>
          </a:p>
        </p:txBody>
      </p:sp>
      <p:sp>
        <p:nvSpPr>
          <p:cNvPr id="7" name="text-314">
            <a:extLst xmlns:a="http://schemas.openxmlformats.org/drawingml/2006/main">
              <a:ext uri="{FF2B5EF4-FFF2-40B4-BE49-F238E27FC236}">
                <a16:creationId xmlns:a16="http://schemas.microsoft.com/office/drawing/2014/main" id="{52F0B725-F346-4988-A068-1502C8D2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28925"/>
            <a:ext cx="2533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7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2 min</a:t>
            </a:r>
          </a:p>
        </p:txBody>
      </p:sp>
      <p:sp>
        <p:nvSpPr>
          <p:cNvPr id="8" name="text-315">
            <a:extLst xmlns:a="http://schemas.openxmlformats.org/drawingml/2006/main">
              <a:ext uri="{FF2B5EF4-FFF2-40B4-BE49-F238E27FC236}">
                <a16:creationId xmlns:a16="http://schemas.microsoft.com/office/drawing/2014/main" id="{C36EB162-27F9-4BEE-862E-8115604E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62400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Rrjedha</a:t>
            </a:r>
          </a:p>
        </p:txBody>
      </p:sp>
      <p:sp>
        <p:nvSpPr>
          <p:cNvPr id="9" name="text-316">
            <a:extLst xmlns:a="http://schemas.openxmlformats.org/drawingml/2006/main">
              <a:ext uri="{FF2B5EF4-FFF2-40B4-BE49-F238E27FC236}">
                <a16:creationId xmlns:a16="http://schemas.microsoft.com/office/drawing/2014/main" id="{9344F881-A446-4BD9-95FD-EC6AB482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28925"/>
            <a:ext cx="2533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725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1 min</a:t>
            </a:r>
          </a:p>
        </p:txBody>
      </p:sp>
      <p:sp>
        <p:nvSpPr>
          <p:cNvPr id="10" name="text-317">
            <a:extLst xmlns:a="http://schemas.openxmlformats.org/drawingml/2006/main">
              <a:ext uri="{FF2B5EF4-FFF2-40B4-BE49-F238E27FC236}">
                <a16:creationId xmlns:a16="http://schemas.microsoft.com/office/drawing/2014/main" id="{1D0F2E12-DC72-410E-BD92-86D1413A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Dështimi</a:t>
            </a:r>
          </a:p>
        </p:txBody>
      </p:sp>
      <p:sp>
        <p:nvSpPr>
          <p:cNvPr id="11" name="text-318">
            <a:extLst xmlns:a="http://schemas.openxmlformats.org/drawingml/2006/main">
              <a:ext uri="{FF2B5EF4-FFF2-40B4-BE49-F238E27FC236}">
                <a16:creationId xmlns:a16="http://schemas.microsoft.com/office/drawing/2014/main" id="{BBDB0C1F-FDE3-4665-ABD8-8799CA3E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28925"/>
            <a:ext cx="2533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7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7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1 min</a:t>
            </a:r>
          </a:p>
        </p:txBody>
      </p:sp>
      <p:sp>
        <p:nvSpPr>
          <p:cNvPr id="12" name="text-319">
            <a:extLst xmlns:a="http://schemas.openxmlformats.org/drawingml/2006/main">
              <a:ext uri="{FF2B5EF4-FFF2-40B4-BE49-F238E27FC236}">
                <a16:creationId xmlns:a16="http://schemas.microsoft.com/office/drawing/2014/main" id="{0AD6F868-9D72-4EF5-B58E-ECF2F005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62400"/>
            <a:ext cx="2533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Vendimi</a:t>
            </a:r>
          </a:p>
        </p:txBody>
      </p:sp>
      <p:sp>
        <p:nvSpPr>
          <p:cNvPr id="13" name="text-320">
            <a:extLst xmlns:a="http://schemas.openxmlformats.org/drawingml/2006/main">
              <a:ext uri="{FF2B5EF4-FFF2-40B4-BE49-F238E27FC236}">
                <a16:creationId xmlns:a16="http://schemas.microsoft.com/office/drawing/2014/main" id="{596BD34C-E221-442F-8018-CF09D4A5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Pastaj: pyetjet e jurisë dhe mbrojtja individuale</a:t>
            </a:r>
          </a:p>
        </p:txBody>
      </p:sp>
      <p:sp>
        <p:nvSpPr>
          <p:cNvPr id="14" name="text-321">
            <a:extLst xmlns:a="http://schemas.openxmlformats.org/drawingml/2006/main">
              <a:ext uri="{FF2B5EF4-FFF2-40B4-BE49-F238E27FC236}">
                <a16:creationId xmlns:a16="http://schemas.microsoft.com/office/drawing/2014/main" id="{531BD16E-B5AB-4C09-A05A-B5BD8BCE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Çfarë do të provonte dështimi që zgjodhët?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3e919e6d64c50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690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322">
            <a:extLst xmlns:a="http://schemas.openxmlformats.org/drawingml/2006/main">
              <a:ext uri="{FF2B5EF4-FFF2-40B4-BE49-F238E27FC236}">
                <a16:creationId xmlns:a16="http://schemas.microsoft.com/office/drawing/2014/main" id="{2B8D0060-4B12-4917-8C25-3412BE0B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VLERËSIMI DHE LABORATORI</a:t>
            </a:r>
          </a:p>
        </p:txBody>
      </p:sp>
      <p:sp>
        <p:nvSpPr>
          <p:cNvPr id="2" name="text-323">
            <a:extLst xmlns:a="http://schemas.openxmlformats.org/drawingml/2006/main">
              <a:ext uri="{FF2B5EF4-FFF2-40B4-BE49-F238E27FC236}">
                <a16:creationId xmlns:a16="http://schemas.microsoft.com/office/drawing/2014/main" id="{3BB9D33B-900D-408D-BD55-5E4C5F7B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3" name="text-324">
            <a:extLst xmlns:a="http://schemas.openxmlformats.org/drawingml/2006/main">
              <a:ext uri="{FF2B5EF4-FFF2-40B4-BE49-F238E27FC236}">
                <a16:creationId xmlns:a16="http://schemas.microsoft.com/office/drawing/2014/main" id="{B9135C51-4225-4FDF-B1FA-530FB060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Ndryshimi juaj, në telefon</a:t>
            </a:r>
          </a:p>
        </p:txBody>
      </p:sp>
      <p:sp>
        <p:nvSpPr>
          <p:cNvPr id="4" name="text-325">
            <a:extLst xmlns:a="http://schemas.openxmlformats.org/drawingml/2006/main">
              <a:ext uri="{FF2B5EF4-FFF2-40B4-BE49-F238E27FC236}">
                <a16:creationId xmlns:a16="http://schemas.microsoft.com/office/drawing/2014/main" id="{C627B1BC-1B7D-4C75-8502-008D43C7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JAVA 2: PUBLIKIMI I PARË</a:t>
            </a:r>
          </a:p>
        </p:txBody>
      </p:sp>
      <p:sp>
        <p:nvSpPr>
          <p:cNvPr id="5" name="text-326">
            <a:extLst xmlns:a="http://schemas.openxmlformats.org/drawingml/2006/main">
              <a:ext uri="{FF2B5EF4-FFF2-40B4-BE49-F238E27FC236}">
                <a16:creationId xmlns:a16="http://schemas.microsoft.com/office/drawing/2014/main" id="{BB2B93F0-5900-4FA3-95E8-2A0D3F71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Repo</a:t>
            </a:r>
          </a:p>
        </p:txBody>
      </p:sp>
      <p:sp>
        <p:nvSpPr>
          <p:cNvPr id="6" name="text-327">
            <a:extLst xmlns:a="http://schemas.openxmlformats.org/drawingml/2006/main">
              <a:ext uri="{FF2B5EF4-FFF2-40B4-BE49-F238E27FC236}">
                <a16:creationId xmlns:a16="http://schemas.microsoft.com/office/drawing/2014/main" id="{3FA07598-CAE8-4E50-80AB-32698EC3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438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0–10 min</a:t>
            </a:r>
          </a:p>
        </p:txBody>
      </p:sp>
      <p:sp>
        <p:nvSpPr>
          <p:cNvPr id="7" name="flow-328">
            <a:extLst xmlns:a="http://schemas.openxmlformats.org/drawingml/2006/main">
              <a:ext uri="{FF2B5EF4-FFF2-40B4-BE49-F238E27FC236}">
                <a16:creationId xmlns:a16="http://schemas.microsoft.com/office/drawing/2014/main" id="{5DA913B9-CF5D-48F7-A1C3-C722ED4A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242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8" name="text-329">
            <a:extLst xmlns:a="http://schemas.openxmlformats.org/drawingml/2006/main">
              <a:ext uri="{FF2B5EF4-FFF2-40B4-BE49-F238E27FC236}">
                <a16:creationId xmlns:a16="http://schemas.microsoft.com/office/drawing/2014/main" id="{5CA97FD0-4FC5-4F85-B865-2ED4ACDB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67025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Commit</a:t>
            </a:r>
          </a:p>
        </p:txBody>
      </p:sp>
      <p:sp>
        <p:nvSpPr>
          <p:cNvPr id="9" name="text-330">
            <a:extLst xmlns:a="http://schemas.openxmlformats.org/drawingml/2006/main">
              <a:ext uri="{FF2B5EF4-FFF2-40B4-BE49-F238E27FC236}">
                <a16:creationId xmlns:a16="http://schemas.microsoft.com/office/drawing/2014/main" id="{B412443B-BFF8-4099-A7DD-EA9E0889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2438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10–20 min</a:t>
            </a:r>
          </a:p>
        </p:txBody>
      </p:sp>
      <p:sp>
        <p:nvSpPr>
          <p:cNvPr id="10" name="flow-331">
            <a:extLst xmlns:a="http://schemas.openxmlformats.org/drawingml/2006/main">
              <a:ext uri="{FF2B5EF4-FFF2-40B4-BE49-F238E27FC236}">
                <a16:creationId xmlns:a16="http://schemas.microsoft.com/office/drawing/2014/main" id="{9998EA0D-6988-4F66-A289-156FA73A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242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1" name="text-332">
            <a:extLst xmlns:a="http://schemas.openxmlformats.org/drawingml/2006/main">
              <a:ext uri="{FF2B5EF4-FFF2-40B4-BE49-F238E27FC236}">
                <a16:creationId xmlns:a16="http://schemas.microsoft.com/office/drawing/2014/main" id="{78A3D9C4-CF12-46B8-800E-70B376CA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67025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Deploy</a:t>
            </a:r>
          </a:p>
        </p:txBody>
      </p:sp>
      <p:sp>
        <p:nvSpPr>
          <p:cNvPr id="12" name="text-333">
            <a:extLst xmlns:a="http://schemas.openxmlformats.org/drawingml/2006/main">
              <a:ext uri="{FF2B5EF4-FFF2-40B4-BE49-F238E27FC236}">
                <a16:creationId xmlns:a16="http://schemas.microsoft.com/office/drawing/2014/main" id="{590FB988-82D3-44B7-8A30-C6865989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29050"/>
            <a:ext cx="2438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20–35 min</a:t>
            </a:r>
          </a:p>
        </p:txBody>
      </p:sp>
      <p:sp>
        <p:nvSpPr>
          <p:cNvPr id="13" name="flow-334">
            <a:extLst xmlns:a="http://schemas.openxmlformats.org/drawingml/2006/main">
              <a:ext uri="{FF2B5EF4-FFF2-40B4-BE49-F238E27FC236}">
                <a16:creationId xmlns:a16="http://schemas.microsoft.com/office/drawing/2014/main" id="{5105AEA6-0110-42C9-AA11-59A9327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CDF2"/>
          </a:solidFill>
          <a:ln xmlns:a="http://schemas.openxmlformats.org/drawingml/2006/main" w="0">
            <a:noFill/>
          </a:ln>
        </p:spPr>
      </p:sp>
      <p:sp>
        <p:nvSpPr>
          <p:cNvPr id="14" name="text-335">
            <a:extLst xmlns:a="http://schemas.openxmlformats.org/drawingml/2006/main">
              <a:ext uri="{FF2B5EF4-FFF2-40B4-BE49-F238E27FC236}">
                <a16:creationId xmlns:a16="http://schemas.microsoft.com/office/drawing/2014/main" id="{7DC2E976-1BB1-47BF-BA47-6E680CC7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67025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Telefon</a:t>
            </a:r>
          </a:p>
        </p:txBody>
      </p:sp>
      <p:sp>
        <p:nvSpPr>
          <p:cNvPr id="15" name="text-336">
            <a:extLst xmlns:a="http://schemas.openxmlformats.org/drawingml/2006/main">
              <a:ext uri="{FF2B5EF4-FFF2-40B4-BE49-F238E27FC236}">
                <a16:creationId xmlns:a16="http://schemas.microsoft.com/office/drawing/2014/main" id="{017BC553-2884-4219-938C-C1BAA44C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29050"/>
            <a:ext cx="2438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35–45 min</a:t>
            </a:r>
          </a:p>
        </p:txBody>
      </p:sp>
      <p:sp>
        <p:nvSpPr>
          <p:cNvPr id="16" name="text-337">
            <a:extLst xmlns:a="http://schemas.openxmlformats.org/drawingml/2006/main">
              <a:ext uri="{FF2B5EF4-FFF2-40B4-BE49-F238E27FC236}">
                <a16:creationId xmlns:a16="http://schemas.microsoft.com/office/drawing/2014/main" id="{3E5A6713-8ED9-47C0-94EA-A242E87F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1490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91DEBB"/>
                </a:solidFill>
                <a:latin typeface="Helvetica Neue"/>
                <a:ea typeface="Helvetica Neue"/>
                <a:cs typeface="Helvetica Neue"/>
              </a:rPr>
              <a:t>Prova: një ndryshim i dytë, i dukshëm në telefon.</a:t>
            </a:r>
          </a:p>
        </p:txBody>
      </p:sp>
      <p:sp>
        <p:nvSpPr>
          <p:cNvPr id="17" name="text-338">
            <a:extLst xmlns:a="http://schemas.openxmlformats.org/drawingml/2006/main">
              <a:ext uri="{FF2B5EF4-FFF2-40B4-BE49-F238E27FC236}">
                <a16:creationId xmlns:a16="http://schemas.microsoft.com/office/drawing/2014/main" id="{3FD56265-CA8B-4650-BEB9-C46E17AC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24 shtator: segmenti hyrës i ushtrimeve. Vazhdoni në aplikacionin tuaj.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f8901551f4f7f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820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339">
            <a:extLst xmlns:a="http://schemas.openxmlformats.org/drawingml/2006/main">
              <a:ext uri="{FF2B5EF4-FFF2-40B4-BE49-F238E27FC236}">
                <a16:creationId xmlns:a16="http://schemas.microsoft.com/office/drawing/2014/main" id="{8827077C-A6D8-4D32-9F27-55A96C20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REFLEKTIMI</a:t>
            </a:r>
          </a:p>
        </p:txBody>
      </p:sp>
      <p:sp>
        <p:nvSpPr>
          <p:cNvPr id="2" name="text-340">
            <a:extLst xmlns:a="http://schemas.openxmlformats.org/drawingml/2006/main">
              <a:ext uri="{FF2B5EF4-FFF2-40B4-BE49-F238E27FC236}">
                <a16:creationId xmlns:a16="http://schemas.microsoft.com/office/drawing/2014/main" id="{59FB8CA1-91D1-462A-8DEA-7DB99904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3" name="text-341">
            <a:extLst xmlns:a="http://schemas.openxmlformats.org/drawingml/2006/main">
              <a:ext uri="{FF2B5EF4-FFF2-40B4-BE49-F238E27FC236}">
                <a16:creationId xmlns:a16="http://schemas.microsoft.com/office/drawing/2014/main" id="{1EBF6ABA-F00C-4AA0-B277-9CC8FB69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Cilin supozim do të provoni?</a:t>
            </a:r>
          </a:p>
        </p:txBody>
      </p:sp>
      <p:sp>
        <p:nvSpPr>
          <p:cNvPr id="4" name="text-342">
            <a:extLst xmlns:a="http://schemas.openxmlformats.org/drawingml/2006/main">
              <a:ext uri="{FF2B5EF4-FFF2-40B4-BE49-F238E27FC236}">
                <a16:creationId xmlns:a16="http://schemas.microsoft.com/office/drawing/2014/main" id="{A9F629A1-D09E-4B17-BA00-4D959AED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2407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Përdoruesi im përpiqet të…</a:t>
            </a:r>
          </a:p>
        </p:txBody>
      </p:sp>
      <p:sp>
        <p:nvSpPr>
          <p:cNvPr id="5" name="text-343">
            <a:extLst xmlns:a="http://schemas.openxmlformats.org/drawingml/2006/main">
              <a:ext uri="{FF2B5EF4-FFF2-40B4-BE49-F238E27FC236}">
                <a16:creationId xmlns:a16="http://schemas.microsoft.com/office/drawing/2014/main" id="{702B8AAB-B157-46A9-8CDD-4B0E1870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05150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Sot pengohet nga…</a:t>
            </a:r>
          </a:p>
        </p:txBody>
      </p:sp>
      <p:sp>
        <p:nvSpPr>
          <p:cNvPr id="6" name="text-344">
            <a:extLst xmlns:a="http://schemas.openxmlformats.org/drawingml/2006/main">
              <a:ext uri="{FF2B5EF4-FFF2-40B4-BE49-F238E27FC236}">
                <a16:creationId xmlns:a16="http://schemas.microsoft.com/office/drawing/2014/main" id="{293E1D56-13AB-42A4-B07E-7ADA08EC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86225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63CDF2"/>
                </a:solidFill>
                <a:latin typeface="Helvetica Neue"/>
                <a:ea typeface="Helvetica Neue"/>
                <a:cs typeface="Helvetica Neue"/>
              </a:rPr>
              <a:t>Para kodit, do të verifikoj…</a:t>
            </a:r>
          </a:p>
        </p:txBody>
      </p:sp>
      <p:sp>
        <p:nvSpPr>
          <p:cNvPr id="7" name="text-345">
            <a:extLst xmlns:a="http://schemas.openxmlformats.org/drawingml/2006/main">
              <a:ext uri="{FF2B5EF4-FFF2-40B4-BE49-F238E27FC236}">
                <a16:creationId xmlns:a16="http://schemas.microsoft.com/office/drawing/2014/main" id="{0381C4BE-45BF-4C0C-9956-7F194C81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80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2BB66"/>
                </a:solidFill>
                <a:latin typeface="Helvetica Neue"/>
                <a:ea typeface="Helvetica Neue"/>
                <a:cs typeface="Helvetica Neue"/>
              </a:rPr>
              <a:t>JAVA 2</a:t>
            </a:r>
          </a:p>
        </p:txBody>
      </p:sp>
      <p:sp>
        <p:nvSpPr>
          <p:cNvPr id="8" name="text-346">
            <a:extLst xmlns:a="http://schemas.openxmlformats.org/drawingml/2006/main">
              <a:ext uri="{FF2B5EF4-FFF2-40B4-BE49-F238E27FC236}">
                <a16:creationId xmlns:a16="http://schemas.microsoft.com/office/drawing/2014/main" id="{5CFF49B5-30D9-47E9-AC51-D1E695D6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305425"/>
            <a:ext cx="861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4F2EC"/>
                </a:solidFill>
                <a:latin typeface="Helvetica Neue"/>
                <a:ea typeface="Helvetica Neue"/>
                <a:cs typeface="Helvetica Neue"/>
              </a:rPr>
              <a:t>Tri biseda + PRD paraprake</a:t>
            </a:r>
          </a:p>
        </p:txBody>
      </p:sp>
      <p:sp>
        <p:nvSpPr>
          <p:cNvPr id="9" name="text-347">
            <a:extLst xmlns:a="http://schemas.openxmlformats.org/drawingml/2006/main">
              <a:ext uri="{FF2B5EF4-FFF2-40B4-BE49-F238E27FC236}">
                <a16:creationId xmlns:a16="http://schemas.microsoft.com/office/drawing/2014/main" id="{174ACC61-B993-4DD9-B793-BB65A977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EBFCB"/>
                </a:solidFill>
                <a:latin typeface="Helvetica Neue"/>
                <a:ea typeface="Helvetica Neue"/>
                <a:cs typeface="Helvetica Neue"/>
              </a:rPr>
              <a:t>Exit ticket në letër. Një supozim që jeni të gatshëm ta ndryshoni.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05347440b457e"/>
          <a:stretch xmlns:a="http://schemas.openxmlformats.org/drawingml/2006/main"/>
        </p:blipFill>
        <p:spPr>
          <a:xfrm xmlns:a="http://schemas.openxmlformats.org/drawingml/2006/main">
            <a:off x="9525000" y="299045"/>
            <a:ext cx="1190625" cy="240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420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2026-09-17T08:15:38.4450000Z</dcterms:created>
  <dcterms:modified xsi:type="dcterms:W3CDTF">2026-09-17T08:15:38.4450000Z</dcterms:modified>
</coreProperties>
</file>